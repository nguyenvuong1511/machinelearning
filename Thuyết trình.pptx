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Masters/slideMaster4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theme/theme2.xml" ContentType="application/vnd.openxmlformats-officedocument.theme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theme/theme3.xml" ContentType="application/vnd.openxmlformats-officedocument.theme+xml"/>
  <Override PartName="/ppt/slideLayouts/slideLayout5.xml" ContentType="application/vnd.openxmlformats-officedocument.presentationml.slideLayout+xml"/>
  <Override PartName="/ppt/theme/theme4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Props/core0.xml" ContentType="application/vnd.openxmlformats-package.core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5" Type="http://schemas.openxmlformats.org/officedocument/2006/relationships/metadata/core-properties" Target="docProps/core0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  <p:sldMasterId id="2147483650" r:id="rId2"/>
    <p:sldMasterId id="2147483652" r:id="rId3"/>
    <p:sldMasterId id="2147483655" r:id="rId4"/>
  </p:sldMasterIdLst>
  <p:sldIdLst>
    <p:sldId id="256" r:id="rId5"/>
    <p:sldId id="257" r:id="rId6"/>
    <p:sldId id="258" r:id="rId7"/>
    <p:sldId id="259" r:id="rId8"/>
    <p:sldId id="260" r:id="rId9"/>
    <p:sldId id="262" r:id="rId10"/>
    <p:sldId id="261" r:id="rId11"/>
    <p:sldId id="263" r:id="rId12"/>
    <p:sldId id="264" r:id="rId13"/>
    <p:sldId id="265" r:id="rId14"/>
    <p:sldId id="266" r:id="rId15"/>
    <p:sldId id="268" r:id="rId16"/>
  </p:sldIdLst>
  <p:sldSz cx="9144000" cy="5143500" type="screen16x9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135" d="100"/>
          <a:sy n="135" d="100"/>
        </p:scale>
        <p:origin x="180" y="1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viewProps" Target="viewProps.xml"/><Relationship Id="rId3" Type="http://schemas.openxmlformats.org/officeDocument/2006/relationships/slideMaster" Target="slideMasters/slideMaster3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presProps" Target="presProps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2.xml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10" Type="http://schemas.openxmlformats.org/officeDocument/2006/relationships/slide" Target="slides/slide6.xml"/><Relationship Id="rId19" Type="http://schemas.openxmlformats.org/officeDocument/2006/relationships/theme" Target="theme/theme1.xml"/><Relationship Id="rId4" Type="http://schemas.openxmlformats.org/officeDocument/2006/relationships/slideMaster" Target="slideMasters/slideMaster4.xml"/><Relationship Id="rId9" Type="http://schemas.openxmlformats.org/officeDocument/2006/relationships/slide" Target="slides/slide5.xml"/><Relationship Id="rId14" Type="http://schemas.openxmlformats.org/officeDocument/2006/relationships/slide" Target="slides/slide10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PlaceHolder 1"/>
          <p:cNvSpPr>
            <a:spLocks noGrp="1"/>
          </p:cNvSpPr>
          <p:nvPr>
            <p:ph type="title"/>
          </p:nvPr>
        </p:nvSpPr>
        <p:spPr>
          <a:xfrm>
            <a:off x="1157400" y="494640"/>
            <a:ext cx="5126400" cy="10584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spAutoFit/>
          </a:bodyPr>
          <a:lstStyle/>
          <a:p>
            <a:pPr indent="0">
              <a:buNone/>
            </a:pPr>
            <a:endParaRPr lang="fr-FR" sz="18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89" name="PlaceHolder 2"/>
          <p:cNvSpPr>
            <a:spLocks noGrp="1"/>
          </p:cNvSpPr>
          <p:nvPr>
            <p:ph type="subTitle"/>
          </p:nvPr>
        </p:nvSpPr>
        <p:spPr>
          <a:xfrm>
            <a:off x="457200" y="1203480"/>
            <a:ext cx="8229240" cy="2982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spAutoFit/>
          </a:bodyPr>
          <a:lstStyle/>
          <a:p>
            <a:pPr indent="0" algn="ctr">
              <a:buNone/>
            </a:pPr>
            <a:endParaRPr lang="en-US" sz="3200" b="0" u="none" strike="noStrike">
              <a:solidFill>
                <a:srgbClr val="000000"/>
              </a:solidFill>
              <a:effectLst/>
              <a:uFillTx/>
              <a:latin typeface="OpenSymbol"/>
            </a:endParaRP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ONE_COLUMN_TEXT_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CUSTOM_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PlaceHolder 1"/>
          <p:cNvSpPr>
            <a:spLocks noGrp="1"/>
          </p:cNvSpPr>
          <p:nvPr>
            <p:ph type="title"/>
          </p:nvPr>
        </p:nvSpPr>
        <p:spPr>
          <a:xfrm>
            <a:off x="1157400" y="494640"/>
            <a:ext cx="5126400" cy="10584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spAutoFit/>
          </a:bodyPr>
          <a:lstStyle/>
          <a:p>
            <a:pPr indent="0">
              <a:buNone/>
            </a:pPr>
            <a:endParaRPr lang="fr-FR" sz="18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185" name="PlaceHolder 2"/>
          <p:cNvSpPr>
            <a:spLocks noGrp="1"/>
          </p:cNvSpPr>
          <p:nvPr>
            <p:ph type="subTitle"/>
          </p:nvPr>
        </p:nvSpPr>
        <p:spPr>
          <a:xfrm>
            <a:off x="457200" y="1203480"/>
            <a:ext cx="8229240" cy="2982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spAutoFit/>
          </a:bodyPr>
          <a:lstStyle/>
          <a:p>
            <a:pPr indent="0" algn="ctr">
              <a:buNone/>
            </a:pPr>
            <a:endParaRPr lang="en-US" sz="3200" b="0" u="none" strike="noStrike">
              <a:solidFill>
                <a:srgbClr val="000000"/>
              </a:solidFill>
              <a:effectLst/>
              <a:uFillTx/>
              <a:latin typeface="OpenSymbol"/>
            </a:endParaRP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CUSTOM_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x" preserve="1">
  <p:cSld name="TITLE_AND_BOD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PlaceHolder 1"/>
          <p:cNvSpPr>
            <a:spLocks noGrp="1"/>
          </p:cNvSpPr>
          <p:nvPr>
            <p:ph type="title"/>
          </p:nvPr>
        </p:nvSpPr>
        <p:spPr>
          <a:xfrm>
            <a:off x="1157400" y="494640"/>
            <a:ext cx="5126400" cy="10584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spAutoFit/>
          </a:bodyPr>
          <a:lstStyle/>
          <a:p>
            <a:pPr indent="0">
              <a:buNone/>
            </a:pPr>
            <a:endParaRPr lang="fr-FR" sz="18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220" name="PlaceHolder 2"/>
          <p:cNvSpPr>
            <a:spLocks noGrp="1"/>
          </p:cNvSpPr>
          <p:nvPr>
            <p:ph/>
          </p:nvPr>
        </p:nvSpPr>
        <p:spPr>
          <a:xfrm>
            <a:off x="457200" y="1203480"/>
            <a:ext cx="8229240" cy="2982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indent="0">
              <a:spcBef>
                <a:spcPts val="1417"/>
              </a:spcBef>
              <a:buNone/>
            </a:pPr>
            <a:endParaRPr lang="fr-F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Masters/_rels/slideMaster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theme" Target="../theme/theme2.xml"/><Relationship Id="rId1" Type="http://schemas.openxmlformats.org/officeDocument/2006/relationships/slideLayout" Target="../slideLayouts/slideLayout2.xml"/></Relationships>
</file>

<file path=ppt/slideMasters/_rels/slideMaster3.xml.rels><?xml version="1.0" encoding="UTF-8" standalone="yes"?>
<Relationships xmlns="http://schemas.openxmlformats.org/package/2006/relationships"><Relationship Id="rId3" Type="http://schemas.openxmlformats.org/officeDocument/2006/relationships/theme" Target="../theme/theme3.xml"/><Relationship Id="rId2" Type="http://schemas.openxmlformats.org/officeDocument/2006/relationships/slideLayout" Target="../slideLayouts/slideLayout4.xml"/><Relationship Id="rId1" Type="http://schemas.openxmlformats.org/officeDocument/2006/relationships/slideLayout" Target="../slideLayouts/slideLayout3.xml"/><Relationship Id="rId6" Type="http://schemas.openxmlformats.org/officeDocument/2006/relationships/hyperlink" Target="http://bit.ly/2TtBDfr" TargetMode="External"/><Relationship Id="rId5" Type="http://schemas.openxmlformats.org/officeDocument/2006/relationships/hyperlink" Target="https://bit.ly/3A1uf1Q" TargetMode="External"/><Relationship Id="rId4" Type="http://schemas.openxmlformats.org/officeDocument/2006/relationships/image" Target="../media/image2.png"/></Relationships>
</file>

<file path=ppt/slideMasters/_rels/slideMaster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theme" Target="../theme/theme4.xml"/><Relationship Id="rId1" Type="http://schemas.openxmlformats.org/officeDocument/2006/relationships/slideLayout" Target="../slideLayouts/slideLayout5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oogle Shape;9;p2"/>
          <p:cNvGrpSpPr/>
          <p:nvPr/>
        </p:nvGrpSpPr>
        <p:grpSpPr>
          <a:xfrm>
            <a:off x="-3255120" y="-2760840"/>
            <a:ext cx="10039680" cy="6731280"/>
            <a:chOff x="-3255120" y="-2760840"/>
            <a:chExt cx="10039680" cy="6731280"/>
          </a:xfrm>
        </p:grpSpPr>
        <p:grpSp>
          <p:nvGrpSpPr>
            <p:cNvPr id="3" name="Google Shape;10;p2"/>
            <p:cNvGrpSpPr/>
            <p:nvPr/>
          </p:nvGrpSpPr>
          <p:grpSpPr>
            <a:xfrm>
              <a:off x="-3255120" y="-2760840"/>
              <a:ext cx="6563880" cy="6731280"/>
              <a:chOff x="-3255120" y="-2760840"/>
              <a:chExt cx="6563880" cy="6731280"/>
            </a:xfrm>
          </p:grpSpPr>
          <p:sp>
            <p:nvSpPr>
              <p:cNvPr id="4" name="Google Shape;11;p2"/>
              <p:cNvSpPr/>
              <p:nvPr/>
            </p:nvSpPr>
            <p:spPr>
              <a:xfrm rot="10221600">
                <a:off x="-1132920" y="-721440"/>
                <a:ext cx="3045240" cy="2637000"/>
              </a:xfrm>
              <a:custGeom>
                <a:avLst/>
                <a:gdLst>
                  <a:gd name="textAreaLeft" fmla="*/ 0 w 3045240"/>
                  <a:gd name="textAreaRight" fmla="*/ 3045600 w 3045240"/>
                  <a:gd name="textAreaTop" fmla="*/ 0 h 2637000"/>
                  <a:gd name="textAreaBottom" fmla="*/ 2637360 h 2637000"/>
                </a:gdLst>
                <a:ahLst/>
                <a:cxnLst/>
                <a:rect l="textAreaLeft" t="textAreaTop" r="textAreaRight" b="textAreaBottom"/>
                <a:pathLst>
                  <a:path w="51285" h="44413">
                    <a:moveTo>
                      <a:pt x="12814" y="0"/>
                    </a:moveTo>
                    <a:lnTo>
                      <a:pt x="0" y="22199"/>
                    </a:lnTo>
                    <a:lnTo>
                      <a:pt x="12814" y="44413"/>
                    </a:lnTo>
                    <a:lnTo>
                      <a:pt x="38471" y="44413"/>
                    </a:lnTo>
                    <a:lnTo>
                      <a:pt x="51285" y="22199"/>
                    </a:lnTo>
                    <a:lnTo>
                      <a:pt x="38471" y="0"/>
                    </a:lnTo>
                    <a:close/>
                  </a:path>
                </a:pathLst>
              </a:custGeom>
              <a:gradFill rotWithShape="0">
                <a:gsLst>
                  <a:gs pos="0">
                    <a:srgbClr val="F5F8FF"/>
                  </a:gs>
                  <a:gs pos="22000">
                    <a:srgbClr val="F5F8FF"/>
                  </a:gs>
                  <a:gs pos="45000">
                    <a:srgbClr val="FFFFFF">
                      <a:alpha val="0"/>
                    </a:srgbClr>
                  </a:gs>
                  <a:gs pos="100000">
                    <a:srgbClr val="0C0A9E">
                      <a:alpha val="50000"/>
                    </a:srgbClr>
                  </a:gs>
                </a:gsLst>
                <a:lin ang="207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tIns="91440" bIns="91440" anchor="ctr">
                <a:noAutofit/>
              </a:bodyPr>
              <a:lstStyle/>
              <a:p>
                <a:pPr defTabSz="914400">
                  <a:lnSpc>
                    <a:spcPct val="100000"/>
                  </a:lnSpc>
                  <a:tabLst>
                    <a:tab pos="0" algn="l"/>
                  </a:tabLst>
                </a:pPr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OpenSymbol"/>
                </a:endParaRPr>
              </a:p>
            </p:txBody>
          </p:sp>
          <p:pic>
            <p:nvPicPr>
              <p:cNvPr id="5" name="Google Shape;12;p2"/>
              <p:cNvPicPr/>
              <p:nvPr/>
            </p:nvPicPr>
            <p:blipFill>
              <a:blip r:embed="rId3"/>
              <a:srcRect t="17653" b="17662"/>
              <a:stretch/>
            </p:blipFill>
            <p:spPr>
              <a:xfrm rot="13821600">
                <a:off x="-2650680" y="-1438560"/>
                <a:ext cx="5355360" cy="4087080"/>
              </a:xfrm>
              <a:prstGeom prst="rect">
                <a:avLst/>
              </a:prstGeom>
              <a:noFill/>
              <a:ln w="0">
                <a:noFill/>
              </a:ln>
            </p:spPr>
          </p:pic>
        </p:grpSp>
        <p:sp>
          <p:nvSpPr>
            <p:cNvPr id="6" name="Google Shape;13;p2"/>
            <p:cNvSpPr/>
            <p:nvPr/>
          </p:nvSpPr>
          <p:spPr>
            <a:xfrm>
              <a:off x="-441720" y="-339840"/>
              <a:ext cx="1420560" cy="2832840"/>
            </a:xfrm>
            <a:custGeom>
              <a:avLst/>
              <a:gdLst>
                <a:gd name="textAreaLeft" fmla="*/ 0 w 1420560"/>
                <a:gd name="textAreaRight" fmla="*/ 1420920 w 1420560"/>
                <a:gd name="textAreaTop" fmla="*/ 0 h 2832840"/>
                <a:gd name="textAreaBottom" fmla="*/ 2833200 h 2832840"/>
              </a:gdLst>
              <a:ahLst/>
              <a:cxnLst/>
              <a:rect l="textAreaLeft" t="textAreaTop" r="textAreaRight" b="textAreaBottom"/>
              <a:pathLst>
                <a:path w="34647" h="69081">
                  <a:moveTo>
                    <a:pt x="34434" y="1"/>
                  </a:moveTo>
                  <a:lnTo>
                    <a:pt x="25429" y="8990"/>
                  </a:lnTo>
                  <a:lnTo>
                    <a:pt x="25383" y="9051"/>
                  </a:lnTo>
                  <a:lnTo>
                    <a:pt x="25383" y="32651"/>
                  </a:lnTo>
                  <a:lnTo>
                    <a:pt x="15130" y="42920"/>
                  </a:lnTo>
                  <a:lnTo>
                    <a:pt x="15084" y="42951"/>
                  </a:lnTo>
                  <a:lnTo>
                    <a:pt x="15084" y="60472"/>
                  </a:lnTo>
                  <a:lnTo>
                    <a:pt x="9614" y="65957"/>
                  </a:lnTo>
                  <a:lnTo>
                    <a:pt x="0" y="65957"/>
                  </a:lnTo>
                  <a:lnTo>
                    <a:pt x="0" y="69080"/>
                  </a:lnTo>
                  <a:lnTo>
                    <a:pt x="320" y="69080"/>
                  </a:lnTo>
                  <a:lnTo>
                    <a:pt x="320" y="66262"/>
                  </a:lnTo>
                  <a:lnTo>
                    <a:pt x="9751" y="66262"/>
                  </a:lnTo>
                  <a:lnTo>
                    <a:pt x="15389" y="60609"/>
                  </a:lnTo>
                  <a:lnTo>
                    <a:pt x="15389" y="43088"/>
                  </a:lnTo>
                  <a:lnTo>
                    <a:pt x="25658" y="32819"/>
                  </a:lnTo>
                  <a:lnTo>
                    <a:pt x="25688" y="32788"/>
                  </a:lnTo>
                  <a:lnTo>
                    <a:pt x="25688" y="9188"/>
                  </a:lnTo>
                  <a:lnTo>
                    <a:pt x="34647" y="214"/>
                  </a:lnTo>
                  <a:lnTo>
                    <a:pt x="34434" y="1"/>
                  </a:lnTo>
                  <a:close/>
                </a:path>
              </a:pathLst>
            </a:custGeom>
            <a:gradFill rotWithShape="0">
              <a:gsLst>
                <a:gs pos="0">
                  <a:srgbClr val="0C0A9E"/>
                </a:gs>
                <a:gs pos="100000">
                  <a:srgbClr val="FFFFFF">
                    <a:alpha val="0"/>
                  </a:srgbClr>
                </a:gs>
              </a:gsLst>
              <a:lin ang="5400000"/>
            </a:gra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7" name="Google Shape;14;p2"/>
            <p:cNvSpPr/>
            <p:nvPr/>
          </p:nvSpPr>
          <p:spPr>
            <a:xfrm rot="2700000">
              <a:off x="765720" y="-2373480"/>
              <a:ext cx="3152880" cy="5118840"/>
            </a:xfrm>
            <a:custGeom>
              <a:avLst/>
              <a:gdLst>
                <a:gd name="textAreaLeft" fmla="*/ 0 w 3152880"/>
                <a:gd name="textAreaRight" fmla="*/ 3153240 w 3152880"/>
                <a:gd name="textAreaTop" fmla="*/ 0 h 5118840"/>
                <a:gd name="textAreaBottom" fmla="*/ 5119200 h 5118840"/>
              </a:gdLst>
              <a:ahLst/>
              <a:cxnLst/>
              <a:rect l="textAreaLeft" t="textAreaTop" r="textAreaRight" b="textAreaBottom"/>
              <a:pathLst>
                <a:path w="76882" h="124813">
                  <a:moveTo>
                    <a:pt x="76668" y="0"/>
                  </a:moveTo>
                  <a:lnTo>
                    <a:pt x="63260" y="13408"/>
                  </a:lnTo>
                  <a:cubicBezTo>
                    <a:pt x="62879" y="13789"/>
                    <a:pt x="62879" y="14398"/>
                    <a:pt x="63260" y="14779"/>
                  </a:cubicBezTo>
                  <a:lnTo>
                    <a:pt x="69857" y="21376"/>
                  </a:lnTo>
                  <a:cubicBezTo>
                    <a:pt x="70116" y="21620"/>
                    <a:pt x="70116" y="22046"/>
                    <a:pt x="69857" y="22305"/>
                  </a:cubicBezTo>
                  <a:lnTo>
                    <a:pt x="46546" y="45616"/>
                  </a:lnTo>
                  <a:cubicBezTo>
                    <a:pt x="46417" y="45738"/>
                    <a:pt x="46245" y="45799"/>
                    <a:pt x="46074" y="45799"/>
                  </a:cubicBezTo>
                  <a:cubicBezTo>
                    <a:pt x="45903" y="45799"/>
                    <a:pt x="45731" y="45738"/>
                    <a:pt x="45602" y="45616"/>
                  </a:cubicBezTo>
                  <a:lnTo>
                    <a:pt x="39020" y="39019"/>
                  </a:lnTo>
                  <a:cubicBezTo>
                    <a:pt x="38822" y="38836"/>
                    <a:pt x="38593" y="38745"/>
                    <a:pt x="38334" y="38745"/>
                  </a:cubicBezTo>
                  <a:cubicBezTo>
                    <a:pt x="38060" y="38745"/>
                    <a:pt x="37831" y="38836"/>
                    <a:pt x="37649" y="39019"/>
                  </a:cubicBezTo>
                  <a:lnTo>
                    <a:pt x="23357" y="53311"/>
                  </a:lnTo>
                  <a:cubicBezTo>
                    <a:pt x="22976" y="53691"/>
                    <a:pt x="22976" y="54301"/>
                    <a:pt x="23357" y="54682"/>
                  </a:cubicBezTo>
                  <a:lnTo>
                    <a:pt x="40833" y="72142"/>
                  </a:lnTo>
                  <a:cubicBezTo>
                    <a:pt x="40939" y="72279"/>
                    <a:pt x="41016" y="72432"/>
                    <a:pt x="41016" y="72614"/>
                  </a:cubicBezTo>
                  <a:cubicBezTo>
                    <a:pt x="41016" y="72812"/>
                    <a:pt x="40955" y="72965"/>
                    <a:pt x="40833" y="73102"/>
                  </a:cubicBezTo>
                  <a:lnTo>
                    <a:pt x="27090" y="86830"/>
                  </a:lnTo>
                  <a:cubicBezTo>
                    <a:pt x="26907" y="87028"/>
                    <a:pt x="26816" y="87256"/>
                    <a:pt x="26816" y="87515"/>
                  </a:cubicBezTo>
                  <a:lnTo>
                    <a:pt x="26816" y="96276"/>
                  </a:lnTo>
                  <a:cubicBezTo>
                    <a:pt x="26816" y="96459"/>
                    <a:pt x="26755" y="96611"/>
                    <a:pt x="26618" y="96748"/>
                  </a:cubicBezTo>
                  <a:lnTo>
                    <a:pt x="13225" y="110140"/>
                  </a:lnTo>
                  <a:cubicBezTo>
                    <a:pt x="13103" y="110270"/>
                    <a:pt x="12940" y="110335"/>
                    <a:pt x="12772" y="110335"/>
                  </a:cubicBezTo>
                  <a:cubicBezTo>
                    <a:pt x="12604" y="110335"/>
                    <a:pt x="12433" y="110270"/>
                    <a:pt x="12296" y="110140"/>
                  </a:cubicBezTo>
                  <a:lnTo>
                    <a:pt x="7618" y="105448"/>
                  </a:lnTo>
                  <a:cubicBezTo>
                    <a:pt x="7428" y="105257"/>
                    <a:pt x="7180" y="105162"/>
                    <a:pt x="6933" y="105162"/>
                  </a:cubicBezTo>
                  <a:cubicBezTo>
                    <a:pt x="6685" y="105162"/>
                    <a:pt x="6438" y="105257"/>
                    <a:pt x="6247" y="105448"/>
                  </a:cubicBezTo>
                  <a:lnTo>
                    <a:pt x="381" y="111314"/>
                  </a:lnTo>
                  <a:cubicBezTo>
                    <a:pt x="1" y="111695"/>
                    <a:pt x="1" y="112304"/>
                    <a:pt x="381" y="112685"/>
                  </a:cubicBezTo>
                  <a:lnTo>
                    <a:pt x="5059" y="117378"/>
                  </a:lnTo>
                  <a:cubicBezTo>
                    <a:pt x="5181" y="117515"/>
                    <a:pt x="5257" y="117667"/>
                    <a:pt x="5257" y="117850"/>
                  </a:cubicBezTo>
                  <a:cubicBezTo>
                    <a:pt x="5257" y="118048"/>
                    <a:pt x="5196" y="118200"/>
                    <a:pt x="5059" y="118322"/>
                  </a:cubicBezTo>
                  <a:lnTo>
                    <a:pt x="3231" y="120150"/>
                  </a:lnTo>
                  <a:cubicBezTo>
                    <a:pt x="2850" y="120531"/>
                    <a:pt x="2850" y="121141"/>
                    <a:pt x="3231" y="121522"/>
                  </a:cubicBezTo>
                  <a:lnTo>
                    <a:pt x="5059" y="123365"/>
                  </a:lnTo>
                  <a:cubicBezTo>
                    <a:pt x="5333" y="123609"/>
                    <a:pt x="5333" y="124020"/>
                    <a:pt x="5059" y="124295"/>
                  </a:cubicBezTo>
                  <a:cubicBezTo>
                    <a:pt x="4914" y="124432"/>
                    <a:pt x="4754" y="124489"/>
                    <a:pt x="4602" y="124489"/>
                  </a:cubicBezTo>
                  <a:cubicBezTo>
                    <a:pt x="4449" y="124489"/>
                    <a:pt x="4305" y="124432"/>
                    <a:pt x="4190" y="124340"/>
                  </a:cubicBezTo>
                  <a:cubicBezTo>
                    <a:pt x="3962" y="124173"/>
                    <a:pt x="3825" y="123838"/>
                    <a:pt x="4038" y="123487"/>
                  </a:cubicBezTo>
                  <a:lnTo>
                    <a:pt x="3764" y="123335"/>
                  </a:lnTo>
                  <a:lnTo>
                    <a:pt x="3764" y="123335"/>
                  </a:lnTo>
                  <a:cubicBezTo>
                    <a:pt x="3459" y="123838"/>
                    <a:pt x="3672" y="124356"/>
                    <a:pt x="3992" y="124599"/>
                  </a:cubicBezTo>
                  <a:cubicBezTo>
                    <a:pt x="4175" y="124736"/>
                    <a:pt x="4373" y="124813"/>
                    <a:pt x="4602" y="124813"/>
                  </a:cubicBezTo>
                  <a:cubicBezTo>
                    <a:pt x="4830" y="124813"/>
                    <a:pt x="5059" y="124736"/>
                    <a:pt x="5272" y="124477"/>
                  </a:cubicBezTo>
                  <a:cubicBezTo>
                    <a:pt x="5455" y="124295"/>
                    <a:pt x="5562" y="124066"/>
                    <a:pt x="5562" y="123792"/>
                  </a:cubicBezTo>
                  <a:cubicBezTo>
                    <a:pt x="5562" y="123533"/>
                    <a:pt x="5455" y="123304"/>
                    <a:pt x="5272" y="123106"/>
                  </a:cubicBezTo>
                  <a:lnTo>
                    <a:pt x="3444" y="121278"/>
                  </a:lnTo>
                  <a:cubicBezTo>
                    <a:pt x="3170" y="121034"/>
                    <a:pt x="3170" y="120623"/>
                    <a:pt x="3444" y="120349"/>
                  </a:cubicBezTo>
                  <a:lnTo>
                    <a:pt x="5272" y="118520"/>
                  </a:lnTo>
                  <a:cubicBezTo>
                    <a:pt x="5455" y="118337"/>
                    <a:pt x="5562" y="118094"/>
                    <a:pt x="5562" y="117835"/>
                  </a:cubicBezTo>
                  <a:cubicBezTo>
                    <a:pt x="5562" y="117576"/>
                    <a:pt x="5455" y="117332"/>
                    <a:pt x="5272" y="117149"/>
                  </a:cubicBezTo>
                  <a:lnTo>
                    <a:pt x="579" y="112456"/>
                  </a:lnTo>
                  <a:cubicBezTo>
                    <a:pt x="320" y="112213"/>
                    <a:pt x="320" y="111801"/>
                    <a:pt x="579" y="111527"/>
                  </a:cubicBezTo>
                  <a:lnTo>
                    <a:pt x="6445" y="105661"/>
                  </a:lnTo>
                  <a:cubicBezTo>
                    <a:pt x="6575" y="105532"/>
                    <a:pt x="6742" y="105467"/>
                    <a:pt x="6912" y="105467"/>
                  </a:cubicBezTo>
                  <a:cubicBezTo>
                    <a:pt x="7081" y="105467"/>
                    <a:pt x="7253" y="105532"/>
                    <a:pt x="7390" y="105661"/>
                  </a:cubicBezTo>
                  <a:lnTo>
                    <a:pt x="12067" y="110354"/>
                  </a:lnTo>
                  <a:cubicBezTo>
                    <a:pt x="12265" y="110537"/>
                    <a:pt x="12494" y="110643"/>
                    <a:pt x="12753" y="110643"/>
                  </a:cubicBezTo>
                  <a:cubicBezTo>
                    <a:pt x="13027" y="110643"/>
                    <a:pt x="13256" y="110537"/>
                    <a:pt x="13439" y="110354"/>
                  </a:cubicBezTo>
                  <a:lnTo>
                    <a:pt x="26831" y="96961"/>
                  </a:lnTo>
                  <a:cubicBezTo>
                    <a:pt x="27014" y="96779"/>
                    <a:pt x="27120" y="96550"/>
                    <a:pt x="27120" y="96276"/>
                  </a:cubicBezTo>
                  <a:lnTo>
                    <a:pt x="27120" y="87469"/>
                  </a:lnTo>
                  <a:cubicBezTo>
                    <a:pt x="27120" y="87287"/>
                    <a:pt x="27166" y="87134"/>
                    <a:pt x="27303" y="86997"/>
                  </a:cubicBezTo>
                  <a:lnTo>
                    <a:pt x="41031" y="73270"/>
                  </a:lnTo>
                  <a:cubicBezTo>
                    <a:pt x="41412" y="72889"/>
                    <a:pt x="41412" y="72279"/>
                    <a:pt x="41031" y="71898"/>
                  </a:cubicBezTo>
                  <a:lnTo>
                    <a:pt x="23571" y="54438"/>
                  </a:lnTo>
                  <a:cubicBezTo>
                    <a:pt x="23312" y="54194"/>
                    <a:pt x="23312" y="53768"/>
                    <a:pt x="23571" y="53509"/>
                  </a:cubicBezTo>
                  <a:lnTo>
                    <a:pt x="37862" y="39217"/>
                  </a:lnTo>
                  <a:cubicBezTo>
                    <a:pt x="37984" y="39095"/>
                    <a:pt x="38155" y="39035"/>
                    <a:pt x="38327" y="39035"/>
                  </a:cubicBezTo>
                  <a:cubicBezTo>
                    <a:pt x="38498" y="39035"/>
                    <a:pt x="38669" y="39095"/>
                    <a:pt x="38791" y="39217"/>
                  </a:cubicBezTo>
                  <a:lnTo>
                    <a:pt x="45373" y="45830"/>
                  </a:lnTo>
                  <a:cubicBezTo>
                    <a:pt x="45571" y="46013"/>
                    <a:pt x="45800" y="46119"/>
                    <a:pt x="46059" y="46119"/>
                  </a:cubicBezTo>
                  <a:cubicBezTo>
                    <a:pt x="46333" y="46119"/>
                    <a:pt x="46562" y="46013"/>
                    <a:pt x="46744" y="45830"/>
                  </a:cubicBezTo>
                  <a:lnTo>
                    <a:pt x="70055" y="22519"/>
                  </a:lnTo>
                  <a:cubicBezTo>
                    <a:pt x="70436" y="22138"/>
                    <a:pt x="70436" y="21528"/>
                    <a:pt x="70055" y="21148"/>
                  </a:cubicBezTo>
                  <a:lnTo>
                    <a:pt x="63473" y="14550"/>
                  </a:lnTo>
                  <a:cubicBezTo>
                    <a:pt x="63199" y="14307"/>
                    <a:pt x="63199" y="13895"/>
                    <a:pt x="63473" y="13621"/>
                  </a:cubicBezTo>
                  <a:lnTo>
                    <a:pt x="76881" y="213"/>
                  </a:lnTo>
                  <a:lnTo>
                    <a:pt x="76668" y="0"/>
                  </a:lnTo>
                  <a:close/>
                </a:path>
              </a:pathLst>
            </a:custGeom>
            <a:gradFill rotWithShape="0">
              <a:gsLst>
                <a:gs pos="0">
                  <a:srgbClr val="EB9109"/>
                </a:gs>
                <a:gs pos="78000">
                  <a:srgbClr val="F5F8FF"/>
                </a:gs>
                <a:gs pos="100000">
                  <a:srgbClr val="F5F8FF"/>
                </a:gs>
              </a:gsLst>
              <a:lin ang="2700000"/>
            </a:gra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8" name="Google Shape;15;p2"/>
            <p:cNvSpPr/>
            <p:nvPr/>
          </p:nvSpPr>
          <p:spPr>
            <a:xfrm>
              <a:off x="-353880" y="-534240"/>
              <a:ext cx="7138440" cy="819000"/>
            </a:xfrm>
            <a:custGeom>
              <a:avLst/>
              <a:gdLst>
                <a:gd name="textAreaLeft" fmla="*/ 0 w 7138440"/>
                <a:gd name="textAreaRight" fmla="*/ 7138800 w 7138440"/>
                <a:gd name="textAreaTop" fmla="*/ 0 h 819000"/>
                <a:gd name="textAreaBottom" fmla="*/ 819360 h 819000"/>
              </a:gdLst>
              <a:ahLst/>
              <a:cxnLst/>
              <a:rect l="textAreaLeft" t="textAreaTop" r="textAreaRight" b="textAreaBottom"/>
              <a:pathLst>
                <a:path w="285545" h="32774">
                  <a:moveTo>
                    <a:pt x="0" y="32774"/>
                  </a:moveTo>
                  <a:lnTo>
                    <a:pt x="188861" y="32774"/>
                  </a:lnTo>
                  <a:lnTo>
                    <a:pt x="221636" y="0"/>
                  </a:lnTo>
                  <a:lnTo>
                    <a:pt x="285545" y="0"/>
                  </a:lnTo>
                </a:path>
              </a:pathLst>
            </a:custGeom>
            <a:noFill/>
            <a:ln w="9525">
              <a:solidFill>
                <a:srgbClr val="0C0A9E"/>
              </a:solidFill>
              <a:round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45000" rIns="90000" bIns="45000" anchor="t">
              <a:noAutofit/>
            </a:bodyPr>
            <a:lstStyle/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9" name="Google Shape;16;p2"/>
            <p:cNvSpPr/>
            <p:nvPr/>
          </p:nvSpPr>
          <p:spPr>
            <a:xfrm rot="5400000">
              <a:off x="958680" y="-1418760"/>
              <a:ext cx="577080" cy="3045240"/>
            </a:xfrm>
            <a:custGeom>
              <a:avLst/>
              <a:gdLst>
                <a:gd name="textAreaLeft" fmla="*/ 0 w 577080"/>
                <a:gd name="textAreaRight" fmla="*/ 577440 w 577080"/>
                <a:gd name="textAreaTop" fmla="*/ 0 h 3045240"/>
                <a:gd name="textAreaBottom" fmla="*/ 3045600 h 3045240"/>
              </a:gdLst>
              <a:ahLst/>
              <a:cxnLst/>
              <a:rect l="textAreaLeft" t="textAreaTop" r="textAreaRight" b="textAreaBottom"/>
              <a:pathLst>
                <a:path w="14079" h="48146">
                  <a:moveTo>
                    <a:pt x="13866" y="0"/>
                  </a:moveTo>
                  <a:lnTo>
                    <a:pt x="5867" y="7999"/>
                  </a:lnTo>
                  <a:lnTo>
                    <a:pt x="5836" y="8045"/>
                  </a:lnTo>
                  <a:lnTo>
                    <a:pt x="5836" y="31737"/>
                  </a:lnTo>
                  <a:lnTo>
                    <a:pt x="1" y="37541"/>
                  </a:lnTo>
                  <a:lnTo>
                    <a:pt x="1" y="48146"/>
                  </a:lnTo>
                  <a:lnTo>
                    <a:pt x="306" y="48146"/>
                  </a:lnTo>
                  <a:lnTo>
                    <a:pt x="306" y="37679"/>
                  </a:lnTo>
                  <a:lnTo>
                    <a:pt x="6141" y="31874"/>
                  </a:lnTo>
                  <a:lnTo>
                    <a:pt x="6141" y="8167"/>
                  </a:lnTo>
                  <a:lnTo>
                    <a:pt x="14079" y="229"/>
                  </a:lnTo>
                  <a:lnTo>
                    <a:pt x="13866" y="0"/>
                  </a:lnTo>
                  <a:close/>
                </a:path>
              </a:pathLst>
            </a:custGeom>
            <a:gradFill rotWithShape="0">
              <a:gsLst>
                <a:gs pos="0">
                  <a:srgbClr val="9900FF">
                    <a:alpha val="47000"/>
                  </a:srgbClr>
                </a:gs>
                <a:gs pos="100000">
                  <a:srgbClr val="FFFFFF">
                    <a:alpha val="0"/>
                  </a:srgbClr>
                </a:gs>
              </a:gsLst>
              <a:lin ang="10800000"/>
            </a:gra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0" name="Google Shape;17;p2"/>
            <p:cNvSpPr/>
            <p:nvPr/>
          </p:nvSpPr>
          <p:spPr>
            <a:xfrm rot="5400000">
              <a:off x="502200" y="-954360"/>
              <a:ext cx="686880" cy="2730960"/>
            </a:xfrm>
            <a:custGeom>
              <a:avLst/>
              <a:gdLst>
                <a:gd name="textAreaLeft" fmla="*/ 0 w 686880"/>
                <a:gd name="textAreaRight" fmla="*/ 687240 w 686880"/>
                <a:gd name="textAreaTop" fmla="*/ 0 h 2730960"/>
                <a:gd name="textAreaBottom" fmla="*/ 2731320 h 2730960"/>
              </a:gdLst>
              <a:ahLst/>
              <a:cxnLst/>
              <a:rect l="textAreaLeft" t="textAreaTop" r="textAreaRight" b="textAreaBottom"/>
              <a:pathLst>
                <a:path w="16760" h="43180">
                  <a:moveTo>
                    <a:pt x="16531" y="1"/>
                  </a:moveTo>
                  <a:lnTo>
                    <a:pt x="4403" y="12159"/>
                  </a:lnTo>
                  <a:lnTo>
                    <a:pt x="4342" y="12190"/>
                  </a:lnTo>
                  <a:lnTo>
                    <a:pt x="4342" y="25734"/>
                  </a:lnTo>
                  <a:lnTo>
                    <a:pt x="0" y="30077"/>
                  </a:lnTo>
                  <a:lnTo>
                    <a:pt x="8746" y="38822"/>
                  </a:lnTo>
                  <a:lnTo>
                    <a:pt x="8746" y="43180"/>
                  </a:lnTo>
                  <a:lnTo>
                    <a:pt x="9066" y="43180"/>
                  </a:lnTo>
                  <a:lnTo>
                    <a:pt x="9066" y="38700"/>
                  </a:lnTo>
                  <a:lnTo>
                    <a:pt x="442" y="30077"/>
                  </a:lnTo>
                  <a:lnTo>
                    <a:pt x="4662" y="25872"/>
                  </a:lnTo>
                  <a:lnTo>
                    <a:pt x="4662" y="12327"/>
                  </a:lnTo>
                  <a:lnTo>
                    <a:pt x="16760" y="230"/>
                  </a:lnTo>
                  <a:lnTo>
                    <a:pt x="16531" y="1"/>
                  </a:lnTo>
                  <a:close/>
                </a:path>
              </a:pathLst>
            </a:custGeom>
            <a:gradFill rotWithShape="0">
              <a:gsLst>
                <a:gs pos="0">
                  <a:srgbClr val="9900FF">
                    <a:alpha val="47000"/>
                  </a:srgbClr>
                </a:gs>
                <a:gs pos="100000">
                  <a:srgbClr val="FFFFFF">
                    <a:alpha val="0"/>
                  </a:srgbClr>
                </a:gs>
              </a:gsLst>
              <a:lin ang="10800000"/>
            </a:gra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grpSp>
          <p:nvGrpSpPr>
            <p:cNvPr id="11" name="Google Shape;18;p2"/>
            <p:cNvGrpSpPr/>
            <p:nvPr/>
          </p:nvGrpSpPr>
          <p:grpSpPr>
            <a:xfrm>
              <a:off x="4294080" y="218160"/>
              <a:ext cx="133560" cy="133560"/>
              <a:chOff x="4294080" y="218160"/>
              <a:chExt cx="133560" cy="133560"/>
            </a:xfrm>
          </p:grpSpPr>
          <p:sp>
            <p:nvSpPr>
              <p:cNvPr id="12" name="Google Shape;19;p2"/>
              <p:cNvSpPr/>
              <p:nvPr/>
            </p:nvSpPr>
            <p:spPr>
              <a:xfrm flipH="1">
                <a:off x="4293720" y="218160"/>
                <a:ext cx="133560" cy="133560"/>
              </a:xfrm>
              <a:custGeom>
                <a:avLst/>
                <a:gdLst>
                  <a:gd name="textAreaLeft" fmla="*/ -360 w 133560"/>
                  <a:gd name="textAreaRight" fmla="*/ 133560 w 133560"/>
                  <a:gd name="textAreaTop" fmla="*/ 0 h 133560"/>
                  <a:gd name="textAreaBottom" fmla="*/ 133920 h 133560"/>
                </a:gdLst>
                <a:ahLst/>
                <a:cxnLst/>
                <a:rect l="textAreaLeft" t="textAreaTop" r="textAreaRight" b="textAreaBottom"/>
                <a:pathLst>
                  <a:path w="17568" h="17564">
                    <a:moveTo>
                      <a:pt x="8792" y="1291"/>
                    </a:moveTo>
                    <a:cubicBezTo>
                      <a:pt x="10711" y="1291"/>
                      <a:pt x="12631" y="2008"/>
                      <a:pt x="14094" y="3501"/>
                    </a:cubicBezTo>
                    <a:cubicBezTo>
                      <a:pt x="15526" y="4902"/>
                      <a:pt x="16303" y="6807"/>
                      <a:pt x="16303" y="8803"/>
                    </a:cubicBezTo>
                    <a:cubicBezTo>
                      <a:pt x="16303" y="10814"/>
                      <a:pt x="15526" y="12688"/>
                      <a:pt x="14094" y="14120"/>
                    </a:cubicBezTo>
                    <a:cubicBezTo>
                      <a:pt x="12692" y="15552"/>
                      <a:pt x="10788" y="16329"/>
                      <a:pt x="8792" y="16329"/>
                    </a:cubicBezTo>
                    <a:cubicBezTo>
                      <a:pt x="6780" y="16329"/>
                      <a:pt x="4906" y="15552"/>
                      <a:pt x="3474" y="14120"/>
                    </a:cubicBezTo>
                    <a:cubicBezTo>
                      <a:pt x="2042" y="12718"/>
                      <a:pt x="1265" y="10814"/>
                      <a:pt x="1265" y="8803"/>
                    </a:cubicBezTo>
                    <a:cubicBezTo>
                      <a:pt x="1265" y="6807"/>
                      <a:pt x="2042" y="4918"/>
                      <a:pt x="3474" y="3501"/>
                    </a:cubicBezTo>
                    <a:cubicBezTo>
                      <a:pt x="4937" y="2023"/>
                      <a:pt x="6857" y="1291"/>
                      <a:pt x="8792" y="1291"/>
                    </a:cubicBezTo>
                    <a:close/>
                    <a:moveTo>
                      <a:pt x="8784" y="0"/>
                    </a:moveTo>
                    <a:cubicBezTo>
                      <a:pt x="6537" y="0"/>
                      <a:pt x="4289" y="857"/>
                      <a:pt x="2575" y="2571"/>
                    </a:cubicBezTo>
                    <a:cubicBezTo>
                      <a:pt x="915" y="4232"/>
                      <a:pt x="1" y="6441"/>
                      <a:pt x="1" y="8788"/>
                    </a:cubicBezTo>
                    <a:cubicBezTo>
                      <a:pt x="1" y="11134"/>
                      <a:pt x="915" y="13343"/>
                      <a:pt x="2575" y="15004"/>
                    </a:cubicBezTo>
                    <a:cubicBezTo>
                      <a:pt x="4236" y="16649"/>
                      <a:pt x="6445" y="17563"/>
                      <a:pt x="8792" y="17563"/>
                    </a:cubicBezTo>
                    <a:cubicBezTo>
                      <a:pt x="11123" y="17563"/>
                      <a:pt x="13332" y="16649"/>
                      <a:pt x="14993" y="15004"/>
                    </a:cubicBezTo>
                    <a:cubicBezTo>
                      <a:pt x="16653" y="13343"/>
                      <a:pt x="17568" y="11134"/>
                      <a:pt x="17568" y="8788"/>
                    </a:cubicBezTo>
                    <a:cubicBezTo>
                      <a:pt x="17568" y="6441"/>
                      <a:pt x="16653" y="4232"/>
                      <a:pt x="14993" y="2571"/>
                    </a:cubicBezTo>
                    <a:cubicBezTo>
                      <a:pt x="13279" y="857"/>
                      <a:pt x="11031" y="0"/>
                      <a:pt x="8784" y="0"/>
                    </a:cubicBezTo>
                    <a:close/>
                  </a:path>
                </a:pathLst>
              </a:custGeom>
              <a:gradFill rotWithShape="0">
                <a:gsLst>
                  <a:gs pos="0">
                    <a:srgbClr val="EB9109"/>
                  </a:gs>
                  <a:gs pos="78000">
                    <a:srgbClr val="F5F8FF"/>
                  </a:gs>
                  <a:gs pos="100000">
                    <a:srgbClr val="F5F8FF"/>
                  </a:gs>
                </a:gsLst>
                <a:lin ang="108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tIns="66960" bIns="66960" anchor="ctr">
                <a:noAutofit/>
              </a:bodyPr>
              <a:lstStyle/>
              <a:p>
                <a:pPr defTabSz="914400">
                  <a:lnSpc>
                    <a:spcPct val="100000"/>
                  </a:lnSpc>
                  <a:tabLst>
                    <a:tab pos="0" algn="l"/>
                  </a:tabLst>
                </a:pPr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OpenSymbol"/>
                </a:endParaRPr>
              </a:p>
            </p:txBody>
          </p:sp>
          <p:sp>
            <p:nvSpPr>
              <p:cNvPr id="13" name="Google Shape;20;p2"/>
              <p:cNvSpPr/>
              <p:nvPr/>
            </p:nvSpPr>
            <p:spPr>
              <a:xfrm flipH="1">
                <a:off x="4321440" y="248760"/>
                <a:ext cx="79920" cy="72720"/>
              </a:xfrm>
              <a:custGeom>
                <a:avLst/>
                <a:gdLst>
                  <a:gd name="textAreaLeft" fmla="*/ 360 w 79920"/>
                  <a:gd name="textAreaRight" fmla="*/ 80640 w 79920"/>
                  <a:gd name="textAreaTop" fmla="*/ 0 h 72720"/>
                  <a:gd name="textAreaBottom" fmla="*/ 73080 h 72720"/>
                </a:gdLst>
                <a:ahLst/>
                <a:cxnLst/>
                <a:rect l="textAreaLeft" t="textAreaTop" r="textAreaRight" b="textAreaBottom"/>
                <a:pathLst>
                  <a:path w="10514" h="9588">
                    <a:moveTo>
                      <a:pt x="5257" y="1269"/>
                    </a:moveTo>
                    <a:cubicBezTo>
                      <a:pt x="6171" y="1269"/>
                      <a:pt x="7054" y="1604"/>
                      <a:pt x="7771" y="2290"/>
                    </a:cubicBezTo>
                    <a:cubicBezTo>
                      <a:pt x="9127" y="3692"/>
                      <a:pt x="9127" y="5931"/>
                      <a:pt x="7771" y="7302"/>
                    </a:cubicBezTo>
                    <a:cubicBezTo>
                      <a:pt x="7070" y="7988"/>
                      <a:pt x="6159" y="8331"/>
                      <a:pt x="5253" y="8331"/>
                    </a:cubicBezTo>
                    <a:cubicBezTo>
                      <a:pt x="4346" y="8331"/>
                      <a:pt x="3444" y="7988"/>
                      <a:pt x="2758" y="7302"/>
                    </a:cubicBezTo>
                    <a:cubicBezTo>
                      <a:pt x="1387" y="5916"/>
                      <a:pt x="1387" y="3661"/>
                      <a:pt x="2758" y="2290"/>
                    </a:cubicBezTo>
                    <a:cubicBezTo>
                      <a:pt x="3444" y="1604"/>
                      <a:pt x="4342" y="1269"/>
                      <a:pt x="5257" y="1269"/>
                    </a:cubicBezTo>
                    <a:close/>
                    <a:moveTo>
                      <a:pt x="5255" y="1"/>
                    </a:moveTo>
                    <a:cubicBezTo>
                      <a:pt x="4026" y="1"/>
                      <a:pt x="2796" y="469"/>
                      <a:pt x="1859" y="1406"/>
                    </a:cubicBezTo>
                    <a:cubicBezTo>
                      <a:pt x="0" y="3265"/>
                      <a:pt x="0" y="6312"/>
                      <a:pt x="1859" y="8186"/>
                    </a:cubicBezTo>
                    <a:cubicBezTo>
                      <a:pt x="2788" y="9116"/>
                      <a:pt x="4038" y="9588"/>
                      <a:pt x="5257" y="9588"/>
                    </a:cubicBezTo>
                    <a:cubicBezTo>
                      <a:pt x="6491" y="9588"/>
                      <a:pt x="7710" y="9131"/>
                      <a:pt x="8639" y="8186"/>
                    </a:cubicBezTo>
                    <a:cubicBezTo>
                      <a:pt x="10513" y="6312"/>
                      <a:pt x="10513" y="3265"/>
                      <a:pt x="8639" y="1406"/>
                    </a:cubicBezTo>
                    <a:cubicBezTo>
                      <a:pt x="7710" y="469"/>
                      <a:pt x="6483" y="1"/>
                      <a:pt x="5255" y="1"/>
                    </a:cubicBezTo>
                    <a:close/>
                  </a:path>
                </a:pathLst>
              </a:custGeom>
              <a:gradFill rotWithShape="0">
                <a:gsLst>
                  <a:gs pos="0">
                    <a:srgbClr val="EB9109"/>
                  </a:gs>
                  <a:gs pos="78000">
                    <a:srgbClr val="F5F8FF"/>
                  </a:gs>
                  <a:gs pos="100000">
                    <a:srgbClr val="F5F8FF"/>
                  </a:gs>
                </a:gsLst>
                <a:lin ang="108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tIns="36360" bIns="36360" anchor="ctr">
                <a:noAutofit/>
              </a:bodyPr>
              <a:lstStyle/>
              <a:p>
                <a:pPr defTabSz="914400">
                  <a:lnSpc>
                    <a:spcPct val="100000"/>
                  </a:lnSpc>
                  <a:tabLst>
                    <a:tab pos="0" algn="l"/>
                  </a:tabLst>
                </a:pPr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OpenSymbol"/>
                </a:endParaRPr>
              </a:p>
            </p:txBody>
          </p:sp>
        </p:grpSp>
        <p:grpSp>
          <p:nvGrpSpPr>
            <p:cNvPr id="14" name="Google Shape;21;p2"/>
            <p:cNvGrpSpPr/>
            <p:nvPr/>
          </p:nvGrpSpPr>
          <p:grpSpPr>
            <a:xfrm>
              <a:off x="1220760" y="521640"/>
              <a:ext cx="133560" cy="133560"/>
              <a:chOff x="1220760" y="521640"/>
              <a:chExt cx="133560" cy="133560"/>
            </a:xfrm>
          </p:grpSpPr>
          <p:sp>
            <p:nvSpPr>
              <p:cNvPr id="15" name="Google Shape;22;p2"/>
              <p:cNvSpPr/>
              <p:nvPr/>
            </p:nvSpPr>
            <p:spPr>
              <a:xfrm flipH="1">
                <a:off x="1220400" y="521640"/>
                <a:ext cx="133560" cy="133560"/>
              </a:xfrm>
              <a:custGeom>
                <a:avLst/>
                <a:gdLst>
                  <a:gd name="textAreaLeft" fmla="*/ -360 w 133560"/>
                  <a:gd name="textAreaRight" fmla="*/ 133560 w 133560"/>
                  <a:gd name="textAreaTop" fmla="*/ 0 h 133560"/>
                  <a:gd name="textAreaBottom" fmla="*/ 133920 h 133560"/>
                </a:gdLst>
                <a:ahLst/>
                <a:cxnLst/>
                <a:rect l="textAreaLeft" t="textAreaTop" r="textAreaRight" b="textAreaBottom"/>
                <a:pathLst>
                  <a:path w="17568" h="17564">
                    <a:moveTo>
                      <a:pt x="8792" y="1291"/>
                    </a:moveTo>
                    <a:cubicBezTo>
                      <a:pt x="10711" y="1291"/>
                      <a:pt x="12631" y="2008"/>
                      <a:pt x="14094" y="3501"/>
                    </a:cubicBezTo>
                    <a:cubicBezTo>
                      <a:pt x="15526" y="4902"/>
                      <a:pt x="16303" y="6807"/>
                      <a:pt x="16303" y="8803"/>
                    </a:cubicBezTo>
                    <a:cubicBezTo>
                      <a:pt x="16303" y="10814"/>
                      <a:pt x="15526" y="12688"/>
                      <a:pt x="14094" y="14120"/>
                    </a:cubicBezTo>
                    <a:cubicBezTo>
                      <a:pt x="12692" y="15552"/>
                      <a:pt x="10788" y="16329"/>
                      <a:pt x="8792" y="16329"/>
                    </a:cubicBezTo>
                    <a:cubicBezTo>
                      <a:pt x="6780" y="16329"/>
                      <a:pt x="4906" y="15552"/>
                      <a:pt x="3474" y="14120"/>
                    </a:cubicBezTo>
                    <a:cubicBezTo>
                      <a:pt x="2042" y="12718"/>
                      <a:pt x="1265" y="10814"/>
                      <a:pt x="1265" y="8803"/>
                    </a:cubicBezTo>
                    <a:cubicBezTo>
                      <a:pt x="1265" y="6807"/>
                      <a:pt x="2042" y="4918"/>
                      <a:pt x="3474" y="3501"/>
                    </a:cubicBezTo>
                    <a:cubicBezTo>
                      <a:pt x="4937" y="2023"/>
                      <a:pt x="6857" y="1291"/>
                      <a:pt x="8792" y="1291"/>
                    </a:cubicBezTo>
                    <a:close/>
                    <a:moveTo>
                      <a:pt x="8784" y="0"/>
                    </a:moveTo>
                    <a:cubicBezTo>
                      <a:pt x="6537" y="0"/>
                      <a:pt x="4289" y="857"/>
                      <a:pt x="2575" y="2571"/>
                    </a:cubicBezTo>
                    <a:cubicBezTo>
                      <a:pt x="915" y="4232"/>
                      <a:pt x="1" y="6441"/>
                      <a:pt x="1" y="8788"/>
                    </a:cubicBezTo>
                    <a:cubicBezTo>
                      <a:pt x="1" y="11134"/>
                      <a:pt x="915" y="13343"/>
                      <a:pt x="2575" y="15004"/>
                    </a:cubicBezTo>
                    <a:cubicBezTo>
                      <a:pt x="4236" y="16649"/>
                      <a:pt x="6445" y="17563"/>
                      <a:pt x="8792" y="17563"/>
                    </a:cubicBezTo>
                    <a:cubicBezTo>
                      <a:pt x="11123" y="17563"/>
                      <a:pt x="13332" y="16649"/>
                      <a:pt x="14993" y="15004"/>
                    </a:cubicBezTo>
                    <a:cubicBezTo>
                      <a:pt x="16653" y="13343"/>
                      <a:pt x="17568" y="11134"/>
                      <a:pt x="17568" y="8788"/>
                    </a:cubicBezTo>
                    <a:cubicBezTo>
                      <a:pt x="17568" y="6441"/>
                      <a:pt x="16653" y="4232"/>
                      <a:pt x="14993" y="2571"/>
                    </a:cubicBezTo>
                    <a:cubicBezTo>
                      <a:pt x="13279" y="857"/>
                      <a:pt x="11031" y="0"/>
                      <a:pt x="8784" y="0"/>
                    </a:cubicBezTo>
                    <a:close/>
                  </a:path>
                </a:pathLst>
              </a:custGeom>
              <a:gradFill rotWithShape="0">
                <a:gsLst>
                  <a:gs pos="0">
                    <a:srgbClr val="EB9109"/>
                  </a:gs>
                  <a:gs pos="78000">
                    <a:srgbClr val="F5F8FF"/>
                  </a:gs>
                  <a:gs pos="100000">
                    <a:srgbClr val="F5F8FF"/>
                  </a:gs>
                </a:gsLst>
                <a:lin ang="108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tIns="66960" bIns="66960" anchor="ctr">
                <a:noAutofit/>
              </a:bodyPr>
              <a:lstStyle/>
              <a:p>
                <a:pPr defTabSz="914400">
                  <a:lnSpc>
                    <a:spcPct val="100000"/>
                  </a:lnSpc>
                  <a:tabLst>
                    <a:tab pos="0" algn="l"/>
                  </a:tabLst>
                </a:pPr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OpenSymbol"/>
                </a:endParaRPr>
              </a:p>
            </p:txBody>
          </p:sp>
          <p:sp>
            <p:nvSpPr>
              <p:cNvPr id="16" name="Google Shape;23;p2"/>
              <p:cNvSpPr/>
              <p:nvPr/>
            </p:nvSpPr>
            <p:spPr>
              <a:xfrm flipH="1">
                <a:off x="1248120" y="551880"/>
                <a:ext cx="79920" cy="72720"/>
              </a:xfrm>
              <a:custGeom>
                <a:avLst/>
                <a:gdLst>
                  <a:gd name="textAreaLeft" fmla="*/ 360 w 79920"/>
                  <a:gd name="textAreaRight" fmla="*/ 80640 w 79920"/>
                  <a:gd name="textAreaTop" fmla="*/ 0 h 72720"/>
                  <a:gd name="textAreaBottom" fmla="*/ 73080 h 72720"/>
                </a:gdLst>
                <a:ahLst/>
                <a:cxnLst/>
                <a:rect l="textAreaLeft" t="textAreaTop" r="textAreaRight" b="textAreaBottom"/>
                <a:pathLst>
                  <a:path w="10514" h="9588">
                    <a:moveTo>
                      <a:pt x="5257" y="1269"/>
                    </a:moveTo>
                    <a:cubicBezTo>
                      <a:pt x="6171" y="1269"/>
                      <a:pt x="7054" y="1604"/>
                      <a:pt x="7771" y="2290"/>
                    </a:cubicBezTo>
                    <a:cubicBezTo>
                      <a:pt x="9127" y="3692"/>
                      <a:pt x="9127" y="5931"/>
                      <a:pt x="7771" y="7302"/>
                    </a:cubicBezTo>
                    <a:cubicBezTo>
                      <a:pt x="7070" y="7988"/>
                      <a:pt x="6159" y="8331"/>
                      <a:pt x="5253" y="8331"/>
                    </a:cubicBezTo>
                    <a:cubicBezTo>
                      <a:pt x="4346" y="8331"/>
                      <a:pt x="3444" y="7988"/>
                      <a:pt x="2758" y="7302"/>
                    </a:cubicBezTo>
                    <a:cubicBezTo>
                      <a:pt x="1387" y="5916"/>
                      <a:pt x="1387" y="3661"/>
                      <a:pt x="2758" y="2290"/>
                    </a:cubicBezTo>
                    <a:cubicBezTo>
                      <a:pt x="3444" y="1604"/>
                      <a:pt x="4342" y="1269"/>
                      <a:pt x="5257" y="1269"/>
                    </a:cubicBezTo>
                    <a:close/>
                    <a:moveTo>
                      <a:pt x="5255" y="1"/>
                    </a:moveTo>
                    <a:cubicBezTo>
                      <a:pt x="4026" y="1"/>
                      <a:pt x="2796" y="469"/>
                      <a:pt x="1859" y="1406"/>
                    </a:cubicBezTo>
                    <a:cubicBezTo>
                      <a:pt x="0" y="3265"/>
                      <a:pt x="0" y="6312"/>
                      <a:pt x="1859" y="8186"/>
                    </a:cubicBezTo>
                    <a:cubicBezTo>
                      <a:pt x="2788" y="9116"/>
                      <a:pt x="4038" y="9588"/>
                      <a:pt x="5257" y="9588"/>
                    </a:cubicBezTo>
                    <a:cubicBezTo>
                      <a:pt x="6491" y="9588"/>
                      <a:pt x="7710" y="9131"/>
                      <a:pt x="8639" y="8186"/>
                    </a:cubicBezTo>
                    <a:cubicBezTo>
                      <a:pt x="10513" y="6312"/>
                      <a:pt x="10513" y="3265"/>
                      <a:pt x="8639" y="1406"/>
                    </a:cubicBezTo>
                    <a:cubicBezTo>
                      <a:pt x="7710" y="469"/>
                      <a:pt x="6483" y="1"/>
                      <a:pt x="5255" y="1"/>
                    </a:cubicBezTo>
                    <a:close/>
                  </a:path>
                </a:pathLst>
              </a:custGeom>
              <a:gradFill rotWithShape="0">
                <a:gsLst>
                  <a:gs pos="0">
                    <a:srgbClr val="EB9109"/>
                  </a:gs>
                  <a:gs pos="78000">
                    <a:srgbClr val="F5F8FF"/>
                  </a:gs>
                  <a:gs pos="100000">
                    <a:srgbClr val="F5F8FF"/>
                  </a:gs>
                </a:gsLst>
                <a:lin ang="108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tIns="36360" bIns="36360" anchor="ctr">
                <a:noAutofit/>
              </a:bodyPr>
              <a:lstStyle/>
              <a:p>
                <a:pPr defTabSz="914400">
                  <a:lnSpc>
                    <a:spcPct val="100000"/>
                  </a:lnSpc>
                  <a:tabLst>
                    <a:tab pos="0" algn="l"/>
                  </a:tabLst>
                </a:pPr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OpenSymbol"/>
                </a:endParaRPr>
              </a:p>
            </p:txBody>
          </p:sp>
        </p:grpSp>
        <p:grpSp>
          <p:nvGrpSpPr>
            <p:cNvPr id="17" name="Google Shape;24;p2"/>
            <p:cNvGrpSpPr/>
            <p:nvPr/>
          </p:nvGrpSpPr>
          <p:grpSpPr>
            <a:xfrm>
              <a:off x="934200" y="784440"/>
              <a:ext cx="133560" cy="133560"/>
              <a:chOff x="934200" y="784440"/>
              <a:chExt cx="133560" cy="133560"/>
            </a:xfrm>
          </p:grpSpPr>
          <p:sp>
            <p:nvSpPr>
              <p:cNvPr id="18" name="Google Shape;25;p2"/>
              <p:cNvSpPr/>
              <p:nvPr/>
            </p:nvSpPr>
            <p:spPr>
              <a:xfrm flipH="1">
                <a:off x="933840" y="784440"/>
                <a:ext cx="133560" cy="133560"/>
              </a:xfrm>
              <a:custGeom>
                <a:avLst/>
                <a:gdLst>
                  <a:gd name="textAreaLeft" fmla="*/ -360 w 133560"/>
                  <a:gd name="textAreaRight" fmla="*/ 133560 w 133560"/>
                  <a:gd name="textAreaTop" fmla="*/ 0 h 133560"/>
                  <a:gd name="textAreaBottom" fmla="*/ 133920 h 133560"/>
                </a:gdLst>
                <a:ahLst/>
                <a:cxnLst/>
                <a:rect l="textAreaLeft" t="textAreaTop" r="textAreaRight" b="textAreaBottom"/>
                <a:pathLst>
                  <a:path w="17568" h="17564">
                    <a:moveTo>
                      <a:pt x="8792" y="1291"/>
                    </a:moveTo>
                    <a:cubicBezTo>
                      <a:pt x="10711" y="1291"/>
                      <a:pt x="12631" y="2008"/>
                      <a:pt x="14094" y="3501"/>
                    </a:cubicBezTo>
                    <a:cubicBezTo>
                      <a:pt x="15526" y="4902"/>
                      <a:pt x="16303" y="6807"/>
                      <a:pt x="16303" y="8803"/>
                    </a:cubicBezTo>
                    <a:cubicBezTo>
                      <a:pt x="16303" y="10814"/>
                      <a:pt x="15526" y="12688"/>
                      <a:pt x="14094" y="14120"/>
                    </a:cubicBezTo>
                    <a:cubicBezTo>
                      <a:pt x="12692" y="15552"/>
                      <a:pt x="10788" y="16329"/>
                      <a:pt x="8792" y="16329"/>
                    </a:cubicBezTo>
                    <a:cubicBezTo>
                      <a:pt x="6780" y="16329"/>
                      <a:pt x="4906" y="15552"/>
                      <a:pt x="3474" y="14120"/>
                    </a:cubicBezTo>
                    <a:cubicBezTo>
                      <a:pt x="2042" y="12718"/>
                      <a:pt x="1265" y="10814"/>
                      <a:pt x="1265" y="8803"/>
                    </a:cubicBezTo>
                    <a:cubicBezTo>
                      <a:pt x="1265" y="6807"/>
                      <a:pt x="2042" y="4918"/>
                      <a:pt x="3474" y="3501"/>
                    </a:cubicBezTo>
                    <a:cubicBezTo>
                      <a:pt x="4937" y="2023"/>
                      <a:pt x="6857" y="1291"/>
                      <a:pt x="8792" y="1291"/>
                    </a:cubicBezTo>
                    <a:close/>
                    <a:moveTo>
                      <a:pt x="8784" y="0"/>
                    </a:moveTo>
                    <a:cubicBezTo>
                      <a:pt x="6537" y="0"/>
                      <a:pt x="4289" y="857"/>
                      <a:pt x="2575" y="2571"/>
                    </a:cubicBezTo>
                    <a:cubicBezTo>
                      <a:pt x="915" y="4232"/>
                      <a:pt x="1" y="6441"/>
                      <a:pt x="1" y="8788"/>
                    </a:cubicBezTo>
                    <a:cubicBezTo>
                      <a:pt x="1" y="11134"/>
                      <a:pt x="915" y="13343"/>
                      <a:pt x="2575" y="15004"/>
                    </a:cubicBezTo>
                    <a:cubicBezTo>
                      <a:pt x="4236" y="16649"/>
                      <a:pt x="6445" y="17563"/>
                      <a:pt x="8792" y="17563"/>
                    </a:cubicBezTo>
                    <a:cubicBezTo>
                      <a:pt x="11123" y="17563"/>
                      <a:pt x="13332" y="16649"/>
                      <a:pt x="14993" y="15004"/>
                    </a:cubicBezTo>
                    <a:cubicBezTo>
                      <a:pt x="16653" y="13343"/>
                      <a:pt x="17568" y="11134"/>
                      <a:pt x="17568" y="8788"/>
                    </a:cubicBezTo>
                    <a:cubicBezTo>
                      <a:pt x="17568" y="6441"/>
                      <a:pt x="16653" y="4232"/>
                      <a:pt x="14993" y="2571"/>
                    </a:cubicBezTo>
                    <a:cubicBezTo>
                      <a:pt x="13279" y="857"/>
                      <a:pt x="11031" y="0"/>
                      <a:pt x="8784" y="0"/>
                    </a:cubicBezTo>
                    <a:close/>
                  </a:path>
                </a:pathLst>
              </a:custGeom>
              <a:gradFill rotWithShape="0">
                <a:gsLst>
                  <a:gs pos="0">
                    <a:srgbClr val="EB9109"/>
                  </a:gs>
                  <a:gs pos="78000">
                    <a:srgbClr val="F5F8FF"/>
                  </a:gs>
                  <a:gs pos="100000">
                    <a:srgbClr val="F5F8FF"/>
                  </a:gs>
                </a:gsLst>
                <a:lin ang="108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tIns="66960" bIns="66960" anchor="ctr">
                <a:noAutofit/>
              </a:bodyPr>
              <a:lstStyle/>
              <a:p>
                <a:pPr defTabSz="914400">
                  <a:lnSpc>
                    <a:spcPct val="100000"/>
                  </a:lnSpc>
                  <a:tabLst>
                    <a:tab pos="0" algn="l"/>
                  </a:tabLst>
                </a:pPr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OpenSymbol"/>
                </a:endParaRPr>
              </a:p>
            </p:txBody>
          </p:sp>
          <p:sp>
            <p:nvSpPr>
              <p:cNvPr id="19" name="Google Shape;26;p2"/>
              <p:cNvSpPr/>
              <p:nvPr/>
            </p:nvSpPr>
            <p:spPr>
              <a:xfrm flipH="1">
                <a:off x="961200" y="815040"/>
                <a:ext cx="79920" cy="72720"/>
              </a:xfrm>
              <a:custGeom>
                <a:avLst/>
                <a:gdLst>
                  <a:gd name="textAreaLeft" fmla="*/ 360 w 79920"/>
                  <a:gd name="textAreaRight" fmla="*/ 80640 w 79920"/>
                  <a:gd name="textAreaTop" fmla="*/ 0 h 72720"/>
                  <a:gd name="textAreaBottom" fmla="*/ 73080 h 72720"/>
                </a:gdLst>
                <a:ahLst/>
                <a:cxnLst/>
                <a:rect l="textAreaLeft" t="textAreaTop" r="textAreaRight" b="textAreaBottom"/>
                <a:pathLst>
                  <a:path w="10514" h="9588">
                    <a:moveTo>
                      <a:pt x="5257" y="1269"/>
                    </a:moveTo>
                    <a:cubicBezTo>
                      <a:pt x="6171" y="1269"/>
                      <a:pt x="7054" y="1604"/>
                      <a:pt x="7771" y="2290"/>
                    </a:cubicBezTo>
                    <a:cubicBezTo>
                      <a:pt x="9127" y="3692"/>
                      <a:pt x="9127" y="5931"/>
                      <a:pt x="7771" y="7302"/>
                    </a:cubicBezTo>
                    <a:cubicBezTo>
                      <a:pt x="7070" y="7988"/>
                      <a:pt x="6159" y="8331"/>
                      <a:pt x="5253" y="8331"/>
                    </a:cubicBezTo>
                    <a:cubicBezTo>
                      <a:pt x="4346" y="8331"/>
                      <a:pt x="3444" y="7988"/>
                      <a:pt x="2758" y="7302"/>
                    </a:cubicBezTo>
                    <a:cubicBezTo>
                      <a:pt x="1387" y="5916"/>
                      <a:pt x="1387" y="3661"/>
                      <a:pt x="2758" y="2290"/>
                    </a:cubicBezTo>
                    <a:cubicBezTo>
                      <a:pt x="3444" y="1604"/>
                      <a:pt x="4342" y="1269"/>
                      <a:pt x="5257" y="1269"/>
                    </a:cubicBezTo>
                    <a:close/>
                    <a:moveTo>
                      <a:pt x="5255" y="1"/>
                    </a:moveTo>
                    <a:cubicBezTo>
                      <a:pt x="4026" y="1"/>
                      <a:pt x="2796" y="469"/>
                      <a:pt x="1859" y="1406"/>
                    </a:cubicBezTo>
                    <a:cubicBezTo>
                      <a:pt x="0" y="3265"/>
                      <a:pt x="0" y="6312"/>
                      <a:pt x="1859" y="8186"/>
                    </a:cubicBezTo>
                    <a:cubicBezTo>
                      <a:pt x="2788" y="9116"/>
                      <a:pt x="4038" y="9588"/>
                      <a:pt x="5257" y="9588"/>
                    </a:cubicBezTo>
                    <a:cubicBezTo>
                      <a:pt x="6491" y="9588"/>
                      <a:pt x="7710" y="9131"/>
                      <a:pt x="8639" y="8186"/>
                    </a:cubicBezTo>
                    <a:cubicBezTo>
                      <a:pt x="10513" y="6312"/>
                      <a:pt x="10513" y="3265"/>
                      <a:pt x="8639" y="1406"/>
                    </a:cubicBezTo>
                    <a:cubicBezTo>
                      <a:pt x="7710" y="469"/>
                      <a:pt x="6483" y="1"/>
                      <a:pt x="5255" y="1"/>
                    </a:cubicBezTo>
                    <a:close/>
                  </a:path>
                </a:pathLst>
              </a:custGeom>
              <a:gradFill rotWithShape="0">
                <a:gsLst>
                  <a:gs pos="0">
                    <a:srgbClr val="EB9109"/>
                  </a:gs>
                  <a:gs pos="78000">
                    <a:srgbClr val="F5F8FF"/>
                  </a:gs>
                  <a:gs pos="100000">
                    <a:srgbClr val="F5F8FF"/>
                  </a:gs>
                </a:gsLst>
                <a:lin ang="108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tIns="36360" bIns="36360" anchor="ctr">
                <a:noAutofit/>
              </a:bodyPr>
              <a:lstStyle/>
              <a:p>
                <a:pPr defTabSz="914400">
                  <a:lnSpc>
                    <a:spcPct val="100000"/>
                  </a:lnSpc>
                  <a:tabLst>
                    <a:tab pos="0" algn="l"/>
                  </a:tabLst>
                </a:pPr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OpenSymbol"/>
                </a:endParaRPr>
              </a:p>
            </p:txBody>
          </p:sp>
        </p:grpSp>
        <p:grpSp>
          <p:nvGrpSpPr>
            <p:cNvPr id="20" name="Google Shape;27;p2"/>
            <p:cNvGrpSpPr/>
            <p:nvPr/>
          </p:nvGrpSpPr>
          <p:grpSpPr>
            <a:xfrm>
              <a:off x="124920" y="784440"/>
              <a:ext cx="133560" cy="133560"/>
              <a:chOff x="124920" y="784440"/>
              <a:chExt cx="133560" cy="133560"/>
            </a:xfrm>
          </p:grpSpPr>
          <p:sp>
            <p:nvSpPr>
              <p:cNvPr id="21" name="Google Shape;28;p2"/>
              <p:cNvSpPr/>
              <p:nvPr/>
            </p:nvSpPr>
            <p:spPr>
              <a:xfrm flipH="1">
                <a:off x="124560" y="784440"/>
                <a:ext cx="133560" cy="133560"/>
              </a:xfrm>
              <a:custGeom>
                <a:avLst/>
                <a:gdLst>
                  <a:gd name="textAreaLeft" fmla="*/ -360 w 133560"/>
                  <a:gd name="textAreaRight" fmla="*/ 133560 w 133560"/>
                  <a:gd name="textAreaTop" fmla="*/ 0 h 133560"/>
                  <a:gd name="textAreaBottom" fmla="*/ 133920 h 133560"/>
                </a:gdLst>
                <a:ahLst/>
                <a:cxnLst/>
                <a:rect l="textAreaLeft" t="textAreaTop" r="textAreaRight" b="textAreaBottom"/>
                <a:pathLst>
                  <a:path w="17568" h="17564">
                    <a:moveTo>
                      <a:pt x="8792" y="1291"/>
                    </a:moveTo>
                    <a:cubicBezTo>
                      <a:pt x="10711" y="1291"/>
                      <a:pt x="12631" y="2008"/>
                      <a:pt x="14094" y="3501"/>
                    </a:cubicBezTo>
                    <a:cubicBezTo>
                      <a:pt x="15526" y="4902"/>
                      <a:pt x="16303" y="6807"/>
                      <a:pt x="16303" y="8803"/>
                    </a:cubicBezTo>
                    <a:cubicBezTo>
                      <a:pt x="16303" y="10814"/>
                      <a:pt x="15526" y="12688"/>
                      <a:pt x="14094" y="14120"/>
                    </a:cubicBezTo>
                    <a:cubicBezTo>
                      <a:pt x="12692" y="15552"/>
                      <a:pt x="10788" y="16329"/>
                      <a:pt x="8792" y="16329"/>
                    </a:cubicBezTo>
                    <a:cubicBezTo>
                      <a:pt x="6780" y="16329"/>
                      <a:pt x="4906" y="15552"/>
                      <a:pt x="3474" y="14120"/>
                    </a:cubicBezTo>
                    <a:cubicBezTo>
                      <a:pt x="2042" y="12718"/>
                      <a:pt x="1265" y="10814"/>
                      <a:pt x="1265" y="8803"/>
                    </a:cubicBezTo>
                    <a:cubicBezTo>
                      <a:pt x="1265" y="6807"/>
                      <a:pt x="2042" y="4918"/>
                      <a:pt x="3474" y="3501"/>
                    </a:cubicBezTo>
                    <a:cubicBezTo>
                      <a:pt x="4937" y="2023"/>
                      <a:pt x="6857" y="1291"/>
                      <a:pt x="8792" y="1291"/>
                    </a:cubicBezTo>
                    <a:close/>
                    <a:moveTo>
                      <a:pt x="8784" y="0"/>
                    </a:moveTo>
                    <a:cubicBezTo>
                      <a:pt x="6537" y="0"/>
                      <a:pt x="4289" y="857"/>
                      <a:pt x="2575" y="2571"/>
                    </a:cubicBezTo>
                    <a:cubicBezTo>
                      <a:pt x="915" y="4232"/>
                      <a:pt x="1" y="6441"/>
                      <a:pt x="1" y="8788"/>
                    </a:cubicBezTo>
                    <a:cubicBezTo>
                      <a:pt x="1" y="11134"/>
                      <a:pt x="915" y="13343"/>
                      <a:pt x="2575" y="15004"/>
                    </a:cubicBezTo>
                    <a:cubicBezTo>
                      <a:pt x="4236" y="16649"/>
                      <a:pt x="6445" y="17563"/>
                      <a:pt x="8792" y="17563"/>
                    </a:cubicBezTo>
                    <a:cubicBezTo>
                      <a:pt x="11123" y="17563"/>
                      <a:pt x="13332" y="16649"/>
                      <a:pt x="14993" y="15004"/>
                    </a:cubicBezTo>
                    <a:cubicBezTo>
                      <a:pt x="16653" y="13343"/>
                      <a:pt x="17568" y="11134"/>
                      <a:pt x="17568" y="8788"/>
                    </a:cubicBezTo>
                    <a:cubicBezTo>
                      <a:pt x="17568" y="6441"/>
                      <a:pt x="16653" y="4232"/>
                      <a:pt x="14993" y="2571"/>
                    </a:cubicBezTo>
                    <a:cubicBezTo>
                      <a:pt x="13279" y="857"/>
                      <a:pt x="11031" y="0"/>
                      <a:pt x="8784" y="0"/>
                    </a:cubicBezTo>
                    <a:close/>
                  </a:path>
                </a:pathLst>
              </a:custGeom>
              <a:gradFill rotWithShape="0">
                <a:gsLst>
                  <a:gs pos="0">
                    <a:srgbClr val="EB9109"/>
                  </a:gs>
                  <a:gs pos="78000">
                    <a:srgbClr val="F5F8FF"/>
                  </a:gs>
                  <a:gs pos="100000">
                    <a:srgbClr val="F5F8FF"/>
                  </a:gs>
                </a:gsLst>
                <a:lin ang="108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tIns="66960" bIns="66960" anchor="ctr">
                <a:noAutofit/>
              </a:bodyPr>
              <a:lstStyle/>
              <a:p>
                <a:pPr defTabSz="914400">
                  <a:lnSpc>
                    <a:spcPct val="100000"/>
                  </a:lnSpc>
                  <a:tabLst>
                    <a:tab pos="0" algn="l"/>
                  </a:tabLst>
                </a:pPr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OpenSymbol"/>
                </a:endParaRPr>
              </a:p>
            </p:txBody>
          </p:sp>
          <p:sp>
            <p:nvSpPr>
              <p:cNvPr id="22" name="Google Shape;29;p2"/>
              <p:cNvSpPr/>
              <p:nvPr/>
            </p:nvSpPr>
            <p:spPr>
              <a:xfrm flipH="1">
                <a:off x="152280" y="815040"/>
                <a:ext cx="79920" cy="72720"/>
              </a:xfrm>
              <a:custGeom>
                <a:avLst/>
                <a:gdLst>
                  <a:gd name="textAreaLeft" fmla="*/ 360 w 79920"/>
                  <a:gd name="textAreaRight" fmla="*/ 80640 w 79920"/>
                  <a:gd name="textAreaTop" fmla="*/ 0 h 72720"/>
                  <a:gd name="textAreaBottom" fmla="*/ 73080 h 72720"/>
                </a:gdLst>
                <a:ahLst/>
                <a:cxnLst/>
                <a:rect l="textAreaLeft" t="textAreaTop" r="textAreaRight" b="textAreaBottom"/>
                <a:pathLst>
                  <a:path w="10514" h="9588">
                    <a:moveTo>
                      <a:pt x="5257" y="1269"/>
                    </a:moveTo>
                    <a:cubicBezTo>
                      <a:pt x="6171" y="1269"/>
                      <a:pt x="7054" y="1604"/>
                      <a:pt x="7771" y="2290"/>
                    </a:cubicBezTo>
                    <a:cubicBezTo>
                      <a:pt x="9127" y="3692"/>
                      <a:pt x="9127" y="5931"/>
                      <a:pt x="7771" y="7302"/>
                    </a:cubicBezTo>
                    <a:cubicBezTo>
                      <a:pt x="7070" y="7988"/>
                      <a:pt x="6159" y="8331"/>
                      <a:pt x="5253" y="8331"/>
                    </a:cubicBezTo>
                    <a:cubicBezTo>
                      <a:pt x="4346" y="8331"/>
                      <a:pt x="3444" y="7988"/>
                      <a:pt x="2758" y="7302"/>
                    </a:cubicBezTo>
                    <a:cubicBezTo>
                      <a:pt x="1387" y="5916"/>
                      <a:pt x="1387" y="3661"/>
                      <a:pt x="2758" y="2290"/>
                    </a:cubicBezTo>
                    <a:cubicBezTo>
                      <a:pt x="3444" y="1604"/>
                      <a:pt x="4342" y="1269"/>
                      <a:pt x="5257" y="1269"/>
                    </a:cubicBezTo>
                    <a:close/>
                    <a:moveTo>
                      <a:pt x="5255" y="1"/>
                    </a:moveTo>
                    <a:cubicBezTo>
                      <a:pt x="4026" y="1"/>
                      <a:pt x="2796" y="469"/>
                      <a:pt x="1859" y="1406"/>
                    </a:cubicBezTo>
                    <a:cubicBezTo>
                      <a:pt x="0" y="3265"/>
                      <a:pt x="0" y="6312"/>
                      <a:pt x="1859" y="8186"/>
                    </a:cubicBezTo>
                    <a:cubicBezTo>
                      <a:pt x="2788" y="9116"/>
                      <a:pt x="4038" y="9588"/>
                      <a:pt x="5257" y="9588"/>
                    </a:cubicBezTo>
                    <a:cubicBezTo>
                      <a:pt x="6491" y="9588"/>
                      <a:pt x="7710" y="9131"/>
                      <a:pt x="8639" y="8186"/>
                    </a:cubicBezTo>
                    <a:cubicBezTo>
                      <a:pt x="10513" y="6312"/>
                      <a:pt x="10513" y="3265"/>
                      <a:pt x="8639" y="1406"/>
                    </a:cubicBezTo>
                    <a:cubicBezTo>
                      <a:pt x="7710" y="469"/>
                      <a:pt x="6483" y="1"/>
                      <a:pt x="5255" y="1"/>
                    </a:cubicBezTo>
                    <a:close/>
                  </a:path>
                </a:pathLst>
              </a:custGeom>
              <a:gradFill rotWithShape="0">
                <a:gsLst>
                  <a:gs pos="0">
                    <a:srgbClr val="EB9109"/>
                  </a:gs>
                  <a:gs pos="78000">
                    <a:srgbClr val="F5F8FF"/>
                  </a:gs>
                  <a:gs pos="100000">
                    <a:srgbClr val="F5F8FF"/>
                  </a:gs>
                </a:gsLst>
                <a:lin ang="108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tIns="36360" bIns="36360" anchor="ctr">
                <a:noAutofit/>
              </a:bodyPr>
              <a:lstStyle/>
              <a:p>
                <a:pPr defTabSz="914400">
                  <a:lnSpc>
                    <a:spcPct val="100000"/>
                  </a:lnSpc>
                  <a:tabLst>
                    <a:tab pos="0" algn="l"/>
                  </a:tabLst>
                </a:pPr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OpenSymbol"/>
                </a:endParaRPr>
              </a:p>
            </p:txBody>
          </p:sp>
        </p:grpSp>
        <p:grpSp>
          <p:nvGrpSpPr>
            <p:cNvPr id="23" name="Google Shape;30;p2"/>
            <p:cNvGrpSpPr/>
            <p:nvPr/>
          </p:nvGrpSpPr>
          <p:grpSpPr>
            <a:xfrm>
              <a:off x="124920" y="467640"/>
              <a:ext cx="133560" cy="133560"/>
              <a:chOff x="124920" y="467640"/>
              <a:chExt cx="133560" cy="133560"/>
            </a:xfrm>
          </p:grpSpPr>
          <p:sp>
            <p:nvSpPr>
              <p:cNvPr id="24" name="Google Shape;31;p2"/>
              <p:cNvSpPr/>
              <p:nvPr/>
            </p:nvSpPr>
            <p:spPr>
              <a:xfrm flipH="1">
                <a:off x="124560" y="467640"/>
                <a:ext cx="133560" cy="133560"/>
              </a:xfrm>
              <a:custGeom>
                <a:avLst/>
                <a:gdLst>
                  <a:gd name="textAreaLeft" fmla="*/ -360 w 133560"/>
                  <a:gd name="textAreaRight" fmla="*/ 133560 w 133560"/>
                  <a:gd name="textAreaTop" fmla="*/ 0 h 133560"/>
                  <a:gd name="textAreaBottom" fmla="*/ 133920 h 133560"/>
                </a:gdLst>
                <a:ahLst/>
                <a:cxnLst/>
                <a:rect l="textAreaLeft" t="textAreaTop" r="textAreaRight" b="textAreaBottom"/>
                <a:pathLst>
                  <a:path w="17568" h="17564">
                    <a:moveTo>
                      <a:pt x="8792" y="1291"/>
                    </a:moveTo>
                    <a:cubicBezTo>
                      <a:pt x="10711" y="1291"/>
                      <a:pt x="12631" y="2008"/>
                      <a:pt x="14094" y="3501"/>
                    </a:cubicBezTo>
                    <a:cubicBezTo>
                      <a:pt x="15526" y="4902"/>
                      <a:pt x="16303" y="6807"/>
                      <a:pt x="16303" y="8803"/>
                    </a:cubicBezTo>
                    <a:cubicBezTo>
                      <a:pt x="16303" y="10814"/>
                      <a:pt x="15526" y="12688"/>
                      <a:pt x="14094" y="14120"/>
                    </a:cubicBezTo>
                    <a:cubicBezTo>
                      <a:pt x="12692" y="15552"/>
                      <a:pt x="10788" y="16329"/>
                      <a:pt x="8792" y="16329"/>
                    </a:cubicBezTo>
                    <a:cubicBezTo>
                      <a:pt x="6780" y="16329"/>
                      <a:pt x="4906" y="15552"/>
                      <a:pt x="3474" y="14120"/>
                    </a:cubicBezTo>
                    <a:cubicBezTo>
                      <a:pt x="2042" y="12718"/>
                      <a:pt x="1265" y="10814"/>
                      <a:pt x="1265" y="8803"/>
                    </a:cubicBezTo>
                    <a:cubicBezTo>
                      <a:pt x="1265" y="6807"/>
                      <a:pt x="2042" y="4918"/>
                      <a:pt x="3474" y="3501"/>
                    </a:cubicBezTo>
                    <a:cubicBezTo>
                      <a:pt x="4937" y="2023"/>
                      <a:pt x="6857" y="1291"/>
                      <a:pt x="8792" y="1291"/>
                    </a:cubicBezTo>
                    <a:close/>
                    <a:moveTo>
                      <a:pt x="8784" y="0"/>
                    </a:moveTo>
                    <a:cubicBezTo>
                      <a:pt x="6537" y="0"/>
                      <a:pt x="4289" y="857"/>
                      <a:pt x="2575" y="2571"/>
                    </a:cubicBezTo>
                    <a:cubicBezTo>
                      <a:pt x="915" y="4232"/>
                      <a:pt x="1" y="6441"/>
                      <a:pt x="1" y="8788"/>
                    </a:cubicBezTo>
                    <a:cubicBezTo>
                      <a:pt x="1" y="11134"/>
                      <a:pt x="915" y="13343"/>
                      <a:pt x="2575" y="15004"/>
                    </a:cubicBezTo>
                    <a:cubicBezTo>
                      <a:pt x="4236" y="16649"/>
                      <a:pt x="6445" y="17563"/>
                      <a:pt x="8792" y="17563"/>
                    </a:cubicBezTo>
                    <a:cubicBezTo>
                      <a:pt x="11123" y="17563"/>
                      <a:pt x="13332" y="16649"/>
                      <a:pt x="14993" y="15004"/>
                    </a:cubicBezTo>
                    <a:cubicBezTo>
                      <a:pt x="16653" y="13343"/>
                      <a:pt x="17568" y="11134"/>
                      <a:pt x="17568" y="8788"/>
                    </a:cubicBezTo>
                    <a:cubicBezTo>
                      <a:pt x="17568" y="6441"/>
                      <a:pt x="16653" y="4232"/>
                      <a:pt x="14993" y="2571"/>
                    </a:cubicBezTo>
                    <a:cubicBezTo>
                      <a:pt x="13279" y="857"/>
                      <a:pt x="11031" y="0"/>
                      <a:pt x="8784" y="0"/>
                    </a:cubicBezTo>
                    <a:close/>
                  </a:path>
                </a:pathLst>
              </a:custGeom>
              <a:gradFill rotWithShape="0">
                <a:gsLst>
                  <a:gs pos="0">
                    <a:srgbClr val="EB9109"/>
                  </a:gs>
                  <a:gs pos="78000">
                    <a:srgbClr val="F5F8FF"/>
                  </a:gs>
                  <a:gs pos="100000">
                    <a:srgbClr val="F5F8FF"/>
                  </a:gs>
                </a:gsLst>
                <a:lin ang="108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tIns="66960" bIns="66960" anchor="ctr">
                <a:noAutofit/>
              </a:bodyPr>
              <a:lstStyle/>
              <a:p>
                <a:pPr defTabSz="914400">
                  <a:lnSpc>
                    <a:spcPct val="100000"/>
                  </a:lnSpc>
                  <a:tabLst>
                    <a:tab pos="0" algn="l"/>
                  </a:tabLst>
                </a:pPr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OpenSymbol"/>
                </a:endParaRPr>
              </a:p>
            </p:txBody>
          </p:sp>
          <p:sp>
            <p:nvSpPr>
              <p:cNvPr id="25" name="Google Shape;32;p2"/>
              <p:cNvSpPr/>
              <p:nvPr/>
            </p:nvSpPr>
            <p:spPr>
              <a:xfrm flipH="1">
                <a:off x="152280" y="498240"/>
                <a:ext cx="79920" cy="72720"/>
              </a:xfrm>
              <a:custGeom>
                <a:avLst/>
                <a:gdLst>
                  <a:gd name="textAreaLeft" fmla="*/ 360 w 79920"/>
                  <a:gd name="textAreaRight" fmla="*/ 80640 w 79920"/>
                  <a:gd name="textAreaTop" fmla="*/ 0 h 72720"/>
                  <a:gd name="textAreaBottom" fmla="*/ 73080 h 72720"/>
                </a:gdLst>
                <a:ahLst/>
                <a:cxnLst/>
                <a:rect l="textAreaLeft" t="textAreaTop" r="textAreaRight" b="textAreaBottom"/>
                <a:pathLst>
                  <a:path w="10514" h="9588">
                    <a:moveTo>
                      <a:pt x="5257" y="1269"/>
                    </a:moveTo>
                    <a:cubicBezTo>
                      <a:pt x="6171" y="1269"/>
                      <a:pt x="7054" y="1604"/>
                      <a:pt x="7771" y="2290"/>
                    </a:cubicBezTo>
                    <a:cubicBezTo>
                      <a:pt x="9127" y="3692"/>
                      <a:pt x="9127" y="5931"/>
                      <a:pt x="7771" y="7302"/>
                    </a:cubicBezTo>
                    <a:cubicBezTo>
                      <a:pt x="7070" y="7988"/>
                      <a:pt x="6159" y="8331"/>
                      <a:pt x="5253" y="8331"/>
                    </a:cubicBezTo>
                    <a:cubicBezTo>
                      <a:pt x="4346" y="8331"/>
                      <a:pt x="3444" y="7988"/>
                      <a:pt x="2758" y="7302"/>
                    </a:cubicBezTo>
                    <a:cubicBezTo>
                      <a:pt x="1387" y="5916"/>
                      <a:pt x="1387" y="3661"/>
                      <a:pt x="2758" y="2290"/>
                    </a:cubicBezTo>
                    <a:cubicBezTo>
                      <a:pt x="3444" y="1604"/>
                      <a:pt x="4342" y="1269"/>
                      <a:pt x="5257" y="1269"/>
                    </a:cubicBezTo>
                    <a:close/>
                    <a:moveTo>
                      <a:pt x="5255" y="1"/>
                    </a:moveTo>
                    <a:cubicBezTo>
                      <a:pt x="4026" y="1"/>
                      <a:pt x="2796" y="469"/>
                      <a:pt x="1859" y="1406"/>
                    </a:cubicBezTo>
                    <a:cubicBezTo>
                      <a:pt x="0" y="3265"/>
                      <a:pt x="0" y="6312"/>
                      <a:pt x="1859" y="8186"/>
                    </a:cubicBezTo>
                    <a:cubicBezTo>
                      <a:pt x="2788" y="9116"/>
                      <a:pt x="4038" y="9588"/>
                      <a:pt x="5257" y="9588"/>
                    </a:cubicBezTo>
                    <a:cubicBezTo>
                      <a:pt x="6491" y="9588"/>
                      <a:pt x="7710" y="9131"/>
                      <a:pt x="8639" y="8186"/>
                    </a:cubicBezTo>
                    <a:cubicBezTo>
                      <a:pt x="10513" y="6312"/>
                      <a:pt x="10513" y="3265"/>
                      <a:pt x="8639" y="1406"/>
                    </a:cubicBezTo>
                    <a:cubicBezTo>
                      <a:pt x="7710" y="469"/>
                      <a:pt x="6483" y="1"/>
                      <a:pt x="5255" y="1"/>
                    </a:cubicBezTo>
                    <a:close/>
                  </a:path>
                </a:pathLst>
              </a:custGeom>
              <a:gradFill rotWithShape="0">
                <a:gsLst>
                  <a:gs pos="0">
                    <a:srgbClr val="EB9109"/>
                  </a:gs>
                  <a:gs pos="78000">
                    <a:srgbClr val="F5F8FF"/>
                  </a:gs>
                  <a:gs pos="100000">
                    <a:srgbClr val="F5F8FF"/>
                  </a:gs>
                </a:gsLst>
                <a:lin ang="108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tIns="36360" bIns="36360" anchor="ctr">
                <a:noAutofit/>
              </a:bodyPr>
              <a:lstStyle/>
              <a:p>
                <a:pPr defTabSz="914400">
                  <a:lnSpc>
                    <a:spcPct val="100000"/>
                  </a:lnSpc>
                  <a:tabLst>
                    <a:tab pos="0" algn="l"/>
                  </a:tabLst>
                </a:pPr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OpenSymbol"/>
                </a:endParaRPr>
              </a:p>
            </p:txBody>
          </p:sp>
        </p:grpSp>
      </p:grpSp>
      <p:grpSp>
        <p:nvGrpSpPr>
          <p:cNvPr id="26" name="Google Shape;33;p2"/>
          <p:cNvGrpSpPr/>
          <p:nvPr/>
        </p:nvGrpSpPr>
        <p:grpSpPr>
          <a:xfrm>
            <a:off x="6385680" y="3039840"/>
            <a:ext cx="3920040" cy="3213360"/>
            <a:chOff x="6385680" y="3039840"/>
            <a:chExt cx="3920040" cy="3213360"/>
          </a:xfrm>
        </p:grpSpPr>
        <p:pic>
          <p:nvPicPr>
            <p:cNvPr id="27" name="Google Shape;34;p2"/>
            <p:cNvPicPr/>
            <p:nvPr/>
          </p:nvPicPr>
          <p:blipFill>
            <a:blip r:embed="rId4"/>
            <a:srcRect l="16959" t="24713" r="7122" b="26173"/>
            <a:stretch/>
          </p:blipFill>
          <p:spPr>
            <a:xfrm>
              <a:off x="6385680" y="3261240"/>
              <a:ext cx="3920040" cy="2991960"/>
            </a:xfrm>
            <a:prstGeom prst="rect">
              <a:avLst/>
            </a:prstGeom>
            <a:noFill/>
            <a:ln w="0">
              <a:noFill/>
            </a:ln>
          </p:spPr>
        </p:pic>
        <p:sp>
          <p:nvSpPr>
            <p:cNvPr id="28" name="Google Shape;35;p2"/>
            <p:cNvSpPr/>
            <p:nvPr/>
          </p:nvSpPr>
          <p:spPr>
            <a:xfrm rot="10800000">
              <a:off x="7612200" y="3138120"/>
              <a:ext cx="981360" cy="2307600"/>
            </a:xfrm>
            <a:custGeom>
              <a:avLst/>
              <a:gdLst>
                <a:gd name="textAreaLeft" fmla="*/ 0 w 981360"/>
                <a:gd name="textAreaRight" fmla="*/ 981720 w 981360"/>
                <a:gd name="textAreaTop" fmla="*/ 0 h 2307600"/>
                <a:gd name="textAreaBottom" fmla="*/ 2307960 h 2307600"/>
              </a:gdLst>
              <a:ahLst/>
              <a:cxnLst/>
              <a:rect l="textAreaLeft" t="textAreaTop" r="textAreaRight" b="textAreaBottom"/>
              <a:pathLst>
                <a:path w="23937" h="56267">
                  <a:moveTo>
                    <a:pt x="12997" y="1"/>
                  </a:moveTo>
                  <a:lnTo>
                    <a:pt x="12784" y="214"/>
                  </a:lnTo>
                  <a:lnTo>
                    <a:pt x="23098" y="10513"/>
                  </a:lnTo>
                  <a:cubicBezTo>
                    <a:pt x="23434" y="10864"/>
                    <a:pt x="23632" y="11321"/>
                    <a:pt x="23632" y="11808"/>
                  </a:cubicBezTo>
                  <a:cubicBezTo>
                    <a:pt x="23632" y="12311"/>
                    <a:pt x="23434" y="12768"/>
                    <a:pt x="23098" y="13104"/>
                  </a:cubicBezTo>
                  <a:lnTo>
                    <a:pt x="21925" y="14261"/>
                  </a:lnTo>
                  <a:cubicBezTo>
                    <a:pt x="21575" y="14627"/>
                    <a:pt x="21110" y="14810"/>
                    <a:pt x="20642" y="14810"/>
                  </a:cubicBezTo>
                  <a:cubicBezTo>
                    <a:pt x="20173" y="14810"/>
                    <a:pt x="19701" y="14627"/>
                    <a:pt x="19335" y="14261"/>
                  </a:cubicBezTo>
                  <a:lnTo>
                    <a:pt x="16958" y="11885"/>
                  </a:lnTo>
                  <a:cubicBezTo>
                    <a:pt x="16547" y="11489"/>
                    <a:pt x="16029" y="11260"/>
                    <a:pt x="15435" y="11260"/>
                  </a:cubicBezTo>
                  <a:cubicBezTo>
                    <a:pt x="14841" y="11260"/>
                    <a:pt x="14307" y="11489"/>
                    <a:pt x="13911" y="11885"/>
                  </a:cubicBezTo>
                  <a:lnTo>
                    <a:pt x="12525" y="13271"/>
                  </a:lnTo>
                  <a:cubicBezTo>
                    <a:pt x="12129" y="13698"/>
                    <a:pt x="11900" y="14231"/>
                    <a:pt x="11900" y="14795"/>
                  </a:cubicBezTo>
                  <a:cubicBezTo>
                    <a:pt x="11900" y="15374"/>
                    <a:pt x="12129" y="15922"/>
                    <a:pt x="12525" y="16318"/>
                  </a:cubicBezTo>
                  <a:cubicBezTo>
                    <a:pt x="12860" y="16669"/>
                    <a:pt x="13058" y="17126"/>
                    <a:pt x="13058" y="17629"/>
                  </a:cubicBezTo>
                  <a:cubicBezTo>
                    <a:pt x="13058" y="18116"/>
                    <a:pt x="12860" y="18573"/>
                    <a:pt x="12525" y="18924"/>
                  </a:cubicBezTo>
                  <a:lnTo>
                    <a:pt x="11489" y="19944"/>
                  </a:lnTo>
                  <a:cubicBezTo>
                    <a:pt x="11154" y="20295"/>
                    <a:pt x="10696" y="20478"/>
                    <a:pt x="10209" y="20478"/>
                  </a:cubicBezTo>
                  <a:lnTo>
                    <a:pt x="9569" y="20478"/>
                  </a:lnTo>
                  <a:cubicBezTo>
                    <a:pt x="8990" y="20478"/>
                    <a:pt x="8457" y="20706"/>
                    <a:pt x="8045" y="21102"/>
                  </a:cubicBezTo>
                  <a:lnTo>
                    <a:pt x="3353" y="25810"/>
                  </a:lnTo>
                  <a:cubicBezTo>
                    <a:pt x="2515" y="26648"/>
                    <a:pt x="2515" y="28004"/>
                    <a:pt x="3353" y="28842"/>
                  </a:cubicBezTo>
                  <a:lnTo>
                    <a:pt x="10529" y="36018"/>
                  </a:lnTo>
                  <a:cubicBezTo>
                    <a:pt x="10864" y="36369"/>
                    <a:pt x="11062" y="36826"/>
                    <a:pt x="11062" y="37313"/>
                  </a:cubicBezTo>
                  <a:cubicBezTo>
                    <a:pt x="11062" y="37801"/>
                    <a:pt x="10864" y="38273"/>
                    <a:pt x="10529" y="38608"/>
                  </a:cubicBezTo>
                  <a:lnTo>
                    <a:pt x="8198" y="40940"/>
                  </a:lnTo>
                  <a:cubicBezTo>
                    <a:pt x="7802" y="41351"/>
                    <a:pt x="7573" y="41884"/>
                    <a:pt x="7573" y="42463"/>
                  </a:cubicBezTo>
                  <a:lnTo>
                    <a:pt x="7573" y="47720"/>
                  </a:lnTo>
                  <a:cubicBezTo>
                    <a:pt x="7573" y="48207"/>
                    <a:pt x="7390" y="48664"/>
                    <a:pt x="7040" y="49015"/>
                  </a:cubicBezTo>
                  <a:lnTo>
                    <a:pt x="1" y="56054"/>
                  </a:lnTo>
                  <a:lnTo>
                    <a:pt x="199" y="56267"/>
                  </a:lnTo>
                  <a:lnTo>
                    <a:pt x="7268" y="49274"/>
                  </a:lnTo>
                  <a:cubicBezTo>
                    <a:pt x="7664" y="48862"/>
                    <a:pt x="7893" y="48329"/>
                    <a:pt x="7893" y="47750"/>
                  </a:cubicBezTo>
                  <a:lnTo>
                    <a:pt x="7893" y="42494"/>
                  </a:lnTo>
                  <a:cubicBezTo>
                    <a:pt x="7893" y="42006"/>
                    <a:pt x="8091" y="41549"/>
                    <a:pt x="8426" y="41199"/>
                  </a:cubicBezTo>
                  <a:lnTo>
                    <a:pt x="10757" y="38883"/>
                  </a:lnTo>
                  <a:cubicBezTo>
                    <a:pt x="11154" y="38456"/>
                    <a:pt x="11382" y="37923"/>
                    <a:pt x="11382" y="37359"/>
                  </a:cubicBezTo>
                  <a:cubicBezTo>
                    <a:pt x="11382" y="36765"/>
                    <a:pt x="11154" y="36232"/>
                    <a:pt x="10757" y="35835"/>
                  </a:cubicBezTo>
                  <a:lnTo>
                    <a:pt x="3581" y="28644"/>
                  </a:lnTo>
                  <a:cubicBezTo>
                    <a:pt x="2850" y="27943"/>
                    <a:pt x="2850" y="26785"/>
                    <a:pt x="3581" y="26054"/>
                  </a:cubicBezTo>
                  <a:lnTo>
                    <a:pt x="8274" y="21346"/>
                  </a:lnTo>
                  <a:cubicBezTo>
                    <a:pt x="8624" y="21011"/>
                    <a:pt x="9081" y="20813"/>
                    <a:pt x="9569" y="20813"/>
                  </a:cubicBezTo>
                  <a:lnTo>
                    <a:pt x="10209" y="20813"/>
                  </a:lnTo>
                  <a:cubicBezTo>
                    <a:pt x="10788" y="20813"/>
                    <a:pt x="11321" y="20584"/>
                    <a:pt x="11732" y="20188"/>
                  </a:cubicBezTo>
                  <a:lnTo>
                    <a:pt x="12753" y="19167"/>
                  </a:lnTo>
                  <a:cubicBezTo>
                    <a:pt x="13149" y="18741"/>
                    <a:pt x="13378" y="18208"/>
                    <a:pt x="13378" y="17644"/>
                  </a:cubicBezTo>
                  <a:cubicBezTo>
                    <a:pt x="13378" y="17050"/>
                    <a:pt x="13149" y="16516"/>
                    <a:pt x="12753" y="16120"/>
                  </a:cubicBezTo>
                  <a:cubicBezTo>
                    <a:pt x="12418" y="15770"/>
                    <a:pt x="12220" y="15313"/>
                    <a:pt x="12220" y="14825"/>
                  </a:cubicBezTo>
                  <a:cubicBezTo>
                    <a:pt x="12220" y="14322"/>
                    <a:pt x="12418" y="13865"/>
                    <a:pt x="12753" y="13530"/>
                  </a:cubicBezTo>
                  <a:lnTo>
                    <a:pt x="14140" y="12128"/>
                  </a:lnTo>
                  <a:cubicBezTo>
                    <a:pt x="14490" y="11793"/>
                    <a:pt x="14947" y="11595"/>
                    <a:pt x="15435" y="11595"/>
                  </a:cubicBezTo>
                  <a:cubicBezTo>
                    <a:pt x="15938" y="11595"/>
                    <a:pt x="16395" y="11793"/>
                    <a:pt x="16730" y="12128"/>
                  </a:cubicBezTo>
                  <a:lnTo>
                    <a:pt x="19107" y="14520"/>
                  </a:lnTo>
                  <a:cubicBezTo>
                    <a:pt x="19526" y="14939"/>
                    <a:pt x="20074" y="15149"/>
                    <a:pt x="20623" y="15149"/>
                  </a:cubicBezTo>
                  <a:cubicBezTo>
                    <a:pt x="21171" y="15149"/>
                    <a:pt x="21720" y="14939"/>
                    <a:pt x="22139" y="14520"/>
                  </a:cubicBezTo>
                  <a:lnTo>
                    <a:pt x="23297" y="13347"/>
                  </a:lnTo>
                  <a:cubicBezTo>
                    <a:pt x="23708" y="12936"/>
                    <a:pt x="23936" y="12403"/>
                    <a:pt x="23936" y="11824"/>
                  </a:cubicBezTo>
                  <a:cubicBezTo>
                    <a:pt x="23936" y="11260"/>
                    <a:pt x="23708" y="10711"/>
                    <a:pt x="23297" y="10300"/>
                  </a:cubicBezTo>
                  <a:lnTo>
                    <a:pt x="12997" y="1"/>
                  </a:lnTo>
                  <a:close/>
                </a:path>
              </a:pathLst>
            </a:custGeom>
            <a:gradFill rotWithShape="0">
              <a:gsLst>
                <a:gs pos="0">
                  <a:srgbClr val="EB9109"/>
                </a:gs>
                <a:gs pos="40000">
                  <a:srgbClr val="FF9900">
                    <a:alpha val="41000"/>
                  </a:srgbClr>
                </a:gs>
                <a:gs pos="100000">
                  <a:srgbClr val="FFFFFF">
                    <a:alpha val="0"/>
                  </a:srgbClr>
                </a:gs>
              </a:gsLst>
              <a:lin ang="13500000"/>
            </a:gra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29" name="Google Shape;36;p2"/>
            <p:cNvSpPr/>
            <p:nvPr/>
          </p:nvSpPr>
          <p:spPr>
            <a:xfrm rot="10800000">
              <a:off x="7771320" y="3138840"/>
              <a:ext cx="981360" cy="2307600"/>
            </a:xfrm>
            <a:custGeom>
              <a:avLst/>
              <a:gdLst>
                <a:gd name="textAreaLeft" fmla="*/ 0 w 981360"/>
                <a:gd name="textAreaRight" fmla="*/ 981720 w 981360"/>
                <a:gd name="textAreaTop" fmla="*/ 0 h 2307600"/>
                <a:gd name="textAreaBottom" fmla="*/ 2307960 h 2307600"/>
              </a:gdLst>
              <a:ahLst/>
              <a:cxnLst/>
              <a:rect l="textAreaLeft" t="textAreaTop" r="textAreaRight" b="textAreaBottom"/>
              <a:pathLst>
                <a:path w="23937" h="56267">
                  <a:moveTo>
                    <a:pt x="12997" y="0"/>
                  </a:moveTo>
                  <a:lnTo>
                    <a:pt x="12784" y="214"/>
                  </a:lnTo>
                  <a:lnTo>
                    <a:pt x="23098" y="10513"/>
                  </a:lnTo>
                  <a:cubicBezTo>
                    <a:pt x="23434" y="10848"/>
                    <a:pt x="23632" y="11305"/>
                    <a:pt x="23632" y="11808"/>
                  </a:cubicBezTo>
                  <a:cubicBezTo>
                    <a:pt x="23632" y="12296"/>
                    <a:pt x="23434" y="12753"/>
                    <a:pt x="23098" y="13103"/>
                  </a:cubicBezTo>
                  <a:lnTo>
                    <a:pt x="21925" y="14261"/>
                  </a:lnTo>
                  <a:cubicBezTo>
                    <a:pt x="21575" y="14627"/>
                    <a:pt x="21110" y="14810"/>
                    <a:pt x="20642" y="14810"/>
                  </a:cubicBezTo>
                  <a:cubicBezTo>
                    <a:pt x="20173" y="14810"/>
                    <a:pt x="19701" y="14627"/>
                    <a:pt x="19335" y="14261"/>
                  </a:cubicBezTo>
                  <a:lnTo>
                    <a:pt x="16958" y="11884"/>
                  </a:lnTo>
                  <a:cubicBezTo>
                    <a:pt x="16547" y="11488"/>
                    <a:pt x="16029" y="11260"/>
                    <a:pt x="15435" y="11260"/>
                  </a:cubicBezTo>
                  <a:cubicBezTo>
                    <a:pt x="14840" y="11260"/>
                    <a:pt x="14307" y="11488"/>
                    <a:pt x="13911" y="11884"/>
                  </a:cubicBezTo>
                  <a:lnTo>
                    <a:pt x="12525" y="13271"/>
                  </a:lnTo>
                  <a:cubicBezTo>
                    <a:pt x="11687" y="14109"/>
                    <a:pt x="11687" y="15465"/>
                    <a:pt x="12525" y="16303"/>
                  </a:cubicBezTo>
                  <a:cubicBezTo>
                    <a:pt x="12860" y="16638"/>
                    <a:pt x="13058" y="17095"/>
                    <a:pt x="13058" y="17598"/>
                  </a:cubicBezTo>
                  <a:cubicBezTo>
                    <a:pt x="13058" y="18085"/>
                    <a:pt x="12860" y="18543"/>
                    <a:pt x="12525" y="18893"/>
                  </a:cubicBezTo>
                  <a:lnTo>
                    <a:pt x="11489" y="19914"/>
                  </a:lnTo>
                  <a:cubicBezTo>
                    <a:pt x="11153" y="20264"/>
                    <a:pt x="10696" y="20447"/>
                    <a:pt x="10193" y="20447"/>
                  </a:cubicBezTo>
                  <a:lnTo>
                    <a:pt x="9569" y="20447"/>
                  </a:lnTo>
                  <a:cubicBezTo>
                    <a:pt x="8975" y="20447"/>
                    <a:pt x="8441" y="20676"/>
                    <a:pt x="8045" y="21087"/>
                  </a:cubicBezTo>
                  <a:lnTo>
                    <a:pt x="3337" y="25780"/>
                  </a:lnTo>
                  <a:cubicBezTo>
                    <a:pt x="2941" y="26206"/>
                    <a:pt x="2713" y="26739"/>
                    <a:pt x="2713" y="27303"/>
                  </a:cubicBezTo>
                  <a:cubicBezTo>
                    <a:pt x="2713" y="27897"/>
                    <a:pt x="2941" y="28431"/>
                    <a:pt x="3337" y="28827"/>
                  </a:cubicBezTo>
                  <a:lnTo>
                    <a:pt x="10529" y="36018"/>
                  </a:lnTo>
                  <a:cubicBezTo>
                    <a:pt x="11245" y="36719"/>
                    <a:pt x="11245" y="37877"/>
                    <a:pt x="10529" y="38608"/>
                  </a:cubicBezTo>
                  <a:lnTo>
                    <a:pt x="8198" y="40924"/>
                  </a:lnTo>
                  <a:cubicBezTo>
                    <a:pt x="7801" y="41351"/>
                    <a:pt x="7573" y="41884"/>
                    <a:pt x="7573" y="42448"/>
                  </a:cubicBezTo>
                  <a:lnTo>
                    <a:pt x="7573" y="47704"/>
                  </a:lnTo>
                  <a:cubicBezTo>
                    <a:pt x="7573" y="48207"/>
                    <a:pt x="7375" y="48664"/>
                    <a:pt x="7040" y="48999"/>
                  </a:cubicBezTo>
                  <a:lnTo>
                    <a:pt x="1" y="56053"/>
                  </a:lnTo>
                  <a:lnTo>
                    <a:pt x="199" y="56267"/>
                  </a:lnTo>
                  <a:lnTo>
                    <a:pt x="7268" y="49212"/>
                  </a:lnTo>
                  <a:cubicBezTo>
                    <a:pt x="7664" y="48801"/>
                    <a:pt x="7893" y="48268"/>
                    <a:pt x="7893" y="47689"/>
                  </a:cubicBezTo>
                  <a:lnTo>
                    <a:pt x="7893" y="42432"/>
                  </a:lnTo>
                  <a:cubicBezTo>
                    <a:pt x="7893" y="41945"/>
                    <a:pt x="8091" y="41473"/>
                    <a:pt x="8426" y="41137"/>
                  </a:cubicBezTo>
                  <a:lnTo>
                    <a:pt x="10757" y="38806"/>
                  </a:lnTo>
                  <a:cubicBezTo>
                    <a:pt x="11595" y="37984"/>
                    <a:pt x="11595" y="36628"/>
                    <a:pt x="10757" y="35790"/>
                  </a:cubicBezTo>
                  <a:lnTo>
                    <a:pt x="3581" y="28598"/>
                  </a:lnTo>
                  <a:cubicBezTo>
                    <a:pt x="3231" y="28263"/>
                    <a:pt x="3048" y="27806"/>
                    <a:pt x="3048" y="27318"/>
                  </a:cubicBezTo>
                  <a:cubicBezTo>
                    <a:pt x="3048" y="26816"/>
                    <a:pt x="3231" y="26359"/>
                    <a:pt x="3581" y="26023"/>
                  </a:cubicBezTo>
                  <a:lnTo>
                    <a:pt x="8274" y="21346"/>
                  </a:lnTo>
                  <a:cubicBezTo>
                    <a:pt x="8624" y="21011"/>
                    <a:pt x="9081" y="20813"/>
                    <a:pt x="9569" y="20813"/>
                  </a:cubicBezTo>
                  <a:lnTo>
                    <a:pt x="10209" y="20813"/>
                  </a:lnTo>
                  <a:cubicBezTo>
                    <a:pt x="10788" y="20813"/>
                    <a:pt x="11321" y="20584"/>
                    <a:pt x="11732" y="20188"/>
                  </a:cubicBezTo>
                  <a:lnTo>
                    <a:pt x="12753" y="19152"/>
                  </a:lnTo>
                  <a:cubicBezTo>
                    <a:pt x="13149" y="18741"/>
                    <a:pt x="13378" y="18207"/>
                    <a:pt x="13378" y="17628"/>
                  </a:cubicBezTo>
                  <a:cubicBezTo>
                    <a:pt x="13378" y="17049"/>
                    <a:pt x="13149" y="16516"/>
                    <a:pt x="12753" y="16105"/>
                  </a:cubicBezTo>
                  <a:cubicBezTo>
                    <a:pt x="12037" y="15404"/>
                    <a:pt x="12037" y="14246"/>
                    <a:pt x="12753" y="13515"/>
                  </a:cubicBezTo>
                  <a:lnTo>
                    <a:pt x="14140" y="12128"/>
                  </a:lnTo>
                  <a:cubicBezTo>
                    <a:pt x="14490" y="11793"/>
                    <a:pt x="14947" y="11595"/>
                    <a:pt x="15435" y="11595"/>
                  </a:cubicBezTo>
                  <a:cubicBezTo>
                    <a:pt x="15937" y="11595"/>
                    <a:pt x="16395" y="11793"/>
                    <a:pt x="16730" y="12128"/>
                  </a:cubicBezTo>
                  <a:lnTo>
                    <a:pt x="19106" y="14505"/>
                  </a:lnTo>
                  <a:cubicBezTo>
                    <a:pt x="19525" y="14924"/>
                    <a:pt x="20074" y="15133"/>
                    <a:pt x="20622" y="15133"/>
                  </a:cubicBezTo>
                  <a:cubicBezTo>
                    <a:pt x="21171" y="15133"/>
                    <a:pt x="21719" y="14924"/>
                    <a:pt x="22138" y="14505"/>
                  </a:cubicBezTo>
                  <a:lnTo>
                    <a:pt x="23296" y="13347"/>
                  </a:lnTo>
                  <a:cubicBezTo>
                    <a:pt x="23708" y="12936"/>
                    <a:pt x="23936" y="12402"/>
                    <a:pt x="23936" y="11823"/>
                  </a:cubicBezTo>
                  <a:cubicBezTo>
                    <a:pt x="23936" y="11229"/>
                    <a:pt x="23708" y="10696"/>
                    <a:pt x="23296" y="10300"/>
                  </a:cubicBezTo>
                  <a:lnTo>
                    <a:pt x="12997" y="0"/>
                  </a:lnTo>
                  <a:close/>
                </a:path>
              </a:pathLst>
            </a:custGeom>
            <a:gradFill rotWithShape="0">
              <a:gsLst>
                <a:gs pos="0">
                  <a:srgbClr val="EB9109"/>
                </a:gs>
                <a:gs pos="40000">
                  <a:srgbClr val="FF9900">
                    <a:alpha val="41000"/>
                  </a:srgbClr>
                </a:gs>
                <a:gs pos="100000">
                  <a:srgbClr val="FFFFFF">
                    <a:alpha val="0"/>
                  </a:srgbClr>
                </a:gs>
              </a:gsLst>
              <a:lin ang="13500000"/>
            </a:gra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grpSp>
          <p:nvGrpSpPr>
            <p:cNvPr id="30" name="Google Shape;37;p2"/>
            <p:cNvGrpSpPr/>
            <p:nvPr/>
          </p:nvGrpSpPr>
          <p:grpSpPr>
            <a:xfrm>
              <a:off x="7356600" y="3916440"/>
              <a:ext cx="581760" cy="582120"/>
              <a:chOff x="7356600" y="3916440"/>
              <a:chExt cx="581760" cy="582120"/>
            </a:xfrm>
          </p:grpSpPr>
          <p:sp>
            <p:nvSpPr>
              <p:cNvPr id="31" name="Google Shape;38;p2"/>
              <p:cNvSpPr/>
              <p:nvPr/>
            </p:nvSpPr>
            <p:spPr>
              <a:xfrm>
                <a:off x="7356600" y="4375440"/>
                <a:ext cx="123120" cy="123120"/>
              </a:xfrm>
              <a:custGeom>
                <a:avLst/>
                <a:gdLst>
                  <a:gd name="textAreaLeft" fmla="*/ 0 w 123120"/>
                  <a:gd name="textAreaRight" fmla="*/ 123480 w 123120"/>
                  <a:gd name="textAreaTop" fmla="*/ 0 h 123120"/>
                  <a:gd name="textAreaBottom" fmla="*/ 123480 h 123120"/>
                </a:gdLst>
                <a:ahLst/>
                <a:cxnLst/>
                <a:rect l="textAreaLeft" t="textAreaTop" r="textAreaRight" b="textAreaBottom"/>
                <a:pathLst>
                  <a:path w="4938" h="4937">
                    <a:moveTo>
                      <a:pt x="1403" y="0"/>
                    </a:moveTo>
                    <a:lnTo>
                      <a:pt x="1" y="1402"/>
                    </a:lnTo>
                    <a:lnTo>
                      <a:pt x="3536" y="4937"/>
                    </a:lnTo>
                    <a:lnTo>
                      <a:pt x="4937" y="3535"/>
                    </a:lnTo>
                    <a:lnTo>
                      <a:pt x="1403" y="0"/>
                    </a:lnTo>
                    <a:close/>
                  </a:path>
                </a:pathLst>
              </a:custGeom>
              <a:gradFill rotWithShape="0">
                <a:gsLst>
                  <a:gs pos="0">
                    <a:srgbClr val="0C0A9E">
                      <a:alpha val="37000"/>
                    </a:srgbClr>
                  </a:gs>
                  <a:gs pos="100000">
                    <a:srgbClr val="FFFFFF">
                      <a:alpha val="37000"/>
                    </a:srgbClr>
                  </a:gs>
                </a:gsLst>
                <a:lin ang="135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tIns="61560" bIns="61560" anchor="ctr">
                <a:noAutofit/>
              </a:bodyPr>
              <a:lstStyle/>
              <a:p>
                <a:pPr defTabSz="914400">
                  <a:lnSpc>
                    <a:spcPct val="100000"/>
                  </a:lnSpc>
                  <a:tabLst>
                    <a:tab pos="0" algn="l"/>
                  </a:tabLst>
                </a:pPr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OpenSymbol"/>
                </a:endParaRPr>
              </a:p>
            </p:txBody>
          </p:sp>
          <p:sp>
            <p:nvSpPr>
              <p:cNvPr id="32" name="Google Shape;39;p2"/>
              <p:cNvSpPr/>
              <p:nvPr/>
            </p:nvSpPr>
            <p:spPr>
              <a:xfrm>
                <a:off x="7432920" y="4298760"/>
                <a:ext cx="123120" cy="123480"/>
              </a:xfrm>
              <a:custGeom>
                <a:avLst/>
                <a:gdLst>
                  <a:gd name="textAreaLeft" fmla="*/ 0 w 123120"/>
                  <a:gd name="textAreaRight" fmla="*/ 123480 w 123120"/>
                  <a:gd name="textAreaTop" fmla="*/ 0 h 123480"/>
                  <a:gd name="textAreaBottom" fmla="*/ 123840 h 123480"/>
                </a:gdLst>
                <a:ahLst/>
                <a:cxnLst/>
                <a:rect l="textAreaLeft" t="textAreaTop" r="textAreaRight" b="textAreaBottom"/>
                <a:pathLst>
                  <a:path w="4937" h="4953">
                    <a:moveTo>
                      <a:pt x="1402" y="1"/>
                    </a:moveTo>
                    <a:lnTo>
                      <a:pt x="0" y="1403"/>
                    </a:lnTo>
                    <a:lnTo>
                      <a:pt x="3535" y="4952"/>
                    </a:lnTo>
                    <a:lnTo>
                      <a:pt x="4937" y="3551"/>
                    </a:lnTo>
                    <a:lnTo>
                      <a:pt x="1402" y="1"/>
                    </a:lnTo>
                    <a:close/>
                  </a:path>
                </a:pathLst>
              </a:custGeom>
              <a:gradFill rotWithShape="0">
                <a:gsLst>
                  <a:gs pos="0">
                    <a:srgbClr val="0C0A9E">
                      <a:alpha val="37000"/>
                    </a:srgbClr>
                  </a:gs>
                  <a:gs pos="100000">
                    <a:srgbClr val="FFFFFF">
                      <a:alpha val="37000"/>
                    </a:srgbClr>
                  </a:gs>
                </a:gsLst>
                <a:lin ang="135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tIns="61920" bIns="61920" anchor="ctr">
                <a:noAutofit/>
              </a:bodyPr>
              <a:lstStyle/>
              <a:p>
                <a:pPr defTabSz="914400">
                  <a:lnSpc>
                    <a:spcPct val="100000"/>
                  </a:lnSpc>
                  <a:tabLst>
                    <a:tab pos="0" algn="l"/>
                  </a:tabLst>
                </a:pPr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OpenSymbol"/>
                </a:endParaRPr>
              </a:p>
            </p:txBody>
          </p:sp>
          <p:sp>
            <p:nvSpPr>
              <p:cNvPr id="33" name="Google Shape;40;p2"/>
              <p:cNvSpPr/>
              <p:nvPr/>
            </p:nvSpPr>
            <p:spPr>
              <a:xfrm>
                <a:off x="7509240" y="4222440"/>
                <a:ext cx="123480" cy="123120"/>
              </a:xfrm>
              <a:custGeom>
                <a:avLst/>
                <a:gdLst>
                  <a:gd name="textAreaLeft" fmla="*/ 0 w 123480"/>
                  <a:gd name="textAreaRight" fmla="*/ 123840 w 123480"/>
                  <a:gd name="textAreaTop" fmla="*/ 0 h 123120"/>
                  <a:gd name="textAreaBottom" fmla="*/ 123480 h 123120"/>
                </a:gdLst>
                <a:ahLst/>
                <a:cxnLst/>
                <a:rect l="textAreaLeft" t="textAreaTop" r="textAreaRight" b="textAreaBottom"/>
                <a:pathLst>
                  <a:path w="4953" h="4938">
                    <a:moveTo>
                      <a:pt x="1402" y="1"/>
                    </a:moveTo>
                    <a:lnTo>
                      <a:pt x="1" y="1402"/>
                    </a:lnTo>
                    <a:lnTo>
                      <a:pt x="3551" y="4937"/>
                    </a:lnTo>
                    <a:lnTo>
                      <a:pt x="4952" y="3535"/>
                    </a:lnTo>
                    <a:lnTo>
                      <a:pt x="1402" y="1"/>
                    </a:lnTo>
                    <a:close/>
                  </a:path>
                </a:pathLst>
              </a:custGeom>
              <a:gradFill rotWithShape="0">
                <a:gsLst>
                  <a:gs pos="0">
                    <a:srgbClr val="0C0A9E">
                      <a:alpha val="37000"/>
                    </a:srgbClr>
                  </a:gs>
                  <a:gs pos="100000">
                    <a:srgbClr val="FFFFFF">
                      <a:alpha val="37000"/>
                    </a:srgbClr>
                  </a:gs>
                </a:gsLst>
                <a:lin ang="135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tIns="61560" bIns="61560" anchor="ctr">
                <a:noAutofit/>
              </a:bodyPr>
              <a:lstStyle/>
              <a:p>
                <a:pPr defTabSz="914400">
                  <a:lnSpc>
                    <a:spcPct val="100000"/>
                  </a:lnSpc>
                  <a:tabLst>
                    <a:tab pos="0" algn="l"/>
                  </a:tabLst>
                </a:pPr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OpenSymbol"/>
                </a:endParaRPr>
              </a:p>
            </p:txBody>
          </p:sp>
          <p:sp>
            <p:nvSpPr>
              <p:cNvPr id="34" name="Google Shape;41;p2"/>
              <p:cNvSpPr/>
              <p:nvPr/>
            </p:nvSpPr>
            <p:spPr>
              <a:xfrm>
                <a:off x="7585560" y="4146120"/>
                <a:ext cx="123480" cy="123120"/>
              </a:xfrm>
              <a:custGeom>
                <a:avLst/>
                <a:gdLst>
                  <a:gd name="textAreaLeft" fmla="*/ 0 w 123480"/>
                  <a:gd name="textAreaRight" fmla="*/ 123840 w 123480"/>
                  <a:gd name="textAreaTop" fmla="*/ 0 h 123120"/>
                  <a:gd name="textAreaBottom" fmla="*/ 123480 h 123120"/>
                </a:gdLst>
                <a:ahLst/>
                <a:cxnLst/>
                <a:rect l="textAreaLeft" t="textAreaTop" r="textAreaRight" b="textAreaBottom"/>
                <a:pathLst>
                  <a:path w="4953" h="4937">
                    <a:moveTo>
                      <a:pt x="1402" y="0"/>
                    </a:moveTo>
                    <a:lnTo>
                      <a:pt x="1" y="1402"/>
                    </a:lnTo>
                    <a:lnTo>
                      <a:pt x="3551" y="4937"/>
                    </a:lnTo>
                    <a:lnTo>
                      <a:pt x="4952" y="3550"/>
                    </a:lnTo>
                    <a:lnTo>
                      <a:pt x="1402" y="0"/>
                    </a:lnTo>
                    <a:close/>
                  </a:path>
                </a:pathLst>
              </a:custGeom>
              <a:gradFill rotWithShape="0">
                <a:gsLst>
                  <a:gs pos="0">
                    <a:srgbClr val="0C0A9E">
                      <a:alpha val="37000"/>
                    </a:srgbClr>
                  </a:gs>
                  <a:gs pos="100000">
                    <a:srgbClr val="FFFFFF">
                      <a:alpha val="37000"/>
                    </a:srgbClr>
                  </a:gs>
                </a:gsLst>
                <a:lin ang="135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tIns="61560" bIns="61560" anchor="ctr">
                <a:noAutofit/>
              </a:bodyPr>
              <a:lstStyle/>
              <a:p>
                <a:pPr defTabSz="914400">
                  <a:lnSpc>
                    <a:spcPct val="100000"/>
                  </a:lnSpc>
                  <a:tabLst>
                    <a:tab pos="0" algn="l"/>
                  </a:tabLst>
                </a:pPr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OpenSymbol"/>
                </a:endParaRPr>
              </a:p>
            </p:txBody>
          </p:sp>
          <p:sp>
            <p:nvSpPr>
              <p:cNvPr id="35" name="Google Shape;42;p2"/>
              <p:cNvSpPr/>
              <p:nvPr/>
            </p:nvSpPr>
            <p:spPr>
              <a:xfrm>
                <a:off x="7662600" y="4069800"/>
                <a:ext cx="123120" cy="123120"/>
              </a:xfrm>
              <a:custGeom>
                <a:avLst/>
                <a:gdLst>
                  <a:gd name="textAreaLeft" fmla="*/ 0 w 123120"/>
                  <a:gd name="textAreaRight" fmla="*/ 123480 w 123120"/>
                  <a:gd name="textAreaTop" fmla="*/ 0 h 123120"/>
                  <a:gd name="textAreaBottom" fmla="*/ 123480 h 123120"/>
                </a:gdLst>
                <a:ahLst/>
                <a:cxnLst/>
                <a:rect l="textAreaLeft" t="textAreaTop" r="textAreaRight" b="textAreaBottom"/>
                <a:pathLst>
                  <a:path w="4937" h="4937">
                    <a:moveTo>
                      <a:pt x="1402" y="0"/>
                    </a:moveTo>
                    <a:lnTo>
                      <a:pt x="0" y="1386"/>
                    </a:lnTo>
                    <a:lnTo>
                      <a:pt x="3535" y="4936"/>
                    </a:lnTo>
                    <a:lnTo>
                      <a:pt x="4937" y="3535"/>
                    </a:lnTo>
                    <a:lnTo>
                      <a:pt x="1402" y="0"/>
                    </a:lnTo>
                    <a:close/>
                  </a:path>
                </a:pathLst>
              </a:custGeom>
              <a:gradFill rotWithShape="0">
                <a:gsLst>
                  <a:gs pos="0">
                    <a:srgbClr val="0C0A9E">
                      <a:alpha val="37000"/>
                    </a:srgbClr>
                  </a:gs>
                  <a:gs pos="100000">
                    <a:srgbClr val="FFFFFF">
                      <a:alpha val="37000"/>
                    </a:srgbClr>
                  </a:gs>
                </a:gsLst>
                <a:lin ang="135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tIns="61560" bIns="61560" anchor="ctr">
                <a:noAutofit/>
              </a:bodyPr>
              <a:lstStyle/>
              <a:p>
                <a:pPr defTabSz="914400">
                  <a:lnSpc>
                    <a:spcPct val="100000"/>
                  </a:lnSpc>
                  <a:tabLst>
                    <a:tab pos="0" algn="l"/>
                  </a:tabLst>
                </a:pPr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OpenSymbol"/>
                </a:endParaRPr>
              </a:p>
            </p:txBody>
          </p:sp>
          <p:sp>
            <p:nvSpPr>
              <p:cNvPr id="36" name="Google Shape;43;p2"/>
              <p:cNvSpPr/>
              <p:nvPr/>
            </p:nvSpPr>
            <p:spPr>
              <a:xfrm>
                <a:off x="7738560" y="3993120"/>
                <a:ext cx="123120" cy="123120"/>
              </a:xfrm>
              <a:custGeom>
                <a:avLst/>
                <a:gdLst>
                  <a:gd name="textAreaLeft" fmla="*/ 0 w 123120"/>
                  <a:gd name="textAreaRight" fmla="*/ 123480 w 123120"/>
                  <a:gd name="textAreaTop" fmla="*/ 0 h 123120"/>
                  <a:gd name="textAreaBottom" fmla="*/ 123480 h 123120"/>
                </a:gdLst>
                <a:ahLst/>
                <a:cxnLst/>
                <a:rect l="textAreaLeft" t="textAreaTop" r="textAreaRight" b="textAreaBottom"/>
                <a:pathLst>
                  <a:path w="4938" h="4938">
                    <a:moveTo>
                      <a:pt x="1402" y="1"/>
                    </a:moveTo>
                    <a:lnTo>
                      <a:pt x="1" y="1402"/>
                    </a:lnTo>
                    <a:lnTo>
                      <a:pt x="3535" y="4937"/>
                    </a:lnTo>
                    <a:lnTo>
                      <a:pt x="4937" y="3535"/>
                    </a:lnTo>
                    <a:lnTo>
                      <a:pt x="1402" y="1"/>
                    </a:lnTo>
                    <a:close/>
                  </a:path>
                </a:pathLst>
              </a:custGeom>
              <a:gradFill rotWithShape="0">
                <a:gsLst>
                  <a:gs pos="0">
                    <a:srgbClr val="0C0A9E">
                      <a:alpha val="37000"/>
                    </a:srgbClr>
                  </a:gs>
                  <a:gs pos="100000">
                    <a:srgbClr val="FFFFFF">
                      <a:alpha val="37000"/>
                    </a:srgbClr>
                  </a:gs>
                </a:gsLst>
                <a:lin ang="135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tIns="61560" bIns="61560" anchor="ctr">
                <a:noAutofit/>
              </a:bodyPr>
              <a:lstStyle/>
              <a:p>
                <a:pPr defTabSz="914400">
                  <a:lnSpc>
                    <a:spcPct val="100000"/>
                  </a:lnSpc>
                  <a:tabLst>
                    <a:tab pos="0" algn="l"/>
                  </a:tabLst>
                </a:pPr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OpenSymbol"/>
                </a:endParaRPr>
              </a:p>
            </p:txBody>
          </p:sp>
          <p:sp>
            <p:nvSpPr>
              <p:cNvPr id="37" name="Google Shape;44;p2"/>
              <p:cNvSpPr/>
              <p:nvPr/>
            </p:nvSpPr>
            <p:spPr>
              <a:xfrm>
                <a:off x="7815240" y="3916440"/>
                <a:ext cx="123120" cy="123480"/>
              </a:xfrm>
              <a:custGeom>
                <a:avLst/>
                <a:gdLst>
                  <a:gd name="textAreaLeft" fmla="*/ 0 w 123120"/>
                  <a:gd name="textAreaRight" fmla="*/ 123480 w 123120"/>
                  <a:gd name="textAreaTop" fmla="*/ 0 h 123480"/>
                  <a:gd name="textAreaBottom" fmla="*/ 123840 h 123480"/>
                </a:gdLst>
                <a:ahLst/>
                <a:cxnLst/>
                <a:rect l="textAreaLeft" t="textAreaTop" r="textAreaRight" b="textAreaBottom"/>
                <a:pathLst>
                  <a:path w="4937" h="4953">
                    <a:moveTo>
                      <a:pt x="1387" y="1"/>
                    </a:moveTo>
                    <a:lnTo>
                      <a:pt x="0" y="1403"/>
                    </a:lnTo>
                    <a:lnTo>
                      <a:pt x="3535" y="4953"/>
                    </a:lnTo>
                    <a:lnTo>
                      <a:pt x="4936" y="3551"/>
                    </a:lnTo>
                    <a:lnTo>
                      <a:pt x="1387" y="1"/>
                    </a:lnTo>
                    <a:close/>
                  </a:path>
                </a:pathLst>
              </a:custGeom>
              <a:gradFill rotWithShape="0">
                <a:gsLst>
                  <a:gs pos="0">
                    <a:srgbClr val="0C0A9E">
                      <a:alpha val="37000"/>
                    </a:srgbClr>
                  </a:gs>
                  <a:gs pos="100000">
                    <a:srgbClr val="FFFFFF">
                      <a:alpha val="37000"/>
                    </a:srgbClr>
                  </a:gs>
                </a:gsLst>
                <a:lin ang="135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tIns="61920" bIns="61920" anchor="ctr">
                <a:noAutofit/>
              </a:bodyPr>
              <a:lstStyle/>
              <a:p>
                <a:pPr defTabSz="914400">
                  <a:lnSpc>
                    <a:spcPct val="100000"/>
                  </a:lnSpc>
                  <a:tabLst>
                    <a:tab pos="0" algn="l"/>
                  </a:tabLst>
                </a:pPr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OpenSymbol"/>
                </a:endParaRPr>
              </a:p>
            </p:txBody>
          </p:sp>
        </p:grpSp>
        <p:sp>
          <p:nvSpPr>
            <p:cNvPr id="38" name="Google Shape;45;p2"/>
            <p:cNvSpPr/>
            <p:nvPr/>
          </p:nvSpPr>
          <p:spPr>
            <a:xfrm>
              <a:off x="8506800" y="3039840"/>
              <a:ext cx="480600" cy="475560"/>
            </a:xfrm>
            <a:custGeom>
              <a:avLst/>
              <a:gdLst>
                <a:gd name="textAreaLeft" fmla="*/ 0 w 480600"/>
                <a:gd name="textAreaRight" fmla="*/ 480960 w 480600"/>
                <a:gd name="textAreaTop" fmla="*/ 0 h 475560"/>
                <a:gd name="textAreaBottom" fmla="*/ 475920 h 475560"/>
              </a:gdLst>
              <a:ahLst/>
              <a:cxnLst/>
              <a:rect l="textAreaLeft" t="textAreaTop" r="textAreaRight" b="textAreaBottom"/>
              <a:pathLst>
                <a:path w="36171" h="35790">
                  <a:moveTo>
                    <a:pt x="34030" y="1"/>
                  </a:moveTo>
                  <a:cubicBezTo>
                    <a:pt x="33531" y="1"/>
                    <a:pt x="33032" y="191"/>
                    <a:pt x="32651" y="572"/>
                  </a:cubicBezTo>
                  <a:cubicBezTo>
                    <a:pt x="31890" y="1334"/>
                    <a:pt x="31890" y="2568"/>
                    <a:pt x="32651" y="3330"/>
                  </a:cubicBezTo>
                  <a:cubicBezTo>
                    <a:pt x="33032" y="3711"/>
                    <a:pt x="33531" y="3901"/>
                    <a:pt x="34030" y="3901"/>
                  </a:cubicBezTo>
                  <a:cubicBezTo>
                    <a:pt x="34529" y="3901"/>
                    <a:pt x="35028" y="3711"/>
                    <a:pt x="35409" y="3330"/>
                  </a:cubicBezTo>
                  <a:cubicBezTo>
                    <a:pt x="36171" y="2568"/>
                    <a:pt x="36171" y="1334"/>
                    <a:pt x="35409" y="572"/>
                  </a:cubicBezTo>
                  <a:cubicBezTo>
                    <a:pt x="35028" y="191"/>
                    <a:pt x="34529" y="1"/>
                    <a:pt x="34030" y="1"/>
                  </a:cubicBezTo>
                  <a:close/>
                  <a:moveTo>
                    <a:pt x="27662" y="6385"/>
                  </a:moveTo>
                  <a:cubicBezTo>
                    <a:pt x="27163" y="6385"/>
                    <a:pt x="26664" y="6575"/>
                    <a:pt x="26283" y="6956"/>
                  </a:cubicBezTo>
                  <a:cubicBezTo>
                    <a:pt x="25521" y="7718"/>
                    <a:pt x="25521" y="8952"/>
                    <a:pt x="26283" y="9714"/>
                  </a:cubicBezTo>
                  <a:cubicBezTo>
                    <a:pt x="26664" y="10095"/>
                    <a:pt x="27163" y="10285"/>
                    <a:pt x="27662" y="10285"/>
                  </a:cubicBezTo>
                  <a:cubicBezTo>
                    <a:pt x="28161" y="10285"/>
                    <a:pt x="28660" y="10095"/>
                    <a:pt x="29040" y="9714"/>
                  </a:cubicBezTo>
                  <a:cubicBezTo>
                    <a:pt x="29802" y="8952"/>
                    <a:pt x="29802" y="7718"/>
                    <a:pt x="29040" y="6956"/>
                  </a:cubicBezTo>
                  <a:cubicBezTo>
                    <a:pt x="28660" y="6575"/>
                    <a:pt x="28161" y="6385"/>
                    <a:pt x="27662" y="6385"/>
                  </a:cubicBezTo>
                  <a:close/>
                  <a:moveTo>
                    <a:pt x="21285" y="12753"/>
                  </a:moveTo>
                  <a:cubicBezTo>
                    <a:pt x="20783" y="12753"/>
                    <a:pt x="20280" y="12944"/>
                    <a:pt x="19899" y="13325"/>
                  </a:cubicBezTo>
                  <a:cubicBezTo>
                    <a:pt x="19137" y="14086"/>
                    <a:pt x="19137" y="15336"/>
                    <a:pt x="19899" y="16097"/>
                  </a:cubicBezTo>
                  <a:cubicBezTo>
                    <a:pt x="20280" y="16478"/>
                    <a:pt x="20783" y="16669"/>
                    <a:pt x="21285" y="16669"/>
                  </a:cubicBezTo>
                  <a:cubicBezTo>
                    <a:pt x="21788" y="16669"/>
                    <a:pt x="22291" y="16478"/>
                    <a:pt x="22672" y="16097"/>
                  </a:cubicBezTo>
                  <a:cubicBezTo>
                    <a:pt x="23434" y="15336"/>
                    <a:pt x="23434" y="14086"/>
                    <a:pt x="22672" y="13325"/>
                  </a:cubicBezTo>
                  <a:cubicBezTo>
                    <a:pt x="22291" y="12944"/>
                    <a:pt x="21788" y="12753"/>
                    <a:pt x="21285" y="12753"/>
                  </a:cubicBezTo>
                  <a:close/>
                  <a:moveTo>
                    <a:pt x="14917" y="19128"/>
                  </a:moveTo>
                  <a:cubicBezTo>
                    <a:pt x="14415" y="19128"/>
                    <a:pt x="13913" y="19318"/>
                    <a:pt x="13530" y="19693"/>
                  </a:cubicBezTo>
                  <a:cubicBezTo>
                    <a:pt x="12768" y="20455"/>
                    <a:pt x="12768" y="21689"/>
                    <a:pt x="13530" y="22451"/>
                  </a:cubicBezTo>
                  <a:cubicBezTo>
                    <a:pt x="13911" y="22832"/>
                    <a:pt x="14410" y="23022"/>
                    <a:pt x="14909" y="23022"/>
                  </a:cubicBezTo>
                  <a:cubicBezTo>
                    <a:pt x="15408" y="23022"/>
                    <a:pt x="15907" y="22832"/>
                    <a:pt x="16288" y="22451"/>
                  </a:cubicBezTo>
                  <a:cubicBezTo>
                    <a:pt x="17050" y="21689"/>
                    <a:pt x="17050" y="20455"/>
                    <a:pt x="16288" y="19693"/>
                  </a:cubicBezTo>
                  <a:cubicBezTo>
                    <a:pt x="15909" y="19314"/>
                    <a:pt x="15413" y="19128"/>
                    <a:pt x="14917" y="19128"/>
                  </a:cubicBezTo>
                  <a:close/>
                  <a:moveTo>
                    <a:pt x="8525" y="25506"/>
                  </a:moveTo>
                  <a:cubicBezTo>
                    <a:pt x="8026" y="25506"/>
                    <a:pt x="7527" y="25696"/>
                    <a:pt x="7146" y="26077"/>
                  </a:cubicBezTo>
                  <a:cubicBezTo>
                    <a:pt x="6385" y="26839"/>
                    <a:pt x="6385" y="28073"/>
                    <a:pt x="7146" y="28835"/>
                  </a:cubicBezTo>
                  <a:cubicBezTo>
                    <a:pt x="7527" y="29216"/>
                    <a:pt x="8026" y="29406"/>
                    <a:pt x="8525" y="29406"/>
                  </a:cubicBezTo>
                  <a:cubicBezTo>
                    <a:pt x="9024" y="29406"/>
                    <a:pt x="9523" y="29216"/>
                    <a:pt x="9904" y="28835"/>
                  </a:cubicBezTo>
                  <a:cubicBezTo>
                    <a:pt x="10666" y="28073"/>
                    <a:pt x="10666" y="26839"/>
                    <a:pt x="9904" y="26077"/>
                  </a:cubicBezTo>
                  <a:cubicBezTo>
                    <a:pt x="9523" y="25696"/>
                    <a:pt x="9024" y="25506"/>
                    <a:pt x="8525" y="25506"/>
                  </a:cubicBezTo>
                  <a:close/>
                  <a:moveTo>
                    <a:pt x="2141" y="31874"/>
                  </a:moveTo>
                  <a:cubicBezTo>
                    <a:pt x="1642" y="31874"/>
                    <a:pt x="1143" y="32065"/>
                    <a:pt x="763" y="32446"/>
                  </a:cubicBezTo>
                  <a:cubicBezTo>
                    <a:pt x="1" y="33207"/>
                    <a:pt x="1" y="34457"/>
                    <a:pt x="763" y="35219"/>
                  </a:cubicBezTo>
                  <a:cubicBezTo>
                    <a:pt x="1143" y="35599"/>
                    <a:pt x="1642" y="35790"/>
                    <a:pt x="2141" y="35790"/>
                  </a:cubicBezTo>
                  <a:cubicBezTo>
                    <a:pt x="2640" y="35790"/>
                    <a:pt x="3139" y="35599"/>
                    <a:pt x="3520" y="35219"/>
                  </a:cubicBezTo>
                  <a:cubicBezTo>
                    <a:pt x="4282" y="34457"/>
                    <a:pt x="4282" y="33207"/>
                    <a:pt x="3520" y="32446"/>
                  </a:cubicBezTo>
                  <a:cubicBezTo>
                    <a:pt x="3139" y="32065"/>
                    <a:pt x="2640" y="31874"/>
                    <a:pt x="2141" y="31874"/>
                  </a:cubicBezTo>
                  <a:close/>
                </a:path>
              </a:pathLst>
            </a:custGeom>
            <a:gradFill rotWithShape="0">
              <a:gsLst>
                <a:gs pos="0">
                  <a:srgbClr val="EB9109">
                    <a:alpha val="47000"/>
                  </a:srgbClr>
                </a:gs>
                <a:gs pos="78000">
                  <a:srgbClr val="F5F8FF">
                    <a:alpha val="47000"/>
                  </a:srgbClr>
                </a:gs>
                <a:gs pos="100000">
                  <a:srgbClr val="F5F8FF">
                    <a:alpha val="47000"/>
                  </a:srgbClr>
                </a:gs>
              </a:gsLst>
              <a:lin ang="0"/>
            </a:gra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grpSp>
          <p:nvGrpSpPr>
            <p:cNvPr id="39" name="Google Shape;46;p2"/>
            <p:cNvGrpSpPr/>
            <p:nvPr/>
          </p:nvGrpSpPr>
          <p:grpSpPr>
            <a:xfrm>
              <a:off x="8413920" y="3689280"/>
              <a:ext cx="699840" cy="1650600"/>
              <a:chOff x="8413920" y="3689280"/>
              <a:chExt cx="699840" cy="1650600"/>
            </a:xfrm>
          </p:grpSpPr>
          <p:sp>
            <p:nvSpPr>
              <p:cNvPr id="40" name="Google Shape;47;p2"/>
              <p:cNvSpPr/>
              <p:nvPr/>
            </p:nvSpPr>
            <p:spPr>
              <a:xfrm>
                <a:off x="8413920" y="3689280"/>
                <a:ext cx="482760" cy="1013400"/>
              </a:xfrm>
              <a:custGeom>
                <a:avLst/>
                <a:gdLst>
                  <a:gd name="textAreaLeft" fmla="*/ 0 w 482760"/>
                  <a:gd name="textAreaRight" fmla="*/ 483120 w 482760"/>
                  <a:gd name="textAreaTop" fmla="*/ 0 h 1013400"/>
                  <a:gd name="textAreaBottom" fmla="*/ 1013760 h 1013400"/>
                </a:gdLst>
                <a:ahLst/>
                <a:cxnLst/>
                <a:rect l="textAreaLeft" t="textAreaTop" r="textAreaRight" b="textAreaBottom"/>
                <a:pathLst>
                  <a:path w="11779" h="24714">
                    <a:moveTo>
                      <a:pt x="6735" y="1"/>
                    </a:moveTo>
                    <a:lnTo>
                      <a:pt x="1" y="6750"/>
                    </a:lnTo>
                    <a:lnTo>
                      <a:pt x="229" y="6964"/>
                    </a:lnTo>
                    <a:lnTo>
                      <a:pt x="6415" y="763"/>
                    </a:lnTo>
                    <a:lnTo>
                      <a:pt x="6415" y="13165"/>
                    </a:lnTo>
                    <a:lnTo>
                      <a:pt x="11458" y="13165"/>
                    </a:lnTo>
                    <a:lnTo>
                      <a:pt x="11458" y="24713"/>
                    </a:lnTo>
                    <a:lnTo>
                      <a:pt x="11778" y="24713"/>
                    </a:lnTo>
                    <a:lnTo>
                      <a:pt x="11778" y="12860"/>
                    </a:lnTo>
                    <a:lnTo>
                      <a:pt x="6735" y="12860"/>
                    </a:lnTo>
                    <a:lnTo>
                      <a:pt x="6735" y="1"/>
                    </a:lnTo>
                    <a:close/>
                  </a:path>
                </a:pathLst>
              </a:custGeom>
              <a:gradFill rotWithShape="0">
                <a:gsLst>
                  <a:gs pos="0">
                    <a:srgbClr val="0C0A9E">
                      <a:alpha val="37000"/>
                    </a:srgbClr>
                  </a:gs>
                  <a:gs pos="100000">
                    <a:srgbClr val="FFFFFF">
                      <a:alpha val="0"/>
                    </a:srgbClr>
                  </a:gs>
                </a:gsLst>
                <a:lin ang="135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tIns="91440" bIns="91440" anchor="ctr">
                <a:noAutofit/>
              </a:bodyPr>
              <a:lstStyle/>
              <a:p>
                <a:pPr defTabSz="914400">
                  <a:lnSpc>
                    <a:spcPct val="100000"/>
                  </a:lnSpc>
                  <a:tabLst>
                    <a:tab pos="0" algn="l"/>
                  </a:tabLst>
                </a:pPr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OpenSymbol"/>
                </a:endParaRPr>
              </a:p>
            </p:txBody>
          </p:sp>
          <p:sp>
            <p:nvSpPr>
              <p:cNvPr id="41" name="Google Shape;48;p2"/>
              <p:cNvSpPr/>
              <p:nvPr/>
            </p:nvSpPr>
            <p:spPr>
              <a:xfrm>
                <a:off x="8774640" y="4113360"/>
                <a:ext cx="246600" cy="1226520"/>
              </a:xfrm>
              <a:custGeom>
                <a:avLst/>
                <a:gdLst>
                  <a:gd name="textAreaLeft" fmla="*/ 0 w 246600"/>
                  <a:gd name="textAreaRight" fmla="*/ 246960 w 246600"/>
                  <a:gd name="textAreaTop" fmla="*/ 0 h 1226520"/>
                  <a:gd name="textAreaBottom" fmla="*/ 1226880 h 1226520"/>
                </a:gdLst>
                <a:ahLst/>
                <a:cxnLst/>
                <a:rect l="textAreaLeft" t="textAreaTop" r="textAreaRight" b="textAreaBottom"/>
                <a:pathLst>
                  <a:path w="6019" h="29909">
                    <a:moveTo>
                      <a:pt x="1" y="1"/>
                    </a:moveTo>
                    <a:lnTo>
                      <a:pt x="1" y="306"/>
                    </a:lnTo>
                    <a:lnTo>
                      <a:pt x="5699" y="306"/>
                    </a:lnTo>
                    <a:lnTo>
                      <a:pt x="5699" y="29909"/>
                    </a:lnTo>
                    <a:lnTo>
                      <a:pt x="6019" y="29909"/>
                    </a:lnTo>
                    <a:lnTo>
                      <a:pt x="6019" y="1"/>
                    </a:lnTo>
                    <a:close/>
                  </a:path>
                </a:pathLst>
              </a:custGeom>
              <a:gradFill rotWithShape="0">
                <a:gsLst>
                  <a:gs pos="0">
                    <a:srgbClr val="0C0A9E">
                      <a:alpha val="37000"/>
                    </a:srgbClr>
                  </a:gs>
                  <a:gs pos="100000">
                    <a:srgbClr val="FFFFFF">
                      <a:alpha val="0"/>
                    </a:srgbClr>
                  </a:gs>
                </a:gsLst>
                <a:lin ang="135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tIns="91440" bIns="91440" anchor="ctr">
                <a:noAutofit/>
              </a:bodyPr>
              <a:lstStyle/>
              <a:p>
                <a:pPr defTabSz="914400">
                  <a:lnSpc>
                    <a:spcPct val="100000"/>
                  </a:lnSpc>
                  <a:tabLst>
                    <a:tab pos="0" algn="l"/>
                  </a:tabLst>
                </a:pPr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OpenSymbol"/>
                </a:endParaRPr>
              </a:p>
            </p:txBody>
          </p:sp>
          <p:sp>
            <p:nvSpPr>
              <p:cNvPr id="42" name="Google Shape;49;p2"/>
              <p:cNvSpPr/>
              <p:nvPr/>
            </p:nvSpPr>
            <p:spPr>
              <a:xfrm>
                <a:off x="8867160" y="4020480"/>
                <a:ext cx="246600" cy="1226520"/>
              </a:xfrm>
              <a:custGeom>
                <a:avLst/>
                <a:gdLst>
                  <a:gd name="textAreaLeft" fmla="*/ 0 w 246600"/>
                  <a:gd name="textAreaRight" fmla="*/ 246960 w 246600"/>
                  <a:gd name="textAreaTop" fmla="*/ 0 h 1226520"/>
                  <a:gd name="textAreaBottom" fmla="*/ 1226880 h 1226520"/>
                </a:gdLst>
                <a:ahLst/>
                <a:cxnLst/>
                <a:rect l="textAreaLeft" t="textAreaTop" r="textAreaRight" b="textAreaBottom"/>
                <a:pathLst>
                  <a:path w="6019" h="29909">
                    <a:moveTo>
                      <a:pt x="1" y="1"/>
                    </a:moveTo>
                    <a:lnTo>
                      <a:pt x="1" y="305"/>
                    </a:lnTo>
                    <a:lnTo>
                      <a:pt x="5714" y="305"/>
                    </a:lnTo>
                    <a:lnTo>
                      <a:pt x="5714" y="29909"/>
                    </a:lnTo>
                    <a:lnTo>
                      <a:pt x="6019" y="29909"/>
                    </a:lnTo>
                    <a:lnTo>
                      <a:pt x="6019" y="1"/>
                    </a:lnTo>
                    <a:close/>
                  </a:path>
                </a:pathLst>
              </a:custGeom>
              <a:gradFill rotWithShape="0">
                <a:gsLst>
                  <a:gs pos="0">
                    <a:srgbClr val="0C0A9E">
                      <a:alpha val="37000"/>
                    </a:srgbClr>
                  </a:gs>
                  <a:gs pos="100000">
                    <a:srgbClr val="FFFFFF">
                      <a:alpha val="0"/>
                    </a:srgbClr>
                  </a:gs>
                </a:gsLst>
                <a:lin ang="135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tIns="91440" bIns="91440" anchor="ctr">
                <a:noAutofit/>
              </a:bodyPr>
              <a:lstStyle/>
              <a:p>
                <a:pPr defTabSz="914400">
                  <a:lnSpc>
                    <a:spcPct val="100000"/>
                  </a:lnSpc>
                  <a:tabLst>
                    <a:tab pos="0" algn="l"/>
                  </a:tabLst>
                </a:pPr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OpenSymbol"/>
                </a:endParaRPr>
              </a:p>
            </p:txBody>
          </p:sp>
        </p:grpSp>
        <p:grpSp>
          <p:nvGrpSpPr>
            <p:cNvPr id="43" name="Google Shape;50;p2"/>
            <p:cNvGrpSpPr/>
            <p:nvPr/>
          </p:nvGrpSpPr>
          <p:grpSpPr>
            <a:xfrm>
              <a:off x="8021520" y="4498560"/>
              <a:ext cx="904320" cy="725760"/>
              <a:chOff x="8021520" y="4498560"/>
              <a:chExt cx="904320" cy="725760"/>
            </a:xfrm>
          </p:grpSpPr>
          <p:sp>
            <p:nvSpPr>
              <p:cNvPr id="44" name="Google Shape;51;p2"/>
              <p:cNvSpPr/>
              <p:nvPr/>
            </p:nvSpPr>
            <p:spPr>
              <a:xfrm>
                <a:off x="8253000" y="4641840"/>
                <a:ext cx="672840" cy="582480"/>
              </a:xfrm>
              <a:custGeom>
                <a:avLst/>
                <a:gdLst>
                  <a:gd name="textAreaLeft" fmla="*/ 0 w 672840"/>
                  <a:gd name="textAreaRight" fmla="*/ 673200 w 672840"/>
                  <a:gd name="textAreaTop" fmla="*/ 0 h 582480"/>
                  <a:gd name="textAreaBottom" fmla="*/ 582840 h 582480"/>
                </a:gdLst>
                <a:ahLst/>
                <a:cxnLst/>
                <a:rect l="textAreaLeft" t="textAreaTop" r="textAreaRight" b="textAreaBottom"/>
                <a:pathLst>
                  <a:path w="51285" h="44413">
                    <a:moveTo>
                      <a:pt x="12814" y="0"/>
                    </a:moveTo>
                    <a:lnTo>
                      <a:pt x="0" y="22199"/>
                    </a:lnTo>
                    <a:lnTo>
                      <a:pt x="12814" y="44413"/>
                    </a:lnTo>
                    <a:lnTo>
                      <a:pt x="38471" y="44413"/>
                    </a:lnTo>
                    <a:lnTo>
                      <a:pt x="51285" y="22199"/>
                    </a:lnTo>
                    <a:lnTo>
                      <a:pt x="38471" y="0"/>
                    </a:lnTo>
                    <a:close/>
                  </a:path>
                </a:pathLst>
              </a:custGeom>
              <a:gradFill rotWithShape="0">
                <a:gsLst>
                  <a:gs pos="0">
                    <a:srgbClr val="F5F8FF"/>
                  </a:gs>
                  <a:gs pos="22000">
                    <a:srgbClr val="F5F8FF"/>
                  </a:gs>
                  <a:gs pos="45000">
                    <a:srgbClr val="FFFFFF">
                      <a:alpha val="0"/>
                    </a:srgbClr>
                  </a:gs>
                  <a:gs pos="100000">
                    <a:srgbClr val="0C0A9E">
                      <a:alpha val="50000"/>
                    </a:srgbClr>
                  </a:gs>
                </a:gsLst>
                <a:lin ang="27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tIns="91440" bIns="91440" anchor="ctr">
                <a:noAutofit/>
              </a:bodyPr>
              <a:lstStyle/>
              <a:p>
                <a:pPr defTabSz="914400">
                  <a:lnSpc>
                    <a:spcPct val="100000"/>
                  </a:lnSpc>
                  <a:tabLst>
                    <a:tab pos="0" algn="l"/>
                  </a:tabLst>
                </a:pPr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OpenSymbol"/>
                </a:endParaRPr>
              </a:p>
            </p:txBody>
          </p:sp>
          <p:sp>
            <p:nvSpPr>
              <p:cNvPr id="45" name="Google Shape;52;p2"/>
              <p:cNvSpPr/>
              <p:nvPr/>
            </p:nvSpPr>
            <p:spPr>
              <a:xfrm>
                <a:off x="8240400" y="4498560"/>
                <a:ext cx="480600" cy="416160"/>
              </a:xfrm>
              <a:custGeom>
                <a:avLst/>
                <a:gdLst>
                  <a:gd name="textAreaLeft" fmla="*/ 0 w 480600"/>
                  <a:gd name="textAreaRight" fmla="*/ 480960 w 480600"/>
                  <a:gd name="textAreaTop" fmla="*/ 0 h 416160"/>
                  <a:gd name="textAreaBottom" fmla="*/ 416520 h 416160"/>
                </a:gdLst>
                <a:ahLst/>
                <a:cxnLst/>
                <a:rect l="textAreaLeft" t="textAreaTop" r="textAreaRight" b="textAreaBottom"/>
                <a:pathLst>
                  <a:path w="51285" h="44413">
                    <a:moveTo>
                      <a:pt x="12814" y="0"/>
                    </a:moveTo>
                    <a:lnTo>
                      <a:pt x="0" y="22199"/>
                    </a:lnTo>
                    <a:lnTo>
                      <a:pt x="12814" y="44413"/>
                    </a:lnTo>
                    <a:lnTo>
                      <a:pt x="38471" y="44413"/>
                    </a:lnTo>
                    <a:lnTo>
                      <a:pt x="51285" y="22199"/>
                    </a:lnTo>
                    <a:lnTo>
                      <a:pt x="38471" y="0"/>
                    </a:lnTo>
                    <a:close/>
                  </a:path>
                </a:pathLst>
              </a:custGeom>
              <a:gradFill rotWithShape="0">
                <a:gsLst>
                  <a:gs pos="0">
                    <a:srgbClr val="F5F8FF"/>
                  </a:gs>
                  <a:gs pos="22000">
                    <a:srgbClr val="F5F8FF"/>
                  </a:gs>
                  <a:gs pos="45000">
                    <a:srgbClr val="FFFFFF">
                      <a:alpha val="0"/>
                    </a:srgbClr>
                  </a:gs>
                  <a:gs pos="100000">
                    <a:srgbClr val="0C0A9E">
                      <a:alpha val="50000"/>
                    </a:srgbClr>
                  </a:gs>
                </a:gsLst>
                <a:lin ang="27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tIns="91440" bIns="91440" anchor="ctr">
                <a:noAutofit/>
              </a:bodyPr>
              <a:lstStyle/>
              <a:p>
                <a:pPr defTabSz="914400">
                  <a:lnSpc>
                    <a:spcPct val="100000"/>
                  </a:lnSpc>
                  <a:tabLst>
                    <a:tab pos="0" algn="l"/>
                  </a:tabLst>
                </a:pPr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OpenSymbol"/>
                </a:endParaRPr>
              </a:p>
            </p:txBody>
          </p:sp>
          <p:sp>
            <p:nvSpPr>
              <p:cNvPr id="46" name="Google Shape;53;p2"/>
              <p:cNvSpPr/>
              <p:nvPr/>
            </p:nvSpPr>
            <p:spPr>
              <a:xfrm>
                <a:off x="8021520" y="4641840"/>
                <a:ext cx="480600" cy="416160"/>
              </a:xfrm>
              <a:custGeom>
                <a:avLst/>
                <a:gdLst>
                  <a:gd name="textAreaLeft" fmla="*/ 0 w 480600"/>
                  <a:gd name="textAreaRight" fmla="*/ 480960 w 480600"/>
                  <a:gd name="textAreaTop" fmla="*/ 0 h 416160"/>
                  <a:gd name="textAreaBottom" fmla="*/ 416520 h 416160"/>
                </a:gdLst>
                <a:ahLst/>
                <a:cxnLst/>
                <a:rect l="textAreaLeft" t="textAreaTop" r="textAreaRight" b="textAreaBottom"/>
                <a:pathLst>
                  <a:path w="51285" h="44413">
                    <a:moveTo>
                      <a:pt x="12814" y="0"/>
                    </a:moveTo>
                    <a:lnTo>
                      <a:pt x="0" y="22199"/>
                    </a:lnTo>
                    <a:lnTo>
                      <a:pt x="12814" y="44413"/>
                    </a:lnTo>
                    <a:lnTo>
                      <a:pt x="38471" y="44413"/>
                    </a:lnTo>
                    <a:lnTo>
                      <a:pt x="51285" y="22199"/>
                    </a:lnTo>
                    <a:lnTo>
                      <a:pt x="38471" y="0"/>
                    </a:lnTo>
                    <a:close/>
                  </a:path>
                </a:pathLst>
              </a:custGeom>
              <a:gradFill rotWithShape="0">
                <a:gsLst>
                  <a:gs pos="0">
                    <a:srgbClr val="F5F8FF"/>
                  </a:gs>
                  <a:gs pos="22000">
                    <a:srgbClr val="F5F8FF"/>
                  </a:gs>
                  <a:gs pos="45000">
                    <a:srgbClr val="FFFFFF">
                      <a:alpha val="0"/>
                    </a:srgbClr>
                  </a:gs>
                  <a:gs pos="100000">
                    <a:srgbClr val="0C0A9E">
                      <a:alpha val="50000"/>
                    </a:srgbClr>
                  </a:gs>
                </a:gsLst>
                <a:lin ang="27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tIns="91440" bIns="91440" anchor="ctr">
                <a:noAutofit/>
              </a:bodyPr>
              <a:lstStyle/>
              <a:p>
                <a:pPr defTabSz="914400">
                  <a:lnSpc>
                    <a:spcPct val="100000"/>
                  </a:lnSpc>
                  <a:tabLst>
                    <a:tab pos="0" algn="l"/>
                  </a:tabLst>
                </a:pPr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OpenSymbol"/>
                </a:endParaRPr>
              </a:p>
            </p:txBody>
          </p:sp>
        </p:grpSp>
      </p:grpSp>
      <p:sp>
        <p:nvSpPr>
          <p:cNvPr id="47" name="PlaceHolder 1"/>
          <p:cNvSpPr>
            <a:spLocks noGrp="1"/>
          </p:cNvSpPr>
          <p:nvPr>
            <p:ph type="title"/>
          </p:nvPr>
        </p:nvSpPr>
        <p:spPr>
          <a:xfrm>
            <a:off x="1096920" y="816480"/>
            <a:ext cx="6974280" cy="232632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b">
            <a:noAutofit/>
          </a:bodyPr>
          <a:lstStyle/>
          <a:p>
            <a:pPr indent="0">
              <a:buNone/>
            </a:pPr>
            <a:r>
              <a:rPr lang="fr-FR" sz="45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Click to edit the title text format</a:t>
            </a:r>
          </a:p>
        </p:txBody>
      </p:sp>
      <p:grpSp>
        <p:nvGrpSpPr>
          <p:cNvPr id="48" name="Google Shape;56;p2"/>
          <p:cNvGrpSpPr/>
          <p:nvPr/>
        </p:nvGrpSpPr>
        <p:grpSpPr>
          <a:xfrm>
            <a:off x="-309600" y="3618000"/>
            <a:ext cx="1447920" cy="2238120"/>
            <a:chOff x="-309600" y="3618000"/>
            <a:chExt cx="1447920" cy="2238120"/>
          </a:xfrm>
        </p:grpSpPr>
        <p:grpSp>
          <p:nvGrpSpPr>
            <p:cNvPr id="49" name="Google Shape;57;p2"/>
            <p:cNvGrpSpPr/>
            <p:nvPr/>
          </p:nvGrpSpPr>
          <p:grpSpPr>
            <a:xfrm>
              <a:off x="-276480" y="3870720"/>
              <a:ext cx="981360" cy="1985400"/>
              <a:chOff x="-276480" y="3870720"/>
              <a:chExt cx="981360" cy="1985400"/>
            </a:xfrm>
          </p:grpSpPr>
          <p:sp>
            <p:nvSpPr>
              <p:cNvPr id="50" name="Google Shape;58;p2"/>
              <p:cNvSpPr/>
              <p:nvPr/>
            </p:nvSpPr>
            <p:spPr>
              <a:xfrm rot="10800000">
                <a:off x="-276120" y="3870720"/>
                <a:ext cx="844200" cy="1985040"/>
              </a:xfrm>
              <a:custGeom>
                <a:avLst/>
                <a:gdLst>
                  <a:gd name="textAreaLeft" fmla="*/ 0 w 844200"/>
                  <a:gd name="textAreaRight" fmla="*/ 844560 w 844200"/>
                  <a:gd name="textAreaTop" fmla="*/ 0 h 1985040"/>
                  <a:gd name="textAreaBottom" fmla="*/ 1985400 h 1985040"/>
                </a:gdLst>
                <a:ahLst/>
                <a:cxnLst/>
                <a:rect l="textAreaLeft" t="textAreaTop" r="textAreaRight" b="textAreaBottom"/>
                <a:pathLst>
                  <a:path w="23937" h="56267">
                    <a:moveTo>
                      <a:pt x="12997" y="1"/>
                    </a:moveTo>
                    <a:lnTo>
                      <a:pt x="12784" y="214"/>
                    </a:lnTo>
                    <a:lnTo>
                      <a:pt x="23098" y="10513"/>
                    </a:lnTo>
                    <a:cubicBezTo>
                      <a:pt x="23434" y="10864"/>
                      <a:pt x="23632" y="11321"/>
                      <a:pt x="23632" y="11808"/>
                    </a:cubicBezTo>
                    <a:cubicBezTo>
                      <a:pt x="23632" y="12311"/>
                      <a:pt x="23434" y="12768"/>
                      <a:pt x="23098" y="13104"/>
                    </a:cubicBezTo>
                    <a:lnTo>
                      <a:pt x="21925" y="14261"/>
                    </a:lnTo>
                    <a:cubicBezTo>
                      <a:pt x="21575" y="14627"/>
                      <a:pt x="21110" y="14810"/>
                      <a:pt x="20642" y="14810"/>
                    </a:cubicBezTo>
                    <a:cubicBezTo>
                      <a:pt x="20173" y="14810"/>
                      <a:pt x="19701" y="14627"/>
                      <a:pt x="19335" y="14261"/>
                    </a:cubicBezTo>
                    <a:lnTo>
                      <a:pt x="16958" y="11885"/>
                    </a:lnTo>
                    <a:cubicBezTo>
                      <a:pt x="16547" y="11489"/>
                      <a:pt x="16029" y="11260"/>
                      <a:pt x="15435" y="11260"/>
                    </a:cubicBezTo>
                    <a:cubicBezTo>
                      <a:pt x="14841" y="11260"/>
                      <a:pt x="14307" y="11489"/>
                      <a:pt x="13911" y="11885"/>
                    </a:cubicBezTo>
                    <a:lnTo>
                      <a:pt x="12525" y="13271"/>
                    </a:lnTo>
                    <a:cubicBezTo>
                      <a:pt x="12129" y="13698"/>
                      <a:pt x="11900" y="14231"/>
                      <a:pt x="11900" y="14795"/>
                    </a:cubicBezTo>
                    <a:cubicBezTo>
                      <a:pt x="11900" y="15374"/>
                      <a:pt x="12129" y="15922"/>
                      <a:pt x="12525" y="16318"/>
                    </a:cubicBezTo>
                    <a:cubicBezTo>
                      <a:pt x="12860" y="16669"/>
                      <a:pt x="13058" y="17126"/>
                      <a:pt x="13058" y="17629"/>
                    </a:cubicBezTo>
                    <a:cubicBezTo>
                      <a:pt x="13058" y="18116"/>
                      <a:pt x="12860" y="18573"/>
                      <a:pt x="12525" y="18924"/>
                    </a:cubicBezTo>
                    <a:lnTo>
                      <a:pt x="11489" y="19944"/>
                    </a:lnTo>
                    <a:cubicBezTo>
                      <a:pt x="11154" y="20295"/>
                      <a:pt x="10696" y="20478"/>
                      <a:pt x="10209" y="20478"/>
                    </a:cubicBezTo>
                    <a:lnTo>
                      <a:pt x="9569" y="20478"/>
                    </a:lnTo>
                    <a:cubicBezTo>
                      <a:pt x="8990" y="20478"/>
                      <a:pt x="8457" y="20706"/>
                      <a:pt x="8045" y="21102"/>
                    </a:cubicBezTo>
                    <a:lnTo>
                      <a:pt x="3353" y="25810"/>
                    </a:lnTo>
                    <a:cubicBezTo>
                      <a:pt x="2515" y="26648"/>
                      <a:pt x="2515" y="28004"/>
                      <a:pt x="3353" y="28842"/>
                    </a:cubicBezTo>
                    <a:lnTo>
                      <a:pt x="10529" y="36018"/>
                    </a:lnTo>
                    <a:cubicBezTo>
                      <a:pt x="10864" y="36369"/>
                      <a:pt x="11062" y="36826"/>
                      <a:pt x="11062" y="37313"/>
                    </a:cubicBezTo>
                    <a:cubicBezTo>
                      <a:pt x="11062" y="37801"/>
                      <a:pt x="10864" y="38273"/>
                      <a:pt x="10529" y="38608"/>
                    </a:cubicBezTo>
                    <a:lnTo>
                      <a:pt x="8198" y="40940"/>
                    </a:lnTo>
                    <a:cubicBezTo>
                      <a:pt x="7802" y="41351"/>
                      <a:pt x="7573" y="41884"/>
                      <a:pt x="7573" y="42463"/>
                    </a:cubicBezTo>
                    <a:lnTo>
                      <a:pt x="7573" y="47720"/>
                    </a:lnTo>
                    <a:cubicBezTo>
                      <a:pt x="7573" y="48207"/>
                      <a:pt x="7390" y="48664"/>
                      <a:pt x="7040" y="49015"/>
                    </a:cubicBezTo>
                    <a:lnTo>
                      <a:pt x="1" y="56054"/>
                    </a:lnTo>
                    <a:lnTo>
                      <a:pt x="199" y="56267"/>
                    </a:lnTo>
                    <a:lnTo>
                      <a:pt x="7268" y="49274"/>
                    </a:lnTo>
                    <a:cubicBezTo>
                      <a:pt x="7664" y="48862"/>
                      <a:pt x="7893" y="48329"/>
                      <a:pt x="7893" y="47750"/>
                    </a:cubicBezTo>
                    <a:lnTo>
                      <a:pt x="7893" y="42494"/>
                    </a:lnTo>
                    <a:cubicBezTo>
                      <a:pt x="7893" y="42006"/>
                      <a:pt x="8091" y="41549"/>
                      <a:pt x="8426" y="41199"/>
                    </a:cubicBezTo>
                    <a:lnTo>
                      <a:pt x="10757" y="38883"/>
                    </a:lnTo>
                    <a:cubicBezTo>
                      <a:pt x="11154" y="38456"/>
                      <a:pt x="11382" y="37923"/>
                      <a:pt x="11382" y="37359"/>
                    </a:cubicBezTo>
                    <a:cubicBezTo>
                      <a:pt x="11382" y="36765"/>
                      <a:pt x="11154" y="36232"/>
                      <a:pt x="10757" y="35835"/>
                    </a:cubicBezTo>
                    <a:lnTo>
                      <a:pt x="3581" y="28644"/>
                    </a:lnTo>
                    <a:cubicBezTo>
                      <a:pt x="2850" y="27943"/>
                      <a:pt x="2850" y="26785"/>
                      <a:pt x="3581" y="26054"/>
                    </a:cubicBezTo>
                    <a:lnTo>
                      <a:pt x="8274" y="21346"/>
                    </a:lnTo>
                    <a:cubicBezTo>
                      <a:pt x="8624" y="21011"/>
                      <a:pt x="9081" y="20813"/>
                      <a:pt x="9569" y="20813"/>
                    </a:cubicBezTo>
                    <a:lnTo>
                      <a:pt x="10209" y="20813"/>
                    </a:lnTo>
                    <a:cubicBezTo>
                      <a:pt x="10788" y="20813"/>
                      <a:pt x="11321" y="20584"/>
                      <a:pt x="11732" y="20188"/>
                    </a:cubicBezTo>
                    <a:lnTo>
                      <a:pt x="12753" y="19167"/>
                    </a:lnTo>
                    <a:cubicBezTo>
                      <a:pt x="13149" y="18741"/>
                      <a:pt x="13378" y="18208"/>
                      <a:pt x="13378" y="17644"/>
                    </a:cubicBezTo>
                    <a:cubicBezTo>
                      <a:pt x="13378" y="17050"/>
                      <a:pt x="13149" y="16516"/>
                      <a:pt x="12753" y="16120"/>
                    </a:cubicBezTo>
                    <a:cubicBezTo>
                      <a:pt x="12418" y="15770"/>
                      <a:pt x="12220" y="15313"/>
                      <a:pt x="12220" y="14825"/>
                    </a:cubicBezTo>
                    <a:cubicBezTo>
                      <a:pt x="12220" y="14322"/>
                      <a:pt x="12418" y="13865"/>
                      <a:pt x="12753" y="13530"/>
                    </a:cubicBezTo>
                    <a:lnTo>
                      <a:pt x="14140" y="12128"/>
                    </a:lnTo>
                    <a:cubicBezTo>
                      <a:pt x="14490" y="11793"/>
                      <a:pt x="14947" y="11595"/>
                      <a:pt x="15435" y="11595"/>
                    </a:cubicBezTo>
                    <a:cubicBezTo>
                      <a:pt x="15938" y="11595"/>
                      <a:pt x="16395" y="11793"/>
                      <a:pt x="16730" y="12128"/>
                    </a:cubicBezTo>
                    <a:lnTo>
                      <a:pt x="19107" y="14520"/>
                    </a:lnTo>
                    <a:cubicBezTo>
                      <a:pt x="19526" y="14939"/>
                      <a:pt x="20074" y="15149"/>
                      <a:pt x="20623" y="15149"/>
                    </a:cubicBezTo>
                    <a:cubicBezTo>
                      <a:pt x="21171" y="15149"/>
                      <a:pt x="21720" y="14939"/>
                      <a:pt x="22139" y="14520"/>
                    </a:cubicBezTo>
                    <a:lnTo>
                      <a:pt x="23297" y="13347"/>
                    </a:lnTo>
                    <a:cubicBezTo>
                      <a:pt x="23708" y="12936"/>
                      <a:pt x="23936" y="12403"/>
                      <a:pt x="23936" y="11824"/>
                    </a:cubicBezTo>
                    <a:cubicBezTo>
                      <a:pt x="23936" y="11260"/>
                      <a:pt x="23708" y="10711"/>
                      <a:pt x="23297" y="10300"/>
                    </a:cubicBezTo>
                    <a:lnTo>
                      <a:pt x="12997" y="1"/>
                    </a:lnTo>
                    <a:close/>
                  </a:path>
                </a:pathLst>
              </a:custGeom>
              <a:gradFill rotWithShape="0">
                <a:gsLst>
                  <a:gs pos="0">
                    <a:srgbClr val="0C0A9E"/>
                  </a:gs>
                  <a:gs pos="100000">
                    <a:srgbClr val="FFFFFF">
                      <a:alpha val="0"/>
                    </a:srgbClr>
                  </a:gs>
                </a:gsLst>
                <a:lin ang="162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tIns="91440" bIns="91440" anchor="ctr">
                <a:noAutofit/>
              </a:bodyPr>
              <a:lstStyle/>
              <a:p>
                <a:pPr defTabSz="914400">
                  <a:lnSpc>
                    <a:spcPct val="100000"/>
                  </a:lnSpc>
                  <a:tabLst>
                    <a:tab pos="0" algn="l"/>
                  </a:tabLst>
                </a:pPr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OpenSymbol"/>
                </a:endParaRPr>
              </a:p>
            </p:txBody>
          </p:sp>
          <p:sp>
            <p:nvSpPr>
              <p:cNvPr id="51" name="Google Shape;59;p2"/>
              <p:cNvSpPr/>
              <p:nvPr/>
            </p:nvSpPr>
            <p:spPr>
              <a:xfrm rot="10800000">
                <a:off x="-138960" y="3871080"/>
                <a:ext cx="844200" cy="1985040"/>
              </a:xfrm>
              <a:custGeom>
                <a:avLst/>
                <a:gdLst>
                  <a:gd name="textAreaLeft" fmla="*/ 0 w 844200"/>
                  <a:gd name="textAreaRight" fmla="*/ 844560 w 844200"/>
                  <a:gd name="textAreaTop" fmla="*/ 0 h 1985040"/>
                  <a:gd name="textAreaBottom" fmla="*/ 1985400 h 1985040"/>
                </a:gdLst>
                <a:ahLst/>
                <a:cxnLst/>
                <a:rect l="textAreaLeft" t="textAreaTop" r="textAreaRight" b="textAreaBottom"/>
                <a:pathLst>
                  <a:path w="23937" h="56267">
                    <a:moveTo>
                      <a:pt x="12997" y="0"/>
                    </a:moveTo>
                    <a:lnTo>
                      <a:pt x="12784" y="214"/>
                    </a:lnTo>
                    <a:lnTo>
                      <a:pt x="23098" y="10513"/>
                    </a:lnTo>
                    <a:cubicBezTo>
                      <a:pt x="23434" y="10848"/>
                      <a:pt x="23632" y="11305"/>
                      <a:pt x="23632" y="11808"/>
                    </a:cubicBezTo>
                    <a:cubicBezTo>
                      <a:pt x="23632" y="12296"/>
                      <a:pt x="23434" y="12753"/>
                      <a:pt x="23098" y="13103"/>
                    </a:cubicBezTo>
                    <a:lnTo>
                      <a:pt x="21925" y="14261"/>
                    </a:lnTo>
                    <a:cubicBezTo>
                      <a:pt x="21575" y="14627"/>
                      <a:pt x="21110" y="14810"/>
                      <a:pt x="20642" y="14810"/>
                    </a:cubicBezTo>
                    <a:cubicBezTo>
                      <a:pt x="20173" y="14810"/>
                      <a:pt x="19701" y="14627"/>
                      <a:pt x="19335" y="14261"/>
                    </a:cubicBezTo>
                    <a:lnTo>
                      <a:pt x="16958" y="11884"/>
                    </a:lnTo>
                    <a:cubicBezTo>
                      <a:pt x="16547" y="11488"/>
                      <a:pt x="16029" y="11260"/>
                      <a:pt x="15435" y="11260"/>
                    </a:cubicBezTo>
                    <a:cubicBezTo>
                      <a:pt x="14840" y="11260"/>
                      <a:pt x="14307" y="11488"/>
                      <a:pt x="13911" y="11884"/>
                    </a:cubicBezTo>
                    <a:lnTo>
                      <a:pt x="12525" y="13271"/>
                    </a:lnTo>
                    <a:cubicBezTo>
                      <a:pt x="11687" y="14109"/>
                      <a:pt x="11687" y="15465"/>
                      <a:pt x="12525" y="16303"/>
                    </a:cubicBezTo>
                    <a:cubicBezTo>
                      <a:pt x="12860" y="16638"/>
                      <a:pt x="13058" y="17095"/>
                      <a:pt x="13058" y="17598"/>
                    </a:cubicBezTo>
                    <a:cubicBezTo>
                      <a:pt x="13058" y="18085"/>
                      <a:pt x="12860" y="18543"/>
                      <a:pt x="12525" y="18893"/>
                    </a:cubicBezTo>
                    <a:lnTo>
                      <a:pt x="11489" y="19914"/>
                    </a:lnTo>
                    <a:cubicBezTo>
                      <a:pt x="11153" y="20264"/>
                      <a:pt x="10696" y="20447"/>
                      <a:pt x="10193" y="20447"/>
                    </a:cubicBezTo>
                    <a:lnTo>
                      <a:pt x="9569" y="20447"/>
                    </a:lnTo>
                    <a:cubicBezTo>
                      <a:pt x="8975" y="20447"/>
                      <a:pt x="8441" y="20676"/>
                      <a:pt x="8045" y="21087"/>
                    </a:cubicBezTo>
                    <a:lnTo>
                      <a:pt x="3337" y="25780"/>
                    </a:lnTo>
                    <a:cubicBezTo>
                      <a:pt x="2941" y="26206"/>
                      <a:pt x="2713" y="26739"/>
                      <a:pt x="2713" y="27303"/>
                    </a:cubicBezTo>
                    <a:cubicBezTo>
                      <a:pt x="2713" y="27897"/>
                      <a:pt x="2941" y="28431"/>
                      <a:pt x="3337" y="28827"/>
                    </a:cubicBezTo>
                    <a:lnTo>
                      <a:pt x="10529" y="36018"/>
                    </a:lnTo>
                    <a:cubicBezTo>
                      <a:pt x="11245" y="36719"/>
                      <a:pt x="11245" y="37877"/>
                      <a:pt x="10529" y="38608"/>
                    </a:cubicBezTo>
                    <a:lnTo>
                      <a:pt x="8198" y="40924"/>
                    </a:lnTo>
                    <a:cubicBezTo>
                      <a:pt x="7801" y="41351"/>
                      <a:pt x="7573" y="41884"/>
                      <a:pt x="7573" y="42448"/>
                    </a:cubicBezTo>
                    <a:lnTo>
                      <a:pt x="7573" y="47704"/>
                    </a:lnTo>
                    <a:cubicBezTo>
                      <a:pt x="7573" y="48207"/>
                      <a:pt x="7375" y="48664"/>
                      <a:pt x="7040" y="48999"/>
                    </a:cubicBezTo>
                    <a:lnTo>
                      <a:pt x="1" y="56053"/>
                    </a:lnTo>
                    <a:lnTo>
                      <a:pt x="199" y="56267"/>
                    </a:lnTo>
                    <a:lnTo>
                      <a:pt x="7268" y="49212"/>
                    </a:lnTo>
                    <a:cubicBezTo>
                      <a:pt x="7664" y="48801"/>
                      <a:pt x="7893" y="48268"/>
                      <a:pt x="7893" y="47689"/>
                    </a:cubicBezTo>
                    <a:lnTo>
                      <a:pt x="7893" y="42432"/>
                    </a:lnTo>
                    <a:cubicBezTo>
                      <a:pt x="7893" y="41945"/>
                      <a:pt x="8091" y="41473"/>
                      <a:pt x="8426" y="41137"/>
                    </a:cubicBezTo>
                    <a:lnTo>
                      <a:pt x="10757" y="38806"/>
                    </a:lnTo>
                    <a:cubicBezTo>
                      <a:pt x="11595" y="37984"/>
                      <a:pt x="11595" y="36628"/>
                      <a:pt x="10757" y="35790"/>
                    </a:cubicBezTo>
                    <a:lnTo>
                      <a:pt x="3581" y="28598"/>
                    </a:lnTo>
                    <a:cubicBezTo>
                      <a:pt x="3231" y="28263"/>
                      <a:pt x="3048" y="27806"/>
                      <a:pt x="3048" y="27318"/>
                    </a:cubicBezTo>
                    <a:cubicBezTo>
                      <a:pt x="3048" y="26816"/>
                      <a:pt x="3231" y="26359"/>
                      <a:pt x="3581" y="26023"/>
                    </a:cubicBezTo>
                    <a:lnTo>
                      <a:pt x="8274" y="21346"/>
                    </a:lnTo>
                    <a:cubicBezTo>
                      <a:pt x="8624" y="21011"/>
                      <a:pt x="9081" y="20813"/>
                      <a:pt x="9569" y="20813"/>
                    </a:cubicBezTo>
                    <a:lnTo>
                      <a:pt x="10209" y="20813"/>
                    </a:lnTo>
                    <a:cubicBezTo>
                      <a:pt x="10788" y="20813"/>
                      <a:pt x="11321" y="20584"/>
                      <a:pt x="11732" y="20188"/>
                    </a:cubicBezTo>
                    <a:lnTo>
                      <a:pt x="12753" y="19152"/>
                    </a:lnTo>
                    <a:cubicBezTo>
                      <a:pt x="13149" y="18741"/>
                      <a:pt x="13378" y="18207"/>
                      <a:pt x="13378" y="17628"/>
                    </a:cubicBezTo>
                    <a:cubicBezTo>
                      <a:pt x="13378" y="17049"/>
                      <a:pt x="13149" y="16516"/>
                      <a:pt x="12753" y="16105"/>
                    </a:cubicBezTo>
                    <a:cubicBezTo>
                      <a:pt x="12037" y="15404"/>
                      <a:pt x="12037" y="14246"/>
                      <a:pt x="12753" y="13515"/>
                    </a:cubicBezTo>
                    <a:lnTo>
                      <a:pt x="14140" y="12128"/>
                    </a:lnTo>
                    <a:cubicBezTo>
                      <a:pt x="14490" y="11793"/>
                      <a:pt x="14947" y="11595"/>
                      <a:pt x="15435" y="11595"/>
                    </a:cubicBezTo>
                    <a:cubicBezTo>
                      <a:pt x="15937" y="11595"/>
                      <a:pt x="16395" y="11793"/>
                      <a:pt x="16730" y="12128"/>
                    </a:cubicBezTo>
                    <a:lnTo>
                      <a:pt x="19106" y="14505"/>
                    </a:lnTo>
                    <a:cubicBezTo>
                      <a:pt x="19525" y="14924"/>
                      <a:pt x="20074" y="15133"/>
                      <a:pt x="20622" y="15133"/>
                    </a:cubicBezTo>
                    <a:cubicBezTo>
                      <a:pt x="21171" y="15133"/>
                      <a:pt x="21719" y="14924"/>
                      <a:pt x="22138" y="14505"/>
                    </a:cubicBezTo>
                    <a:lnTo>
                      <a:pt x="23296" y="13347"/>
                    </a:lnTo>
                    <a:cubicBezTo>
                      <a:pt x="23708" y="12936"/>
                      <a:pt x="23936" y="12402"/>
                      <a:pt x="23936" y="11823"/>
                    </a:cubicBezTo>
                    <a:cubicBezTo>
                      <a:pt x="23936" y="11229"/>
                      <a:pt x="23708" y="10696"/>
                      <a:pt x="23296" y="10300"/>
                    </a:cubicBezTo>
                    <a:lnTo>
                      <a:pt x="12997" y="0"/>
                    </a:lnTo>
                    <a:close/>
                  </a:path>
                </a:pathLst>
              </a:custGeom>
              <a:gradFill rotWithShape="0">
                <a:gsLst>
                  <a:gs pos="0">
                    <a:srgbClr val="0C0A9E"/>
                  </a:gs>
                  <a:gs pos="100000">
                    <a:srgbClr val="FFFFFF">
                      <a:alpha val="0"/>
                    </a:srgbClr>
                  </a:gs>
                </a:gsLst>
                <a:lin ang="162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tIns="91440" bIns="91440" anchor="ctr">
                <a:noAutofit/>
              </a:bodyPr>
              <a:lstStyle/>
              <a:p>
                <a:pPr defTabSz="914400">
                  <a:lnSpc>
                    <a:spcPct val="100000"/>
                  </a:lnSpc>
                  <a:tabLst>
                    <a:tab pos="0" algn="l"/>
                  </a:tabLst>
                </a:pPr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OpenSymbol"/>
                </a:endParaRPr>
              </a:p>
            </p:txBody>
          </p:sp>
        </p:grpSp>
        <p:grpSp>
          <p:nvGrpSpPr>
            <p:cNvPr id="52" name="Google Shape;60;p2"/>
            <p:cNvGrpSpPr/>
            <p:nvPr/>
          </p:nvGrpSpPr>
          <p:grpSpPr>
            <a:xfrm>
              <a:off x="363240" y="4906800"/>
              <a:ext cx="699120" cy="478080"/>
              <a:chOff x="363240" y="4906800"/>
              <a:chExt cx="699120" cy="478080"/>
            </a:xfrm>
          </p:grpSpPr>
          <p:grpSp>
            <p:nvGrpSpPr>
              <p:cNvPr id="53" name="Google Shape;61;p2"/>
              <p:cNvGrpSpPr/>
              <p:nvPr/>
            </p:nvGrpSpPr>
            <p:grpSpPr>
              <a:xfrm>
                <a:off x="363240" y="4906800"/>
                <a:ext cx="478080" cy="478080"/>
                <a:chOff x="363240" y="4906800"/>
                <a:chExt cx="478080" cy="478080"/>
              </a:xfrm>
            </p:grpSpPr>
            <p:sp>
              <p:nvSpPr>
                <p:cNvPr id="54" name="Google Shape;62;p2"/>
                <p:cNvSpPr/>
                <p:nvPr/>
              </p:nvSpPr>
              <p:spPr>
                <a:xfrm rot="2700000">
                  <a:off x="429480" y="4980240"/>
                  <a:ext cx="345240" cy="330840"/>
                </a:xfrm>
                <a:custGeom>
                  <a:avLst/>
                  <a:gdLst>
                    <a:gd name="textAreaLeft" fmla="*/ 0 w 345240"/>
                    <a:gd name="textAreaRight" fmla="*/ 345600 w 345240"/>
                    <a:gd name="textAreaTop" fmla="*/ 0 h 330840"/>
                    <a:gd name="textAreaBottom" fmla="*/ 331200 h 330840"/>
                  </a:gdLst>
                  <a:ahLst/>
                  <a:cxnLst/>
                  <a:rect l="textAreaLeft" t="textAreaTop" r="textAreaRight" b="textAreaBottom"/>
                  <a:pathLst>
                    <a:path w="36902" h="35337">
                      <a:moveTo>
                        <a:pt x="18449" y="1"/>
                      </a:moveTo>
                      <a:cubicBezTo>
                        <a:pt x="16409" y="1"/>
                        <a:pt x="14368" y="778"/>
                        <a:pt x="12814" y="2332"/>
                      </a:cubicBezTo>
                      <a:lnTo>
                        <a:pt x="3108" y="12037"/>
                      </a:lnTo>
                      <a:cubicBezTo>
                        <a:pt x="0" y="15145"/>
                        <a:pt x="0" y="20189"/>
                        <a:pt x="3108" y="23297"/>
                      </a:cubicBezTo>
                      <a:lnTo>
                        <a:pt x="12814" y="33017"/>
                      </a:lnTo>
                      <a:cubicBezTo>
                        <a:pt x="14368" y="34564"/>
                        <a:pt x="16405" y="35337"/>
                        <a:pt x="18443" y="35337"/>
                      </a:cubicBezTo>
                      <a:cubicBezTo>
                        <a:pt x="20481" y="35337"/>
                        <a:pt x="22519" y="34564"/>
                        <a:pt x="24073" y="33017"/>
                      </a:cubicBezTo>
                      <a:lnTo>
                        <a:pt x="33794" y="23297"/>
                      </a:lnTo>
                      <a:cubicBezTo>
                        <a:pt x="36902" y="20189"/>
                        <a:pt x="36902" y="15145"/>
                        <a:pt x="33794" y="12037"/>
                      </a:cubicBezTo>
                      <a:lnTo>
                        <a:pt x="24073" y="2332"/>
                      </a:lnTo>
                      <a:cubicBezTo>
                        <a:pt x="22527" y="778"/>
                        <a:pt x="20489" y="1"/>
                        <a:pt x="18449" y="1"/>
                      </a:cubicBezTo>
                      <a:close/>
                    </a:path>
                  </a:pathLst>
                </a:custGeom>
                <a:gradFill rotWithShape="0">
                  <a:gsLst>
                    <a:gs pos="0">
                      <a:srgbClr val="F5F8FF"/>
                    </a:gs>
                    <a:gs pos="18000">
                      <a:srgbClr val="F5F8FF"/>
                    </a:gs>
                    <a:gs pos="56000">
                      <a:srgbClr val="FFFFFF">
                        <a:alpha val="0"/>
                      </a:srgbClr>
                    </a:gs>
                    <a:gs pos="74000">
                      <a:srgbClr val="F5F8FF"/>
                    </a:gs>
                    <a:gs pos="100000">
                      <a:srgbClr val="9900FF">
                        <a:alpha val="29000"/>
                      </a:srgbClr>
                    </a:gs>
                  </a:gsLst>
                  <a:path path="circle">
                    <a:fillToRect r="100000" b="100000"/>
                  </a:path>
                </a:gradFill>
                <a:ln w="0"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91440" bIns="91440" anchor="ctr">
                  <a:noAutofit/>
                </a:bodyPr>
                <a:lstStyle/>
                <a:p>
                  <a:pPr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OpenSymbol"/>
                  </a:endParaRPr>
                </a:p>
              </p:txBody>
            </p:sp>
            <p:grpSp>
              <p:nvGrpSpPr>
                <p:cNvPr id="55" name="Google Shape;63;p2"/>
                <p:cNvGrpSpPr/>
                <p:nvPr/>
              </p:nvGrpSpPr>
              <p:grpSpPr>
                <a:xfrm>
                  <a:off x="408240" y="5007600"/>
                  <a:ext cx="387360" cy="223200"/>
                  <a:chOff x="408240" y="5007600"/>
                  <a:chExt cx="387360" cy="223200"/>
                </a:xfrm>
              </p:grpSpPr>
              <p:sp>
                <p:nvSpPr>
                  <p:cNvPr id="56" name="Google Shape;64;p2"/>
                  <p:cNvSpPr/>
                  <p:nvPr/>
                </p:nvSpPr>
                <p:spPr>
                  <a:xfrm rot="2700000">
                    <a:off x="441000" y="5040000"/>
                    <a:ext cx="157680" cy="157680"/>
                  </a:xfrm>
                  <a:custGeom>
                    <a:avLst/>
                    <a:gdLst>
                      <a:gd name="textAreaLeft" fmla="*/ 0 w 157680"/>
                      <a:gd name="textAreaRight" fmla="*/ 158040 w 157680"/>
                      <a:gd name="textAreaTop" fmla="*/ 0 h 157680"/>
                      <a:gd name="textAreaBottom" fmla="*/ 158040 h 157680"/>
                    </a:gdLst>
                    <a:ahLst/>
                    <a:cxnLst/>
                    <a:rect l="textAreaLeft" t="textAreaTop" r="textAreaRight" b="textAreaBottom"/>
                    <a:pathLst>
                      <a:path w="27121" h="27121">
                        <a:moveTo>
                          <a:pt x="381" y="1"/>
                        </a:moveTo>
                        <a:lnTo>
                          <a:pt x="0" y="382"/>
                        </a:lnTo>
                        <a:lnTo>
                          <a:pt x="26739" y="27121"/>
                        </a:lnTo>
                        <a:lnTo>
                          <a:pt x="27120" y="26740"/>
                        </a:lnTo>
                        <a:lnTo>
                          <a:pt x="381" y="1"/>
                        </a:lnTo>
                        <a:close/>
                      </a:path>
                    </a:pathLst>
                  </a:custGeom>
                  <a:gradFill rotWithShape="0">
                    <a:gsLst>
                      <a:gs pos="0">
                        <a:srgbClr val="9900FF">
                          <a:alpha val="47000"/>
                        </a:srgbClr>
                      </a:gs>
                      <a:gs pos="100000">
                        <a:srgbClr val="FFFFFF">
                          <a:alpha val="47000"/>
                        </a:srgbClr>
                      </a:gs>
                    </a:gsLst>
                    <a:lin ang="5400000"/>
                  </a:gradFill>
                  <a:ln w="0"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/>
                </p:style>
                <p:txBody>
                  <a:bodyPr tIns="78840" bIns="78840" anchor="ctr">
                    <a:noAutofit/>
                  </a:bodyPr>
                  <a:lstStyle/>
                  <a:p>
                    <a:pPr defTabSz="914400">
                      <a:lnSpc>
                        <a:spcPct val="100000"/>
                      </a:lnSpc>
                      <a:tabLst>
                        <a:tab pos="0" algn="l"/>
                      </a:tabLst>
                    </a:pPr>
                    <a:endParaRPr lang="en-US" sz="1800" b="0" u="none" strike="noStrike">
                      <a:solidFill>
                        <a:srgbClr val="000000"/>
                      </a:solidFill>
                      <a:effectLst/>
                      <a:uFillTx/>
                      <a:latin typeface="OpenSymbol"/>
                    </a:endParaRPr>
                  </a:p>
                </p:txBody>
              </p:sp>
              <p:sp>
                <p:nvSpPr>
                  <p:cNvPr id="57" name="Google Shape;65;p2"/>
                  <p:cNvSpPr/>
                  <p:nvPr/>
                </p:nvSpPr>
                <p:spPr>
                  <a:xfrm rot="2700000">
                    <a:off x="482040" y="5040360"/>
                    <a:ext cx="157680" cy="157680"/>
                  </a:xfrm>
                  <a:custGeom>
                    <a:avLst/>
                    <a:gdLst>
                      <a:gd name="textAreaLeft" fmla="*/ 0 w 157680"/>
                      <a:gd name="textAreaRight" fmla="*/ 158040 w 157680"/>
                      <a:gd name="textAreaTop" fmla="*/ 0 h 157680"/>
                      <a:gd name="textAreaBottom" fmla="*/ 158040 h 157680"/>
                    </a:gdLst>
                    <a:ahLst/>
                    <a:cxnLst/>
                    <a:rect l="textAreaLeft" t="textAreaTop" r="textAreaRight" b="textAreaBottom"/>
                    <a:pathLst>
                      <a:path w="27121" h="27121">
                        <a:moveTo>
                          <a:pt x="366" y="1"/>
                        </a:moveTo>
                        <a:lnTo>
                          <a:pt x="0" y="382"/>
                        </a:lnTo>
                        <a:lnTo>
                          <a:pt x="26739" y="27121"/>
                        </a:lnTo>
                        <a:lnTo>
                          <a:pt x="27120" y="26740"/>
                        </a:lnTo>
                        <a:lnTo>
                          <a:pt x="366" y="1"/>
                        </a:lnTo>
                        <a:close/>
                      </a:path>
                    </a:pathLst>
                  </a:custGeom>
                  <a:gradFill rotWithShape="0">
                    <a:gsLst>
                      <a:gs pos="0">
                        <a:srgbClr val="9900FF">
                          <a:alpha val="47000"/>
                        </a:srgbClr>
                      </a:gs>
                      <a:gs pos="100000">
                        <a:srgbClr val="FFFFFF">
                          <a:alpha val="47000"/>
                        </a:srgbClr>
                      </a:gs>
                    </a:gsLst>
                    <a:lin ang="5400000"/>
                  </a:gradFill>
                  <a:ln w="0"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/>
                </p:style>
                <p:txBody>
                  <a:bodyPr tIns="78840" bIns="78840" anchor="ctr">
                    <a:noAutofit/>
                  </a:bodyPr>
                  <a:lstStyle/>
                  <a:p>
                    <a:pPr defTabSz="914400">
                      <a:lnSpc>
                        <a:spcPct val="100000"/>
                      </a:lnSpc>
                      <a:tabLst>
                        <a:tab pos="0" algn="l"/>
                      </a:tabLst>
                    </a:pPr>
                    <a:endParaRPr lang="en-US" sz="1800" b="0" u="none" strike="noStrike">
                      <a:solidFill>
                        <a:srgbClr val="000000"/>
                      </a:solidFill>
                      <a:effectLst/>
                      <a:uFillTx/>
                      <a:latin typeface="OpenSymbol"/>
                    </a:endParaRPr>
                  </a:p>
                </p:txBody>
              </p:sp>
              <p:sp>
                <p:nvSpPr>
                  <p:cNvPr id="58" name="Google Shape;66;p2"/>
                  <p:cNvSpPr/>
                  <p:nvPr/>
                </p:nvSpPr>
                <p:spPr>
                  <a:xfrm rot="2700000">
                    <a:off x="523080" y="5040000"/>
                    <a:ext cx="157680" cy="157680"/>
                  </a:xfrm>
                  <a:custGeom>
                    <a:avLst/>
                    <a:gdLst>
                      <a:gd name="textAreaLeft" fmla="*/ 0 w 157680"/>
                      <a:gd name="textAreaRight" fmla="*/ 158040 w 157680"/>
                      <a:gd name="textAreaTop" fmla="*/ 0 h 157680"/>
                      <a:gd name="textAreaBottom" fmla="*/ 158040 h 157680"/>
                    </a:gdLst>
                    <a:ahLst/>
                    <a:cxnLst/>
                    <a:rect l="textAreaLeft" t="textAreaTop" r="textAreaRight" b="textAreaBottom"/>
                    <a:pathLst>
                      <a:path w="27121" h="27121">
                        <a:moveTo>
                          <a:pt x="366" y="1"/>
                        </a:moveTo>
                        <a:lnTo>
                          <a:pt x="1" y="381"/>
                        </a:lnTo>
                        <a:lnTo>
                          <a:pt x="26740" y="27120"/>
                        </a:lnTo>
                        <a:lnTo>
                          <a:pt x="27121" y="26755"/>
                        </a:lnTo>
                        <a:lnTo>
                          <a:pt x="366" y="1"/>
                        </a:lnTo>
                        <a:close/>
                      </a:path>
                    </a:pathLst>
                  </a:custGeom>
                  <a:gradFill rotWithShape="0">
                    <a:gsLst>
                      <a:gs pos="0">
                        <a:srgbClr val="9900FF">
                          <a:alpha val="47000"/>
                        </a:srgbClr>
                      </a:gs>
                      <a:gs pos="100000">
                        <a:srgbClr val="FFFFFF">
                          <a:alpha val="47000"/>
                        </a:srgbClr>
                      </a:gs>
                    </a:gsLst>
                    <a:lin ang="5400000"/>
                  </a:gradFill>
                  <a:ln w="0"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/>
                </p:style>
                <p:txBody>
                  <a:bodyPr tIns="78840" bIns="78840" anchor="ctr">
                    <a:noAutofit/>
                  </a:bodyPr>
                  <a:lstStyle/>
                  <a:p>
                    <a:pPr defTabSz="914400">
                      <a:lnSpc>
                        <a:spcPct val="100000"/>
                      </a:lnSpc>
                      <a:tabLst>
                        <a:tab pos="0" algn="l"/>
                      </a:tabLst>
                    </a:pPr>
                    <a:endParaRPr lang="en-US" sz="1800" b="0" u="none" strike="noStrike">
                      <a:solidFill>
                        <a:srgbClr val="000000"/>
                      </a:solidFill>
                      <a:effectLst/>
                      <a:uFillTx/>
                      <a:latin typeface="OpenSymbol"/>
                    </a:endParaRPr>
                  </a:p>
                </p:txBody>
              </p:sp>
              <p:sp>
                <p:nvSpPr>
                  <p:cNvPr id="59" name="Google Shape;67;p2"/>
                  <p:cNvSpPr/>
                  <p:nvPr/>
                </p:nvSpPr>
                <p:spPr>
                  <a:xfrm rot="2700000">
                    <a:off x="564120" y="5040000"/>
                    <a:ext cx="157680" cy="157680"/>
                  </a:xfrm>
                  <a:custGeom>
                    <a:avLst/>
                    <a:gdLst>
                      <a:gd name="textAreaLeft" fmla="*/ 0 w 157680"/>
                      <a:gd name="textAreaRight" fmla="*/ 158040 w 157680"/>
                      <a:gd name="textAreaTop" fmla="*/ 0 h 157680"/>
                      <a:gd name="textAreaBottom" fmla="*/ 158040 h 157680"/>
                    </a:gdLst>
                    <a:ahLst/>
                    <a:cxnLst/>
                    <a:rect l="textAreaLeft" t="textAreaTop" r="textAreaRight" b="textAreaBottom"/>
                    <a:pathLst>
                      <a:path w="27121" h="27121">
                        <a:moveTo>
                          <a:pt x="381" y="1"/>
                        </a:moveTo>
                        <a:lnTo>
                          <a:pt x="0" y="382"/>
                        </a:lnTo>
                        <a:lnTo>
                          <a:pt x="26755" y="27121"/>
                        </a:lnTo>
                        <a:lnTo>
                          <a:pt x="27120" y="26755"/>
                        </a:lnTo>
                        <a:lnTo>
                          <a:pt x="381" y="1"/>
                        </a:lnTo>
                        <a:close/>
                      </a:path>
                    </a:pathLst>
                  </a:custGeom>
                  <a:gradFill rotWithShape="0">
                    <a:gsLst>
                      <a:gs pos="0">
                        <a:srgbClr val="9900FF">
                          <a:alpha val="47000"/>
                        </a:srgbClr>
                      </a:gs>
                      <a:gs pos="100000">
                        <a:srgbClr val="FFFFFF">
                          <a:alpha val="47000"/>
                        </a:srgbClr>
                      </a:gs>
                    </a:gsLst>
                    <a:lin ang="5400000"/>
                  </a:gradFill>
                  <a:ln w="0"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/>
                </p:style>
                <p:txBody>
                  <a:bodyPr tIns="78840" bIns="78840" anchor="ctr">
                    <a:noAutofit/>
                  </a:bodyPr>
                  <a:lstStyle/>
                  <a:p>
                    <a:pPr defTabSz="914400">
                      <a:lnSpc>
                        <a:spcPct val="100000"/>
                      </a:lnSpc>
                      <a:tabLst>
                        <a:tab pos="0" algn="l"/>
                      </a:tabLst>
                    </a:pPr>
                    <a:endParaRPr lang="en-US" sz="1800" b="0" u="none" strike="noStrike">
                      <a:solidFill>
                        <a:srgbClr val="000000"/>
                      </a:solidFill>
                      <a:effectLst/>
                      <a:uFillTx/>
                      <a:latin typeface="OpenSymbol"/>
                    </a:endParaRPr>
                  </a:p>
                </p:txBody>
              </p:sp>
              <p:sp>
                <p:nvSpPr>
                  <p:cNvPr id="60" name="Google Shape;68;p2"/>
                  <p:cNvSpPr/>
                  <p:nvPr/>
                </p:nvSpPr>
                <p:spPr>
                  <a:xfrm rot="2700000">
                    <a:off x="605160" y="5040360"/>
                    <a:ext cx="157680" cy="157680"/>
                  </a:xfrm>
                  <a:custGeom>
                    <a:avLst/>
                    <a:gdLst>
                      <a:gd name="textAreaLeft" fmla="*/ 0 w 157680"/>
                      <a:gd name="textAreaRight" fmla="*/ 158040 w 157680"/>
                      <a:gd name="textAreaTop" fmla="*/ 0 h 157680"/>
                      <a:gd name="textAreaBottom" fmla="*/ 158040 h 157680"/>
                    </a:gdLst>
                    <a:ahLst/>
                    <a:cxnLst/>
                    <a:rect l="textAreaLeft" t="textAreaTop" r="textAreaRight" b="textAreaBottom"/>
                    <a:pathLst>
                      <a:path w="27121" h="27121">
                        <a:moveTo>
                          <a:pt x="382" y="1"/>
                        </a:moveTo>
                        <a:lnTo>
                          <a:pt x="1" y="382"/>
                        </a:lnTo>
                        <a:lnTo>
                          <a:pt x="26740" y="27121"/>
                        </a:lnTo>
                        <a:lnTo>
                          <a:pt x="27121" y="26740"/>
                        </a:lnTo>
                        <a:lnTo>
                          <a:pt x="382" y="1"/>
                        </a:lnTo>
                        <a:close/>
                      </a:path>
                    </a:pathLst>
                  </a:custGeom>
                  <a:gradFill rotWithShape="0">
                    <a:gsLst>
                      <a:gs pos="0">
                        <a:srgbClr val="9900FF">
                          <a:alpha val="47000"/>
                        </a:srgbClr>
                      </a:gs>
                      <a:gs pos="100000">
                        <a:srgbClr val="FFFFFF">
                          <a:alpha val="47000"/>
                        </a:srgbClr>
                      </a:gs>
                    </a:gsLst>
                    <a:lin ang="5400000"/>
                  </a:gradFill>
                  <a:ln w="0"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/>
                </p:style>
                <p:txBody>
                  <a:bodyPr tIns="78840" bIns="78840" anchor="ctr">
                    <a:noAutofit/>
                  </a:bodyPr>
                  <a:lstStyle/>
                  <a:p>
                    <a:pPr defTabSz="914400">
                      <a:lnSpc>
                        <a:spcPct val="100000"/>
                      </a:lnSpc>
                      <a:tabLst>
                        <a:tab pos="0" algn="l"/>
                      </a:tabLst>
                    </a:pPr>
                    <a:endParaRPr lang="en-US" sz="1800" b="0" u="none" strike="noStrike">
                      <a:solidFill>
                        <a:srgbClr val="000000"/>
                      </a:solidFill>
                      <a:effectLst/>
                      <a:uFillTx/>
                      <a:latin typeface="OpenSymbol"/>
                    </a:endParaRPr>
                  </a:p>
                </p:txBody>
              </p:sp>
            </p:grpSp>
          </p:grpSp>
          <p:sp>
            <p:nvSpPr>
              <p:cNvPr id="61" name="Google Shape;69;p2"/>
              <p:cNvSpPr/>
              <p:nvPr/>
            </p:nvSpPr>
            <p:spPr>
              <a:xfrm rot="18900000">
                <a:off x="694440" y="4986000"/>
                <a:ext cx="324360" cy="257760"/>
              </a:xfrm>
              <a:custGeom>
                <a:avLst/>
                <a:gdLst>
                  <a:gd name="textAreaLeft" fmla="*/ 0 w 324360"/>
                  <a:gd name="textAreaRight" fmla="*/ 324720 w 324360"/>
                  <a:gd name="textAreaTop" fmla="*/ 0 h 257760"/>
                  <a:gd name="textAreaBottom" fmla="*/ 258120 h 257760"/>
                </a:gdLst>
                <a:ahLst/>
                <a:cxnLst/>
                <a:rect l="textAreaLeft" t="textAreaTop" r="textAreaRight" b="textAreaBottom"/>
                <a:pathLst>
                  <a:path w="44612" h="35440">
                    <a:moveTo>
                      <a:pt x="40817" y="1"/>
                    </a:moveTo>
                    <a:lnTo>
                      <a:pt x="37420" y="3383"/>
                    </a:lnTo>
                    <a:lnTo>
                      <a:pt x="41213" y="7177"/>
                    </a:lnTo>
                    <a:lnTo>
                      <a:pt x="44611" y="3779"/>
                    </a:lnTo>
                    <a:lnTo>
                      <a:pt x="40817" y="1"/>
                    </a:lnTo>
                    <a:close/>
                    <a:moveTo>
                      <a:pt x="22184" y="4099"/>
                    </a:moveTo>
                    <a:lnTo>
                      <a:pt x="18801" y="7482"/>
                    </a:lnTo>
                    <a:lnTo>
                      <a:pt x="22595" y="11275"/>
                    </a:lnTo>
                    <a:lnTo>
                      <a:pt x="25978" y="7878"/>
                    </a:lnTo>
                    <a:lnTo>
                      <a:pt x="22184" y="4099"/>
                    </a:lnTo>
                    <a:close/>
                    <a:moveTo>
                      <a:pt x="15983" y="10300"/>
                    </a:moveTo>
                    <a:lnTo>
                      <a:pt x="12585" y="13698"/>
                    </a:lnTo>
                    <a:lnTo>
                      <a:pt x="16379" y="17476"/>
                    </a:lnTo>
                    <a:lnTo>
                      <a:pt x="19776" y="14094"/>
                    </a:lnTo>
                    <a:lnTo>
                      <a:pt x="15983" y="10300"/>
                    </a:lnTo>
                    <a:close/>
                    <a:moveTo>
                      <a:pt x="9431" y="16852"/>
                    </a:moveTo>
                    <a:lnTo>
                      <a:pt x="6034" y="20249"/>
                    </a:lnTo>
                    <a:lnTo>
                      <a:pt x="15190" y="29406"/>
                    </a:lnTo>
                    <a:lnTo>
                      <a:pt x="18588" y="26008"/>
                    </a:lnTo>
                    <a:lnTo>
                      <a:pt x="9431" y="16852"/>
                    </a:lnTo>
                    <a:close/>
                    <a:moveTo>
                      <a:pt x="3383" y="22885"/>
                    </a:moveTo>
                    <a:lnTo>
                      <a:pt x="0" y="26283"/>
                    </a:lnTo>
                    <a:lnTo>
                      <a:pt x="9157" y="35440"/>
                    </a:lnTo>
                    <a:lnTo>
                      <a:pt x="12555" y="32057"/>
                    </a:lnTo>
                    <a:lnTo>
                      <a:pt x="3383" y="22885"/>
                    </a:lnTo>
                    <a:close/>
                  </a:path>
                </a:pathLst>
              </a:custGeom>
              <a:gradFill rotWithShape="0">
                <a:gsLst>
                  <a:gs pos="0">
                    <a:srgbClr val="9900FF">
                      <a:alpha val="47000"/>
                    </a:srgbClr>
                  </a:gs>
                  <a:gs pos="100000">
                    <a:srgbClr val="FFFFFF">
                      <a:alpha val="0"/>
                    </a:srgbClr>
                  </a:gs>
                </a:gsLst>
                <a:path path="circle">
                  <a:fillToRect l="50000" t="50000" r="50000" b="50000"/>
                </a:path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tIns="91440" bIns="91440" anchor="ctr">
                <a:noAutofit/>
              </a:bodyPr>
              <a:lstStyle/>
              <a:p>
                <a:pPr defTabSz="914400">
                  <a:lnSpc>
                    <a:spcPct val="100000"/>
                  </a:lnSpc>
                  <a:tabLst>
                    <a:tab pos="0" algn="l"/>
                  </a:tabLst>
                </a:pPr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OpenSymbol"/>
                </a:endParaRPr>
              </a:p>
            </p:txBody>
          </p:sp>
        </p:grpSp>
        <p:grpSp>
          <p:nvGrpSpPr>
            <p:cNvPr id="62" name="Google Shape;70;p2"/>
            <p:cNvGrpSpPr/>
            <p:nvPr/>
          </p:nvGrpSpPr>
          <p:grpSpPr>
            <a:xfrm>
              <a:off x="-309600" y="3618000"/>
              <a:ext cx="1047240" cy="1350720"/>
              <a:chOff x="-309600" y="3618000"/>
              <a:chExt cx="1047240" cy="1350720"/>
            </a:xfrm>
          </p:grpSpPr>
          <p:sp>
            <p:nvSpPr>
              <p:cNvPr id="63" name="Google Shape;71;p2"/>
              <p:cNvSpPr/>
              <p:nvPr/>
            </p:nvSpPr>
            <p:spPr>
              <a:xfrm rot="13500000">
                <a:off x="37080" y="4271400"/>
                <a:ext cx="581760" cy="575640"/>
              </a:xfrm>
              <a:custGeom>
                <a:avLst/>
                <a:gdLst>
                  <a:gd name="textAreaLeft" fmla="*/ 0 w 581760"/>
                  <a:gd name="textAreaRight" fmla="*/ 582120 w 581760"/>
                  <a:gd name="textAreaTop" fmla="*/ 0 h 575640"/>
                  <a:gd name="textAreaBottom" fmla="*/ 576000 h 575640"/>
                </a:gdLst>
                <a:ahLst/>
                <a:cxnLst/>
                <a:rect l="textAreaLeft" t="textAreaTop" r="textAreaRight" b="textAreaBottom"/>
                <a:pathLst>
                  <a:path w="36171" h="35790">
                    <a:moveTo>
                      <a:pt x="34030" y="1"/>
                    </a:moveTo>
                    <a:cubicBezTo>
                      <a:pt x="33531" y="1"/>
                      <a:pt x="33032" y="191"/>
                      <a:pt x="32651" y="572"/>
                    </a:cubicBezTo>
                    <a:cubicBezTo>
                      <a:pt x="31890" y="1334"/>
                      <a:pt x="31890" y="2568"/>
                      <a:pt x="32651" y="3330"/>
                    </a:cubicBezTo>
                    <a:cubicBezTo>
                      <a:pt x="33032" y="3711"/>
                      <a:pt x="33531" y="3901"/>
                      <a:pt x="34030" y="3901"/>
                    </a:cubicBezTo>
                    <a:cubicBezTo>
                      <a:pt x="34529" y="3901"/>
                      <a:pt x="35028" y="3711"/>
                      <a:pt x="35409" y="3330"/>
                    </a:cubicBezTo>
                    <a:cubicBezTo>
                      <a:pt x="36171" y="2568"/>
                      <a:pt x="36171" y="1334"/>
                      <a:pt x="35409" y="572"/>
                    </a:cubicBezTo>
                    <a:cubicBezTo>
                      <a:pt x="35028" y="191"/>
                      <a:pt x="34529" y="1"/>
                      <a:pt x="34030" y="1"/>
                    </a:cubicBezTo>
                    <a:close/>
                    <a:moveTo>
                      <a:pt x="27662" y="6385"/>
                    </a:moveTo>
                    <a:cubicBezTo>
                      <a:pt x="27163" y="6385"/>
                      <a:pt x="26664" y="6575"/>
                      <a:pt x="26283" y="6956"/>
                    </a:cubicBezTo>
                    <a:cubicBezTo>
                      <a:pt x="25521" y="7718"/>
                      <a:pt x="25521" y="8952"/>
                      <a:pt x="26283" y="9714"/>
                    </a:cubicBezTo>
                    <a:cubicBezTo>
                      <a:pt x="26664" y="10095"/>
                      <a:pt x="27163" y="10285"/>
                      <a:pt x="27662" y="10285"/>
                    </a:cubicBezTo>
                    <a:cubicBezTo>
                      <a:pt x="28161" y="10285"/>
                      <a:pt x="28660" y="10095"/>
                      <a:pt x="29040" y="9714"/>
                    </a:cubicBezTo>
                    <a:cubicBezTo>
                      <a:pt x="29802" y="8952"/>
                      <a:pt x="29802" y="7718"/>
                      <a:pt x="29040" y="6956"/>
                    </a:cubicBezTo>
                    <a:cubicBezTo>
                      <a:pt x="28660" y="6575"/>
                      <a:pt x="28161" y="6385"/>
                      <a:pt x="27662" y="6385"/>
                    </a:cubicBezTo>
                    <a:close/>
                    <a:moveTo>
                      <a:pt x="21285" y="12753"/>
                    </a:moveTo>
                    <a:cubicBezTo>
                      <a:pt x="20783" y="12753"/>
                      <a:pt x="20280" y="12944"/>
                      <a:pt x="19899" y="13325"/>
                    </a:cubicBezTo>
                    <a:cubicBezTo>
                      <a:pt x="19137" y="14086"/>
                      <a:pt x="19137" y="15336"/>
                      <a:pt x="19899" y="16097"/>
                    </a:cubicBezTo>
                    <a:cubicBezTo>
                      <a:pt x="20280" y="16478"/>
                      <a:pt x="20783" y="16669"/>
                      <a:pt x="21285" y="16669"/>
                    </a:cubicBezTo>
                    <a:cubicBezTo>
                      <a:pt x="21788" y="16669"/>
                      <a:pt x="22291" y="16478"/>
                      <a:pt x="22672" y="16097"/>
                    </a:cubicBezTo>
                    <a:cubicBezTo>
                      <a:pt x="23434" y="15336"/>
                      <a:pt x="23434" y="14086"/>
                      <a:pt x="22672" y="13325"/>
                    </a:cubicBezTo>
                    <a:cubicBezTo>
                      <a:pt x="22291" y="12944"/>
                      <a:pt x="21788" y="12753"/>
                      <a:pt x="21285" y="12753"/>
                    </a:cubicBezTo>
                    <a:close/>
                    <a:moveTo>
                      <a:pt x="14917" y="19128"/>
                    </a:moveTo>
                    <a:cubicBezTo>
                      <a:pt x="14415" y="19128"/>
                      <a:pt x="13913" y="19318"/>
                      <a:pt x="13530" y="19693"/>
                    </a:cubicBezTo>
                    <a:cubicBezTo>
                      <a:pt x="12768" y="20455"/>
                      <a:pt x="12768" y="21689"/>
                      <a:pt x="13530" y="22451"/>
                    </a:cubicBezTo>
                    <a:cubicBezTo>
                      <a:pt x="13911" y="22832"/>
                      <a:pt x="14410" y="23022"/>
                      <a:pt x="14909" y="23022"/>
                    </a:cubicBezTo>
                    <a:cubicBezTo>
                      <a:pt x="15408" y="23022"/>
                      <a:pt x="15907" y="22832"/>
                      <a:pt x="16288" y="22451"/>
                    </a:cubicBezTo>
                    <a:cubicBezTo>
                      <a:pt x="17050" y="21689"/>
                      <a:pt x="17050" y="20455"/>
                      <a:pt x="16288" y="19693"/>
                    </a:cubicBezTo>
                    <a:cubicBezTo>
                      <a:pt x="15909" y="19314"/>
                      <a:pt x="15413" y="19128"/>
                      <a:pt x="14917" y="19128"/>
                    </a:cubicBezTo>
                    <a:close/>
                    <a:moveTo>
                      <a:pt x="8525" y="25506"/>
                    </a:moveTo>
                    <a:cubicBezTo>
                      <a:pt x="8026" y="25506"/>
                      <a:pt x="7527" y="25696"/>
                      <a:pt x="7146" y="26077"/>
                    </a:cubicBezTo>
                    <a:cubicBezTo>
                      <a:pt x="6385" y="26839"/>
                      <a:pt x="6385" y="28073"/>
                      <a:pt x="7146" y="28835"/>
                    </a:cubicBezTo>
                    <a:cubicBezTo>
                      <a:pt x="7527" y="29216"/>
                      <a:pt x="8026" y="29406"/>
                      <a:pt x="8525" y="29406"/>
                    </a:cubicBezTo>
                    <a:cubicBezTo>
                      <a:pt x="9024" y="29406"/>
                      <a:pt x="9523" y="29216"/>
                      <a:pt x="9904" y="28835"/>
                    </a:cubicBezTo>
                    <a:cubicBezTo>
                      <a:pt x="10666" y="28073"/>
                      <a:pt x="10666" y="26839"/>
                      <a:pt x="9904" y="26077"/>
                    </a:cubicBezTo>
                    <a:cubicBezTo>
                      <a:pt x="9523" y="25696"/>
                      <a:pt x="9024" y="25506"/>
                      <a:pt x="8525" y="25506"/>
                    </a:cubicBezTo>
                    <a:close/>
                    <a:moveTo>
                      <a:pt x="2141" y="31874"/>
                    </a:moveTo>
                    <a:cubicBezTo>
                      <a:pt x="1642" y="31874"/>
                      <a:pt x="1143" y="32065"/>
                      <a:pt x="763" y="32446"/>
                    </a:cubicBezTo>
                    <a:cubicBezTo>
                      <a:pt x="1" y="33207"/>
                      <a:pt x="1" y="34457"/>
                      <a:pt x="763" y="35219"/>
                    </a:cubicBezTo>
                    <a:cubicBezTo>
                      <a:pt x="1143" y="35599"/>
                      <a:pt x="1642" y="35790"/>
                      <a:pt x="2141" y="35790"/>
                    </a:cubicBezTo>
                    <a:cubicBezTo>
                      <a:pt x="2640" y="35790"/>
                      <a:pt x="3139" y="35599"/>
                      <a:pt x="3520" y="35219"/>
                    </a:cubicBezTo>
                    <a:cubicBezTo>
                      <a:pt x="4282" y="34457"/>
                      <a:pt x="4282" y="33207"/>
                      <a:pt x="3520" y="32446"/>
                    </a:cubicBezTo>
                    <a:cubicBezTo>
                      <a:pt x="3139" y="32065"/>
                      <a:pt x="2640" y="31874"/>
                      <a:pt x="2141" y="31874"/>
                    </a:cubicBezTo>
                    <a:close/>
                  </a:path>
                </a:pathLst>
              </a:custGeom>
              <a:gradFill rotWithShape="0">
                <a:gsLst>
                  <a:gs pos="0">
                    <a:srgbClr val="9900FF">
                      <a:alpha val="47000"/>
                    </a:srgbClr>
                  </a:gs>
                  <a:gs pos="100000">
                    <a:srgbClr val="FFFFFF">
                      <a:alpha val="47000"/>
                    </a:srgbClr>
                  </a:gs>
                </a:gsLst>
                <a:lin ang="27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tIns="91440" bIns="91440" anchor="ctr">
                <a:noAutofit/>
              </a:bodyPr>
              <a:lstStyle/>
              <a:p>
                <a:pPr defTabSz="914400">
                  <a:lnSpc>
                    <a:spcPct val="100000"/>
                  </a:lnSpc>
                  <a:tabLst>
                    <a:tab pos="0" algn="l"/>
                  </a:tabLst>
                </a:pPr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OpenSymbol"/>
                </a:endParaRPr>
              </a:p>
            </p:txBody>
          </p:sp>
          <p:sp>
            <p:nvSpPr>
              <p:cNvPr id="64" name="Google Shape;72;p2"/>
              <p:cNvSpPr/>
              <p:nvPr/>
            </p:nvSpPr>
            <p:spPr>
              <a:xfrm rot="13500000">
                <a:off x="-38880" y="4087080"/>
                <a:ext cx="581760" cy="575640"/>
              </a:xfrm>
              <a:custGeom>
                <a:avLst/>
                <a:gdLst>
                  <a:gd name="textAreaLeft" fmla="*/ 0 w 581760"/>
                  <a:gd name="textAreaRight" fmla="*/ 582120 w 581760"/>
                  <a:gd name="textAreaTop" fmla="*/ 0 h 575640"/>
                  <a:gd name="textAreaBottom" fmla="*/ 576000 h 575640"/>
                </a:gdLst>
                <a:ahLst/>
                <a:cxnLst/>
                <a:rect l="textAreaLeft" t="textAreaTop" r="textAreaRight" b="textAreaBottom"/>
                <a:pathLst>
                  <a:path w="36171" h="35790">
                    <a:moveTo>
                      <a:pt x="34030" y="1"/>
                    </a:moveTo>
                    <a:cubicBezTo>
                      <a:pt x="33531" y="1"/>
                      <a:pt x="33032" y="191"/>
                      <a:pt x="32651" y="572"/>
                    </a:cubicBezTo>
                    <a:cubicBezTo>
                      <a:pt x="31890" y="1334"/>
                      <a:pt x="31890" y="2568"/>
                      <a:pt x="32651" y="3330"/>
                    </a:cubicBezTo>
                    <a:cubicBezTo>
                      <a:pt x="33032" y="3711"/>
                      <a:pt x="33531" y="3901"/>
                      <a:pt x="34030" y="3901"/>
                    </a:cubicBezTo>
                    <a:cubicBezTo>
                      <a:pt x="34529" y="3901"/>
                      <a:pt x="35028" y="3711"/>
                      <a:pt x="35409" y="3330"/>
                    </a:cubicBezTo>
                    <a:cubicBezTo>
                      <a:pt x="36171" y="2568"/>
                      <a:pt x="36171" y="1334"/>
                      <a:pt x="35409" y="572"/>
                    </a:cubicBezTo>
                    <a:cubicBezTo>
                      <a:pt x="35028" y="191"/>
                      <a:pt x="34529" y="1"/>
                      <a:pt x="34030" y="1"/>
                    </a:cubicBezTo>
                    <a:close/>
                    <a:moveTo>
                      <a:pt x="27662" y="6385"/>
                    </a:moveTo>
                    <a:cubicBezTo>
                      <a:pt x="27163" y="6385"/>
                      <a:pt x="26664" y="6575"/>
                      <a:pt x="26283" y="6956"/>
                    </a:cubicBezTo>
                    <a:cubicBezTo>
                      <a:pt x="25521" y="7718"/>
                      <a:pt x="25521" y="8952"/>
                      <a:pt x="26283" y="9714"/>
                    </a:cubicBezTo>
                    <a:cubicBezTo>
                      <a:pt x="26664" y="10095"/>
                      <a:pt x="27163" y="10285"/>
                      <a:pt x="27662" y="10285"/>
                    </a:cubicBezTo>
                    <a:cubicBezTo>
                      <a:pt x="28161" y="10285"/>
                      <a:pt x="28660" y="10095"/>
                      <a:pt x="29040" y="9714"/>
                    </a:cubicBezTo>
                    <a:cubicBezTo>
                      <a:pt x="29802" y="8952"/>
                      <a:pt x="29802" y="7718"/>
                      <a:pt x="29040" y="6956"/>
                    </a:cubicBezTo>
                    <a:cubicBezTo>
                      <a:pt x="28660" y="6575"/>
                      <a:pt x="28161" y="6385"/>
                      <a:pt x="27662" y="6385"/>
                    </a:cubicBezTo>
                    <a:close/>
                    <a:moveTo>
                      <a:pt x="21285" y="12753"/>
                    </a:moveTo>
                    <a:cubicBezTo>
                      <a:pt x="20783" y="12753"/>
                      <a:pt x="20280" y="12944"/>
                      <a:pt x="19899" y="13325"/>
                    </a:cubicBezTo>
                    <a:cubicBezTo>
                      <a:pt x="19137" y="14086"/>
                      <a:pt x="19137" y="15336"/>
                      <a:pt x="19899" y="16097"/>
                    </a:cubicBezTo>
                    <a:cubicBezTo>
                      <a:pt x="20280" y="16478"/>
                      <a:pt x="20783" y="16669"/>
                      <a:pt x="21285" y="16669"/>
                    </a:cubicBezTo>
                    <a:cubicBezTo>
                      <a:pt x="21788" y="16669"/>
                      <a:pt x="22291" y="16478"/>
                      <a:pt x="22672" y="16097"/>
                    </a:cubicBezTo>
                    <a:cubicBezTo>
                      <a:pt x="23434" y="15336"/>
                      <a:pt x="23434" y="14086"/>
                      <a:pt x="22672" y="13325"/>
                    </a:cubicBezTo>
                    <a:cubicBezTo>
                      <a:pt x="22291" y="12944"/>
                      <a:pt x="21788" y="12753"/>
                      <a:pt x="21285" y="12753"/>
                    </a:cubicBezTo>
                    <a:close/>
                    <a:moveTo>
                      <a:pt x="14917" y="19128"/>
                    </a:moveTo>
                    <a:cubicBezTo>
                      <a:pt x="14415" y="19128"/>
                      <a:pt x="13913" y="19318"/>
                      <a:pt x="13530" y="19693"/>
                    </a:cubicBezTo>
                    <a:cubicBezTo>
                      <a:pt x="12768" y="20455"/>
                      <a:pt x="12768" y="21689"/>
                      <a:pt x="13530" y="22451"/>
                    </a:cubicBezTo>
                    <a:cubicBezTo>
                      <a:pt x="13911" y="22832"/>
                      <a:pt x="14410" y="23022"/>
                      <a:pt x="14909" y="23022"/>
                    </a:cubicBezTo>
                    <a:cubicBezTo>
                      <a:pt x="15408" y="23022"/>
                      <a:pt x="15907" y="22832"/>
                      <a:pt x="16288" y="22451"/>
                    </a:cubicBezTo>
                    <a:cubicBezTo>
                      <a:pt x="17050" y="21689"/>
                      <a:pt x="17050" y="20455"/>
                      <a:pt x="16288" y="19693"/>
                    </a:cubicBezTo>
                    <a:cubicBezTo>
                      <a:pt x="15909" y="19314"/>
                      <a:pt x="15413" y="19128"/>
                      <a:pt x="14917" y="19128"/>
                    </a:cubicBezTo>
                    <a:close/>
                    <a:moveTo>
                      <a:pt x="8525" y="25506"/>
                    </a:moveTo>
                    <a:cubicBezTo>
                      <a:pt x="8026" y="25506"/>
                      <a:pt x="7527" y="25696"/>
                      <a:pt x="7146" y="26077"/>
                    </a:cubicBezTo>
                    <a:cubicBezTo>
                      <a:pt x="6385" y="26839"/>
                      <a:pt x="6385" y="28073"/>
                      <a:pt x="7146" y="28835"/>
                    </a:cubicBezTo>
                    <a:cubicBezTo>
                      <a:pt x="7527" y="29216"/>
                      <a:pt x="8026" y="29406"/>
                      <a:pt x="8525" y="29406"/>
                    </a:cubicBezTo>
                    <a:cubicBezTo>
                      <a:pt x="9024" y="29406"/>
                      <a:pt x="9523" y="29216"/>
                      <a:pt x="9904" y="28835"/>
                    </a:cubicBezTo>
                    <a:cubicBezTo>
                      <a:pt x="10666" y="28073"/>
                      <a:pt x="10666" y="26839"/>
                      <a:pt x="9904" y="26077"/>
                    </a:cubicBezTo>
                    <a:cubicBezTo>
                      <a:pt x="9523" y="25696"/>
                      <a:pt x="9024" y="25506"/>
                      <a:pt x="8525" y="25506"/>
                    </a:cubicBezTo>
                    <a:close/>
                    <a:moveTo>
                      <a:pt x="2141" y="31874"/>
                    </a:moveTo>
                    <a:cubicBezTo>
                      <a:pt x="1642" y="31874"/>
                      <a:pt x="1143" y="32065"/>
                      <a:pt x="763" y="32446"/>
                    </a:cubicBezTo>
                    <a:cubicBezTo>
                      <a:pt x="1" y="33207"/>
                      <a:pt x="1" y="34457"/>
                      <a:pt x="763" y="35219"/>
                    </a:cubicBezTo>
                    <a:cubicBezTo>
                      <a:pt x="1143" y="35599"/>
                      <a:pt x="1642" y="35790"/>
                      <a:pt x="2141" y="35790"/>
                    </a:cubicBezTo>
                    <a:cubicBezTo>
                      <a:pt x="2640" y="35790"/>
                      <a:pt x="3139" y="35599"/>
                      <a:pt x="3520" y="35219"/>
                    </a:cubicBezTo>
                    <a:cubicBezTo>
                      <a:pt x="4282" y="34457"/>
                      <a:pt x="4282" y="33207"/>
                      <a:pt x="3520" y="32446"/>
                    </a:cubicBezTo>
                    <a:cubicBezTo>
                      <a:pt x="3139" y="32065"/>
                      <a:pt x="2640" y="31874"/>
                      <a:pt x="2141" y="31874"/>
                    </a:cubicBezTo>
                    <a:close/>
                  </a:path>
                </a:pathLst>
              </a:custGeom>
              <a:gradFill rotWithShape="0">
                <a:gsLst>
                  <a:gs pos="0">
                    <a:srgbClr val="9900FF">
                      <a:alpha val="47000"/>
                    </a:srgbClr>
                  </a:gs>
                  <a:gs pos="100000">
                    <a:srgbClr val="FFFFFF">
                      <a:alpha val="47000"/>
                    </a:srgbClr>
                  </a:gs>
                </a:gsLst>
                <a:lin ang="27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tIns="91440" bIns="91440" anchor="ctr">
                <a:noAutofit/>
              </a:bodyPr>
              <a:lstStyle/>
              <a:p>
                <a:pPr defTabSz="914400">
                  <a:lnSpc>
                    <a:spcPct val="100000"/>
                  </a:lnSpc>
                  <a:tabLst>
                    <a:tab pos="0" algn="l"/>
                  </a:tabLst>
                </a:pPr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OpenSymbol"/>
                </a:endParaRPr>
              </a:p>
            </p:txBody>
          </p:sp>
          <p:sp>
            <p:nvSpPr>
              <p:cNvPr id="65" name="Google Shape;73;p2"/>
              <p:cNvSpPr/>
              <p:nvPr/>
            </p:nvSpPr>
            <p:spPr>
              <a:xfrm rot="13500000">
                <a:off x="-115200" y="3923280"/>
                <a:ext cx="581760" cy="575640"/>
              </a:xfrm>
              <a:custGeom>
                <a:avLst/>
                <a:gdLst>
                  <a:gd name="textAreaLeft" fmla="*/ 0 w 581760"/>
                  <a:gd name="textAreaRight" fmla="*/ 582120 w 581760"/>
                  <a:gd name="textAreaTop" fmla="*/ 0 h 575640"/>
                  <a:gd name="textAreaBottom" fmla="*/ 576000 h 575640"/>
                </a:gdLst>
                <a:ahLst/>
                <a:cxnLst/>
                <a:rect l="textAreaLeft" t="textAreaTop" r="textAreaRight" b="textAreaBottom"/>
                <a:pathLst>
                  <a:path w="36171" h="35790">
                    <a:moveTo>
                      <a:pt x="34030" y="1"/>
                    </a:moveTo>
                    <a:cubicBezTo>
                      <a:pt x="33531" y="1"/>
                      <a:pt x="33032" y="191"/>
                      <a:pt x="32651" y="572"/>
                    </a:cubicBezTo>
                    <a:cubicBezTo>
                      <a:pt x="31890" y="1334"/>
                      <a:pt x="31890" y="2568"/>
                      <a:pt x="32651" y="3330"/>
                    </a:cubicBezTo>
                    <a:cubicBezTo>
                      <a:pt x="33032" y="3711"/>
                      <a:pt x="33531" y="3901"/>
                      <a:pt x="34030" y="3901"/>
                    </a:cubicBezTo>
                    <a:cubicBezTo>
                      <a:pt x="34529" y="3901"/>
                      <a:pt x="35028" y="3711"/>
                      <a:pt x="35409" y="3330"/>
                    </a:cubicBezTo>
                    <a:cubicBezTo>
                      <a:pt x="36171" y="2568"/>
                      <a:pt x="36171" y="1334"/>
                      <a:pt x="35409" y="572"/>
                    </a:cubicBezTo>
                    <a:cubicBezTo>
                      <a:pt x="35028" y="191"/>
                      <a:pt x="34529" y="1"/>
                      <a:pt x="34030" y="1"/>
                    </a:cubicBezTo>
                    <a:close/>
                    <a:moveTo>
                      <a:pt x="27662" y="6385"/>
                    </a:moveTo>
                    <a:cubicBezTo>
                      <a:pt x="27163" y="6385"/>
                      <a:pt x="26664" y="6575"/>
                      <a:pt x="26283" y="6956"/>
                    </a:cubicBezTo>
                    <a:cubicBezTo>
                      <a:pt x="25521" y="7718"/>
                      <a:pt x="25521" y="8952"/>
                      <a:pt x="26283" y="9714"/>
                    </a:cubicBezTo>
                    <a:cubicBezTo>
                      <a:pt x="26664" y="10095"/>
                      <a:pt x="27163" y="10285"/>
                      <a:pt x="27662" y="10285"/>
                    </a:cubicBezTo>
                    <a:cubicBezTo>
                      <a:pt x="28161" y="10285"/>
                      <a:pt x="28660" y="10095"/>
                      <a:pt x="29040" y="9714"/>
                    </a:cubicBezTo>
                    <a:cubicBezTo>
                      <a:pt x="29802" y="8952"/>
                      <a:pt x="29802" y="7718"/>
                      <a:pt x="29040" y="6956"/>
                    </a:cubicBezTo>
                    <a:cubicBezTo>
                      <a:pt x="28660" y="6575"/>
                      <a:pt x="28161" y="6385"/>
                      <a:pt x="27662" y="6385"/>
                    </a:cubicBezTo>
                    <a:close/>
                    <a:moveTo>
                      <a:pt x="21285" y="12753"/>
                    </a:moveTo>
                    <a:cubicBezTo>
                      <a:pt x="20783" y="12753"/>
                      <a:pt x="20280" y="12944"/>
                      <a:pt x="19899" y="13325"/>
                    </a:cubicBezTo>
                    <a:cubicBezTo>
                      <a:pt x="19137" y="14086"/>
                      <a:pt x="19137" y="15336"/>
                      <a:pt x="19899" y="16097"/>
                    </a:cubicBezTo>
                    <a:cubicBezTo>
                      <a:pt x="20280" y="16478"/>
                      <a:pt x="20783" y="16669"/>
                      <a:pt x="21285" y="16669"/>
                    </a:cubicBezTo>
                    <a:cubicBezTo>
                      <a:pt x="21788" y="16669"/>
                      <a:pt x="22291" y="16478"/>
                      <a:pt x="22672" y="16097"/>
                    </a:cubicBezTo>
                    <a:cubicBezTo>
                      <a:pt x="23434" y="15336"/>
                      <a:pt x="23434" y="14086"/>
                      <a:pt x="22672" y="13325"/>
                    </a:cubicBezTo>
                    <a:cubicBezTo>
                      <a:pt x="22291" y="12944"/>
                      <a:pt x="21788" y="12753"/>
                      <a:pt x="21285" y="12753"/>
                    </a:cubicBezTo>
                    <a:close/>
                    <a:moveTo>
                      <a:pt x="14917" y="19128"/>
                    </a:moveTo>
                    <a:cubicBezTo>
                      <a:pt x="14415" y="19128"/>
                      <a:pt x="13913" y="19318"/>
                      <a:pt x="13530" y="19693"/>
                    </a:cubicBezTo>
                    <a:cubicBezTo>
                      <a:pt x="12768" y="20455"/>
                      <a:pt x="12768" y="21689"/>
                      <a:pt x="13530" y="22451"/>
                    </a:cubicBezTo>
                    <a:cubicBezTo>
                      <a:pt x="13911" y="22832"/>
                      <a:pt x="14410" y="23022"/>
                      <a:pt x="14909" y="23022"/>
                    </a:cubicBezTo>
                    <a:cubicBezTo>
                      <a:pt x="15408" y="23022"/>
                      <a:pt x="15907" y="22832"/>
                      <a:pt x="16288" y="22451"/>
                    </a:cubicBezTo>
                    <a:cubicBezTo>
                      <a:pt x="17050" y="21689"/>
                      <a:pt x="17050" y="20455"/>
                      <a:pt x="16288" y="19693"/>
                    </a:cubicBezTo>
                    <a:cubicBezTo>
                      <a:pt x="15909" y="19314"/>
                      <a:pt x="15413" y="19128"/>
                      <a:pt x="14917" y="19128"/>
                    </a:cubicBezTo>
                    <a:close/>
                    <a:moveTo>
                      <a:pt x="8525" y="25506"/>
                    </a:moveTo>
                    <a:cubicBezTo>
                      <a:pt x="8026" y="25506"/>
                      <a:pt x="7527" y="25696"/>
                      <a:pt x="7146" y="26077"/>
                    </a:cubicBezTo>
                    <a:cubicBezTo>
                      <a:pt x="6385" y="26839"/>
                      <a:pt x="6385" y="28073"/>
                      <a:pt x="7146" y="28835"/>
                    </a:cubicBezTo>
                    <a:cubicBezTo>
                      <a:pt x="7527" y="29216"/>
                      <a:pt x="8026" y="29406"/>
                      <a:pt x="8525" y="29406"/>
                    </a:cubicBezTo>
                    <a:cubicBezTo>
                      <a:pt x="9024" y="29406"/>
                      <a:pt x="9523" y="29216"/>
                      <a:pt x="9904" y="28835"/>
                    </a:cubicBezTo>
                    <a:cubicBezTo>
                      <a:pt x="10666" y="28073"/>
                      <a:pt x="10666" y="26839"/>
                      <a:pt x="9904" y="26077"/>
                    </a:cubicBezTo>
                    <a:cubicBezTo>
                      <a:pt x="9523" y="25696"/>
                      <a:pt x="9024" y="25506"/>
                      <a:pt x="8525" y="25506"/>
                    </a:cubicBezTo>
                    <a:close/>
                    <a:moveTo>
                      <a:pt x="2141" y="31874"/>
                    </a:moveTo>
                    <a:cubicBezTo>
                      <a:pt x="1642" y="31874"/>
                      <a:pt x="1143" y="32065"/>
                      <a:pt x="763" y="32446"/>
                    </a:cubicBezTo>
                    <a:cubicBezTo>
                      <a:pt x="1" y="33207"/>
                      <a:pt x="1" y="34457"/>
                      <a:pt x="763" y="35219"/>
                    </a:cubicBezTo>
                    <a:cubicBezTo>
                      <a:pt x="1143" y="35599"/>
                      <a:pt x="1642" y="35790"/>
                      <a:pt x="2141" y="35790"/>
                    </a:cubicBezTo>
                    <a:cubicBezTo>
                      <a:pt x="2640" y="35790"/>
                      <a:pt x="3139" y="35599"/>
                      <a:pt x="3520" y="35219"/>
                    </a:cubicBezTo>
                    <a:cubicBezTo>
                      <a:pt x="4282" y="34457"/>
                      <a:pt x="4282" y="33207"/>
                      <a:pt x="3520" y="32446"/>
                    </a:cubicBezTo>
                    <a:cubicBezTo>
                      <a:pt x="3139" y="32065"/>
                      <a:pt x="2640" y="31874"/>
                      <a:pt x="2141" y="31874"/>
                    </a:cubicBezTo>
                    <a:close/>
                  </a:path>
                </a:pathLst>
              </a:custGeom>
              <a:gradFill rotWithShape="0">
                <a:gsLst>
                  <a:gs pos="0">
                    <a:srgbClr val="9900FF">
                      <a:alpha val="47000"/>
                    </a:srgbClr>
                  </a:gs>
                  <a:gs pos="100000">
                    <a:srgbClr val="FFFFFF">
                      <a:alpha val="47000"/>
                    </a:srgbClr>
                  </a:gs>
                </a:gsLst>
                <a:lin ang="27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tIns="91440" bIns="91440" anchor="ctr">
                <a:noAutofit/>
              </a:bodyPr>
              <a:lstStyle/>
              <a:p>
                <a:pPr defTabSz="914400">
                  <a:lnSpc>
                    <a:spcPct val="100000"/>
                  </a:lnSpc>
                  <a:tabLst>
                    <a:tab pos="0" algn="l"/>
                  </a:tabLst>
                </a:pPr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OpenSymbol"/>
                </a:endParaRPr>
              </a:p>
            </p:txBody>
          </p:sp>
          <p:sp>
            <p:nvSpPr>
              <p:cNvPr id="66" name="Google Shape;74;p2"/>
              <p:cNvSpPr/>
              <p:nvPr/>
            </p:nvSpPr>
            <p:spPr>
              <a:xfrm rot="13500000">
                <a:off x="-191160" y="3738960"/>
                <a:ext cx="581760" cy="575640"/>
              </a:xfrm>
              <a:custGeom>
                <a:avLst/>
                <a:gdLst>
                  <a:gd name="textAreaLeft" fmla="*/ 0 w 581760"/>
                  <a:gd name="textAreaRight" fmla="*/ 582120 w 581760"/>
                  <a:gd name="textAreaTop" fmla="*/ 0 h 575640"/>
                  <a:gd name="textAreaBottom" fmla="*/ 576000 h 575640"/>
                </a:gdLst>
                <a:ahLst/>
                <a:cxnLst/>
                <a:rect l="textAreaLeft" t="textAreaTop" r="textAreaRight" b="textAreaBottom"/>
                <a:pathLst>
                  <a:path w="36171" h="35790">
                    <a:moveTo>
                      <a:pt x="34030" y="1"/>
                    </a:moveTo>
                    <a:cubicBezTo>
                      <a:pt x="33531" y="1"/>
                      <a:pt x="33032" y="191"/>
                      <a:pt x="32651" y="572"/>
                    </a:cubicBezTo>
                    <a:cubicBezTo>
                      <a:pt x="31890" y="1334"/>
                      <a:pt x="31890" y="2568"/>
                      <a:pt x="32651" y="3330"/>
                    </a:cubicBezTo>
                    <a:cubicBezTo>
                      <a:pt x="33032" y="3711"/>
                      <a:pt x="33531" y="3901"/>
                      <a:pt x="34030" y="3901"/>
                    </a:cubicBezTo>
                    <a:cubicBezTo>
                      <a:pt x="34529" y="3901"/>
                      <a:pt x="35028" y="3711"/>
                      <a:pt x="35409" y="3330"/>
                    </a:cubicBezTo>
                    <a:cubicBezTo>
                      <a:pt x="36171" y="2568"/>
                      <a:pt x="36171" y="1334"/>
                      <a:pt x="35409" y="572"/>
                    </a:cubicBezTo>
                    <a:cubicBezTo>
                      <a:pt x="35028" y="191"/>
                      <a:pt x="34529" y="1"/>
                      <a:pt x="34030" y="1"/>
                    </a:cubicBezTo>
                    <a:close/>
                    <a:moveTo>
                      <a:pt x="27662" y="6385"/>
                    </a:moveTo>
                    <a:cubicBezTo>
                      <a:pt x="27163" y="6385"/>
                      <a:pt x="26664" y="6575"/>
                      <a:pt x="26283" y="6956"/>
                    </a:cubicBezTo>
                    <a:cubicBezTo>
                      <a:pt x="25521" y="7718"/>
                      <a:pt x="25521" y="8952"/>
                      <a:pt x="26283" y="9714"/>
                    </a:cubicBezTo>
                    <a:cubicBezTo>
                      <a:pt x="26664" y="10095"/>
                      <a:pt x="27163" y="10285"/>
                      <a:pt x="27662" y="10285"/>
                    </a:cubicBezTo>
                    <a:cubicBezTo>
                      <a:pt x="28161" y="10285"/>
                      <a:pt x="28660" y="10095"/>
                      <a:pt x="29040" y="9714"/>
                    </a:cubicBezTo>
                    <a:cubicBezTo>
                      <a:pt x="29802" y="8952"/>
                      <a:pt x="29802" y="7718"/>
                      <a:pt x="29040" y="6956"/>
                    </a:cubicBezTo>
                    <a:cubicBezTo>
                      <a:pt x="28660" y="6575"/>
                      <a:pt x="28161" y="6385"/>
                      <a:pt x="27662" y="6385"/>
                    </a:cubicBezTo>
                    <a:close/>
                    <a:moveTo>
                      <a:pt x="21285" y="12753"/>
                    </a:moveTo>
                    <a:cubicBezTo>
                      <a:pt x="20783" y="12753"/>
                      <a:pt x="20280" y="12944"/>
                      <a:pt x="19899" y="13325"/>
                    </a:cubicBezTo>
                    <a:cubicBezTo>
                      <a:pt x="19137" y="14086"/>
                      <a:pt x="19137" y="15336"/>
                      <a:pt x="19899" y="16097"/>
                    </a:cubicBezTo>
                    <a:cubicBezTo>
                      <a:pt x="20280" y="16478"/>
                      <a:pt x="20783" y="16669"/>
                      <a:pt x="21285" y="16669"/>
                    </a:cubicBezTo>
                    <a:cubicBezTo>
                      <a:pt x="21788" y="16669"/>
                      <a:pt x="22291" y="16478"/>
                      <a:pt x="22672" y="16097"/>
                    </a:cubicBezTo>
                    <a:cubicBezTo>
                      <a:pt x="23434" y="15336"/>
                      <a:pt x="23434" y="14086"/>
                      <a:pt x="22672" y="13325"/>
                    </a:cubicBezTo>
                    <a:cubicBezTo>
                      <a:pt x="22291" y="12944"/>
                      <a:pt x="21788" y="12753"/>
                      <a:pt x="21285" y="12753"/>
                    </a:cubicBezTo>
                    <a:close/>
                    <a:moveTo>
                      <a:pt x="14917" y="19128"/>
                    </a:moveTo>
                    <a:cubicBezTo>
                      <a:pt x="14415" y="19128"/>
                      <a:pt x="13913" y="19318"/>
                      <a:pt x="13530" y="19693"/>
                    </a:cubicBezTo>
                    <a:cubicBezTo>
                      <a:pt x="12768" y="20455"/>
                      <a:pt x="12768" y="21689"/>
                      <a:pt x="13530" y="22451"/>
                    </a:cubicBezTo>
                    <a:cubicBezTo>
                      <a:pt x="13911" y="22832"/>
                      <a:pt x="14410" y="23022"/>
                      <a:pt x="14909" y="23022"/>
                    </a:cubicBezTo>
                    <a:cubicBezTo>
                      <a:pt x="15408" y="23022"/>
                      <a:pt x="15907" y="22832"/>
                      <a:pt x="16288" y="22451"/>
                    </a:cubicBezTo>
                    <a:cubicBezTo>
                      <a:pt x="17050" y="21689"/>
                      <a:pt x="17050" y="20455"/>
                      <a:pt x="16288" y="19693"/>
                    </a:cubicBezTo>
                    <a:cubicBezTo>
                      <a:pt x="15909" y="19314"/>
                      <a:pt x="15413" y="19128"/>
                      <a:pt x="14917" y="19128"/>
                    </a:cubicBezTo>
                    <a:close/>
                    <a:moveTo>
                      <a:pt x="8525" y="25506"/>
                    </a:moveTo>
                    <a:cubicBezTo>
                      <a:pt x="8026" y="25506"/>
                      <a:pt x="7527" y="25696"/>
                      <a:pt x="7146" y="26077"/>
                    </a:cubicBezTo>
                    <a:cubicBezTo>
                      <a:pt x="6385" y="26839"/>
                      <a:pt x="6385" y="28073"/>
                      <a:pt x="7146" y="28835"/>
                    </a:cubicBezTo>
                    <a:cubicBezTo>
                      <a:pt x="7527" y="29216"/>
                      <a:pt x="8026" y="29406"/>
                      <a:pt x="8525" y="29406"/>
                    </a:cubicBezTo>
                    <a:cubicBezTo>
                      <a:pt x="9024" y="29406"/>
                      <a:pt x="9523" y="29216"/>
                      <a:pt x="9904" y="28835"/>
                    </a:cubicBezTo>
                    <a:cubicBezTo>
                      <a:pt x="10666" y="28073"/>
                      <a:pt x="10666" y="26839"/>
                      <a:pt x="9904" y="26077"/>
                    </a:cubicBezTo>
                    <a:cubicBezTo>
                      <a:pt x="9523" y="25696"/>
                      <a:pt x="9024" y="25506"/>
                      <a:pt x="8525" y="25506"/>
                    </a:cubicBezTo>
                    <a:close/>
                    <a:moveTo>
                      <a:pt x="2141" y="31874"/>
                    </a:moveTo>
                    <a:cubicBezTo>
                      <a:pt x="1642" y="31874"/>
                      <a:pt x="1143" y="32065"/>
                      <a:pt x="763" y="32446"/>
                    </a:cubicBezTo>
                    <a:cubicBezTo>
                      <a:pt x="1" y="33207"/>
                      <a:pt x="1" y="34457"/>
                      <a:pt x="763" y="35219"/>
                    </a:cubicBezTo>
                    <a:cubicBezTo>
                      <a:pt x="1143" y="35599"/>
                      <a:pt x="1642" y="35790"/>
                      <a:pt x="2141" y="35790"/>
                    </a:cubicBezTo>
                    <a:cubicBezTo>
                      <a:pt x="2640" y="35790"/>
                      <a:pt x="3139" y="35599"/>
                      <a:pt x="3520" y="35219"/>
                    </a:cubicBezTo>
                    <a:cubicBezTo>
                      <a:pt x="4282" y="34457"/>
                      <a:pt x="4282" y="33207"/>
                      <a:pt x="3520" y="32446"/>
                    </a:cubicBezTo>
                    <a:cubicBezTo>
                      <a:pt x="3139" y="32065"/>
                      <a:pt x="2640" y="31874"/>
                      <a:pt x="2141" y="31874"/>
                    </a:cubicBezTo>
                    <a:close/>
                  </a:path>
                </a:pathLst>
              </a:custGeom>
              <a:gradFill rotWithShape="0">
                <a:gsLst>
                  <a:gs pos="0">
                    <a:srgbClr val="9900FF">
                      <a:alpha val="47000"/>
                    </a:srgbClr>
                  </a:gs>
                  <a:gs pos="100000">
                    <a:srgbClr val="FFFFFF">
                      <a:alpha val="47000"/>
                    </a:srgbClr>
                  </a:gs>
                </a:gsLst>
                <a:lin ang="27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tIns="91440" bIns="91440" anchor="ctr">
                <a:noAutofit/>
              </a:bodyPr>
              <a:lstStyle/>
              <a:p>
                <a:pPr defTabSz="914400">
                  <a:lnSpc>
                    <a:spcPct val="100000"/>
                  </a:lnSpc>
                  <a:tabLst>
                    <a:tab pos="0" algn="l"/>
                  </a:tabLst>
                </a:pPr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OpenSymbol"/>
                </a:endParaRPr>
              </a:p>
            </p:txBody>
          </p:sp>
        </p:grpSp>
        <p:grpSp>
          <p:nvGrpSpPr>
            <p:cNvPr id="67" name="Google Shape;75;p2"/>
            <p:cNvGrpSpPr/>
            <p:nvPr/>
          </p:nvGrpSpPr>
          <p:grpSpPr>
            <a:xfrm>
              <a:off x="439200" y="4567320"/>
              <a:ext cx="699120" cy="478080"/>
              <a:chOff x="439200" y="4567320"/>
              <a:chExt cx="699120" cy="478080"/>
            </a:xfrm>
          </p:grpSpPr>
          <p:grpSp>
            <p:nvGrpSpPr>
              <p:cNvPr id="68" name="Google Shape;76;p2"/>
              <p:cNvGrpSpPr/>
              <p:nvPr/>
            </p:nvGrpSpPr>
            <p:grpSpPr>
              <a:xfrm>
                <a:off x="439200" y="4567320"/>
                <a:ext cx="478080" cy="478080"/>
                <a:chOff x="439200" y="4567320"/>
                <a:chExt cx="478080" cy="478080"/>
              </a:xfrm>
            </p:grpSpPr>
            <p:sp>
              <p:nvSpPr>
                <p:cNvPr id="69" name="Google Shape;77;p2"/>
                <p:cNvSpPr/>
                <p:nvPr/>
              </p:nvSpPr>
              <p:spPr>
                <a:xfrm rot="2700000">
                  <a:off x="505440" y="4640760"/>
                  <a:ext cx="345240" cy="330840"/>
                </a:xfrm>
                <a:custGeom>
                  <a:avLst/>
                  <a:gdLst>
                    <a:gd name="textAreaLeft" fmla="*/ 0 w 345240"/>
                    <a:gd name="textAreaRight" fmla="*/ 345600 w 345240"/>
                    <a:gd name="textAreaTop" fmla="*/ 0 h 330840"/>
                    <a:gd name="textAreaBottom" fmla="*/ 331200 h 330840"/>
                  </a:gdLst>
                  <a:ahLst/>
                  <a:cxnLst/>
                  <a:rect l="textAreaLeft" t="textAreaTop" r="textAreaRight" b="textAreaBottom"/>
                  <a:pathLst>
                    <a:path w="36902" h="35337">
                      <a:moveTo>
                        <a:pt x="18449" y="1"/>
                      </a:moveTo>
                      <a:cubicBezTo>
                        <a:pt x="16409" y="1"/>
                        <a:pt x="14368" y="778"/>
                        <a:pt x="12814" y="2332"/>
                      </a:cubicBezTo>
                      <a:lnTo>
                        <a:pt x="3108" y="12037"/>
                      </a:lnTo>
                      <a:cubicBezTo>
                        <a:pt x="0" y="15145"/>
                        <a:pt x="0" y="20189"/>
                        <a:pt x="3108" y="23297"/>
                      </a:cubicBezTo>
                      <a:lnTo>
                        <a:pt x="12814" y="33017"/>
                      </a:lnTo>
                      <a:cubicBezTo>
                        <a:pt x="14368" y="34564"/>
                        <a:pt x="16405" y="35337"/>
                        <a:pt x="18443" y="35337"/>
                      </a:cubicBezTo>
                      <a:cubicBezTo>
                        <a:pt x="20481" y="35337"/>
                        <a:pt x="22519" y="34564"/>
                        <a:pt x="24073" y="33017"/>
                      </a:cubicBezTo>
                      <a:lnTo>
                        <a:pt x="33794" y="23297"/>
                      </a:lnTo>
                      <a:cubicBezTo>
                        <a:pt x="36902" y="20189"/>
                        <a:pt x="36902" y="15145"/>
                        <a:pt x="33794" y="12037"/>
                      </a:cubicBezTo>
                      <a:lnTo>
                        <a:pt x="24073" y="2332"/>
                      </a:lnTo>
                      <a:cubicBezTo>
                        <a:pt x="22527" y="778"/>
                        <a:pt x="20489" y="1"/>
                        <a:pt x="18449" y="1"/>
                      </a:cubicBezTo>
                      <a:close/>
                    </a:path>
                  </a:pathLst>
                </a:custGeom>
                <a:gradFill rotWithShape="0">
                  <a:gsLst>
                    <a:gs pos="0">
                      <a:srgbClr val="F5F8FF"/>
                    </a:gs>
                    <a:gs pos="18000">
                      <a:srgbClr val="F5F8FF"/>
                    </a:gs>
                    <a:gs pos="56000">
                      <a:srgbClr val="FFFFFF">
                        <a:alpha val="0"/>
                      </a:srgbClr>
                    </a:gs>
                    <a:gs pos="74000">
                      <a:srgbClr val="F5F8FF"/>
                    </a:gs>
                    <a:gs pos="100000">
                      <a:srgbClr val="9900FF">
                        <a:alpha val="29000"/>
                      </a:srgbClr>
                    </a:gs>
                  </a:gsLst>
                  <a:path path="circle">
                    <a:fillToRect r="100000" b="100000"/>
                  </a:path>
                </a:gradFill>
                <a:ln w="0"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91440" bIns="91440" anchor="ctr">
                  <a:noAutofit/>
                </a:bodyPr>
                <a:lstStyle/>
                <a:p>
                  <a:pPr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OpenSymbol"/>
                  </a:endParaRPr>
                </a:p>
              </p:txBody>
            </p:sp>
            <p:grpSp>
              <p:nvGrpSpPr>
                <p:cNvPr id="70" name="Google Shape;78;p2"/>
                <p:cNvGrpSpPr/>
                <p:nvPr/>
              </p:nvGrpSpPr>
              <p:grpSpPr>
                <a:xfrm>
                  <a:off x="483840" y="4668120"/>
                  <a:ext cx="387360" cy="223200"/>
                  <a:chOff x="483840" y="4668120"/>
                  <a:chExt cx="387360" cy="223200"/>
                </a:xfrm>
              </p:grpSpPr>
              <p:sp>
                <p:nvSpPr>
                  <p:cNvPr id="71" name="Google Shape;79;p2"/>
                  <p:cNvSpPr/>
                  <p:nvPr/>
                </p:nvSpPr>
                <p:spPr>
                  <a:xfrm rot="2700000">
                    <a:off x="516600" y="4700520"/>
                    <a:ext cx="157680" cy="157680"/>
                  </a:xfrm>
                  <a:custGeom>
                    <a:avLst/>
                    <a:gdLst>
                      <a:gd name="textAreaLeft" fmla="*/ 0 w 157680"/>
                      <a:gd name="textAreaRight" fmla="*/ 158040 w 157680"/>
                      <a:gd name="textAreaTop" fmla="*/ 0 h 157680"/>
                      <a:gd name="textAreaBottom" fmla="*/ 158040 h 157680"/>
                    </a:gdLst>
                    <a:ahLst/>
                    <a:cxnLst/>
                    <a:rect l="textAreaLeft" t="textAreaTop" r="textAreaRight" b="textAreaBottom"/>
                    <a:pathLst>
                      <a:path w="27121" h="27121">
                        <a:moveTo>
                          <a:pt x="381" y="1"/>
                        </a:moveTo>
                        <a:lnTo>
                          <a:pt x="0" y="382"/>
                        </a:lnTo>
                        <a:lnTo>
                          <a:pt x="26739" y="27121"/>
                        </a:lnTo>
                        <a:lnTo>
                          <a:pt x="27120" y="26740"/>
                        </a:lnTo>
                        <a:lnTo>
                          <a:pt x="381" y="1"/>
                        </a:lnTo>
                        <a:close/>
                      </a:path>
                    </a:pathLst>
                  </a:custGeom>
                  <a:gradFill rotWithShape="0">
                    <a:gsLst>
                      <a:gs pos="0">
                        <a:srgbClr val="9900FF">
                          <a:alpha val="47000"/>
                        </a:srgbClr>
                      </a:gs>
                      <a:gs pos="100000">
                        <a:srgbClr val="FFFFFF">
                          <a:alpha val="47000"/>
                        </a:srgbClr>
                      </a:gs>
                    </a:gsLst>
                    <a:lin ang="5400000"/>
                  </a:gradFill>
                  <a:ln w="0"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/>
                </p:style>
                <p:txBody>
                  <a:bodyPr tIns="78840" bIns="78840" anchor="ctr">
                    <a:noAutofit/>
                  </a:bodyPr>
                  <a:lstStyle/>
                  <a:p>
                    <a:pPr defTabSz="914400">
                      <a:lnSpc>
                        <a:spcPct val="100000"/>
                      </a:lnSpc>
                      <a:tabLst>
                        <a:tab pos="0" algn="l"/>
                      </a:tabLst>
                    </a:pPr>
                    <a:endParaRPr lang="en-US" sz="1800" b="0" u="none" strike="noStrike">
                      <a:solidFill>
                        <a:srgbClr val="000000"/>
                      </a:solidFill>
                      <a:effectLst/>
                      <a:uFillTx/>
                      <a:latin typeface="OpenSymbol"/>
                    </a:endParaRPr>
                  </a:p>
                </p:txBody>
              </p:sp>
              <p:sp>
                <p:nvSpPr>
                  <p:cNvPr id="72" name="Google Shape;80;p2"/>
                  <p:cNvSpPr/>
                  <p:nvPr/>
                </p:nvSpPr>
                <p:spPr>
                  <a:xfrm rot="2700000">
                    <a:off x="557640" y="4700880"/>
                    <a:ext cx="157680" cy="157680"/>
                  </a:xfrm>
                  <a:custGeom>
                    <a:avLst/>
                    <a:gdLst>
                      <a:gd name="textAreaLeft" fmla="*/ 0 w 157680"/>
                      <a:gd name="textAreaRight" fmla="*/ 158040 w 157680"/>
                      <a:gd name="textAreaTop" fmla="*/ 0 h 157680"/>
                      <a:gd name="textAreaBottom" fmla="*/ 158040 h 157680"/>
                    </a:gdLst>
                    <a:ahLst/>
                    <a:cxnLst/>
                    <a:rect l="textAreaLeft" t="textAreaTop" r="textAreaRight" b="textAreaBottom"/>
                    <a:pathLst>
                      <a:path w="27121" h="27121">
                        <a:moveTo>
                          <a:pt x="366" y="1"/>
                        </a:moveTo>
                        <a:lnTo>
                          <a:pt x="0" y="382"/>
                        </a:lnTo>
                        <a:lnTo>
                          <a:pt x="26739" y="27121"/>
                        </a:lnTo>
                        <a:lnTo>
                          <a:pt x="27120" y="26740"/>
                        </a:lnTo>
                        <a:lnTo>
                          <a:pt x="366" y="1"/>
                        </a:lnTo>
                        <a:close/>
                      </a:path>
                    </a:pathLst>
                  </a:custGeom>
                  <a:gradFill rotWithShape="0">
                    <a:gsLst>
                      <a:gs pos="0">
                        <a:srgbClr val="9900FF">
                          <a:alpha val="47000"/>
                        </a:srgbClr>
                      </a:gs>
                      <a:gs pos="100000">
                        <a:srgbClr val="FFFFFF">
                          <a:alpha val="47000"/>
                        </a:srgbClr>
                      </a:gs>
                    </a:gsLst>
                    <a:lin ang="5400000"/>
                  </a:gradFill>
                  <a:ln w="0"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/>
                </p:style>
                <p:txBody>
                  <a:bodyPr tIns="78840" bIns="78840" anchor="ctr">
                    <a:noAutofit/>
                  </a:bodyPr>
                  <a:lstStyle/>
                  <a:p>
                    <a:pPr defTabSz="914400">
                      <a:lnSpc>
                        <a:spcPct val="100000"/>
                      </a:lnSpc>
                      <a:tabLst>
                        <a:tab pos="0" algn="l"/>
                      </a:tabLst>
                    </a:pPr>
                    <a:endParaRPr lang="en-US" sz="1800" b="0" u="none" strike="noStrike">
                      <a:solidFill>
                        <a:srgbClr val="000000"/>
                      </a:solidFill>
                      <a:effectLst/>
                      <a:uFillTx/>
                      <a:latin typeface="OpenSymbol"/>
                    </a:endParaRPr>
                  </a:p>
                </p:txBody>
              </p:sp>
              <p:sp>
                <p:nvSpPr>
                  <p:cNvPr id="73" name="Google Shape;81;p2"/>
                  <p:cNvSpPr/>
                  <p:nvPr/>
                </p:nvSpPr>
                <p:spPr>
                  <a:xfrm rot="2700000">
                    <a:off x="599040" y="4700520"/>
                    <a:ext cx="157680" cy="157680"/>
                  </a:xfrm>
                  <a:custGeom>
                    <a:avLst/>
                    <a:gdLst>
                      <a:gd name="textAreaLeft" fmla="*/ 0 w 157680"/>
                      <a:gd name="textAreaRight" fmla="*/ 158040 w 157680"/>
                      <a:gd name="textAreaTop" fmla="*/ 0 h 157680"/>
                      <a:gd name="textAreaBottom" fmla="*/ 158040 h 157680"/>
                    </a:gdLst>
                    <a:ahLst/>
                    <a:cxnLst/>
                    <a:rect l="textAreaLeft" t="textAreaTop" r="textAreaRight" b="textAreaBottom"/>
                    <a:pathLst>
                      <a:path w="27121" h="27121">
                        <a:moveTo>
                          <a:pt x="366" y="1"/>
                        </a:moveTo>
                        <a:lnTo>
                          <a:pt x="1" y="381"/>
                        </a:lnTo>
                        <a:lnTo>
                          <a:pt x="26740" y="27120"/>
                        </a:lnTo>
                        <a:lnTo>
                          <a:pt x="27121" y="26755"/>
                        </a:lnTo>
                        <a:lnTo>
                          <a:pt x="366" y="1"/>
                        </a:lnTo>
                        <a:close/>
                      </a:path>
                    </a:pathLst>
                  </a:custGeom>
                  <a:gradFill rotWithShape="0">
                    <a:gsLst>
                      <a:gs pos="0">
                        <a:srgbClr val="9900FF">
                          <a:alpha val="47000"/>
                        </a:srgbClr>
                      </a:gs>
                      <a:gs pos="100000">
                        <a:srgbClr val="FFFFFF">
                          <a:alpha val="47000"/>
                        </a:srgbClr>
                      </a:gs>
                    </a:gsLst>
                    <a:lin ang="5400000"/>
                  </a:gradFill>
                  <a:ln w="0"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/>
                </p:style>
                <p:txBody>
                  <a:bodyPr tIns="78840" bIns="78840" anchor="ctr">
                    <a:noAutofit/>
                  </a:bodyPr>
                  <a:lstStyle/>
                  <a:p>
                    <a:pPr defTabSz="914400">
                      <a:lnSpc>
                        <a:spcPct val="100000"/>
                      </a:lnSpc>
                      <a:tabLst>
                        <a:tab pos="0" algn="l"/>
                      </a:tabLst>
                    </a:pPr>
                    <a:endParaRPr lang="en-US" sz="1800" b="0" u="none" strike="noStrike">
                      <a:solidFill>
                        <a:srgbClr val="000000"/>
                      </a:solidFill>
                      <a:effectLst/>
                      <a:uFillTx/>
                      <a:latin typeface="OpenSymbol"/>
                    </a:endParaRPr>
                  </a:p>
                </p:txBody>
              </p:sp>
              <p:sp>
                <p:nvSpPr>
                  <p:cNvPr id="74" name="Google Shape;82;p2"/>
                  <p:cNvSpPr/>
                  <p:nvPr/>
                </p:nvSpPr>
                <p:spPr>
                  <a:xfrm rot="2700000">
                    <a:off x="639720" y="4700520"/>
                    <a:ext cx="157680" cy="157680"/>
                  </a:xfrm>
                  <a:custGeom>
                    <a:avLst/>
                    <a:gdLst>
                      <a:gd name="textAreaLeft" fmla="*/ 0 w 157680"/>
                      <a:gd name="textAreaRight" fmla="*/ 158040 w 157680"/>
                      <a:gd name="textAreaTop" fmla="*/ 0 h 157680"/>
                      <a:gd name="textAreaBottom" fmla="*/ 158040 h 157680"/>
                    </a:gdLst>
                    <a:ahLst/>
                    <a:cxnLst/>
                    <a:rect l="textAreaLeft" t="textAreaTop" r="textAreaRight" b="textAreaBottom"/>
                    <a:pathLst>
                      <a:path w="27121" h="27121">
                        <a:moveTo>
                          <a:pt x="381" y="1"/>
                        </a:moveTo>
                        <a:lnTo>
                          <a:pt x="0" y="382"/>
                        </a:lnTo>
                        <a:lnTo>
                          <a:pt x="26755" y="27121"/>
                        </a:lnTo>
                        <a:lnTo>
                          <a:pt x="27120" y="26755"/>
                        </a:lnTo>
                        <a:lnTo>
                          <a:pt x="381" y="1"/>
                        </a:lnTo>
                        <a:close/>
                      </a:path>
                    </a:pathLst>
                  </a:custGeom>
                  <a:gradFill rotWithShape="0">
                    <a:gsLst>
                      <a:gs pos="0">
                        <a:srgbClr val="9900FF">
                          <a:alpha val="47000"/>
                        </a:srgbClr>
                      </a:gs>
                      <a:gs pos="100000">
                        <a:srgbClr val="FFFFFF">
                          <a:alpha val="47000"/>
                        </a:srgbClr>
                      </a:gs>
                    </a:gsLst>
                    <a:lin ang="5400000"/>
                  </a:gradFill>
                  <a:ln w="0"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/>
                </p:style>
                <p:txBody>
                  <a:bodyPr tIns="78840" bIns="78840" anchor="ctr">
                    <a:noAutofit/>
                  </a:bodyPr>
                  <a:lstStyle/>
                  <a:p>
                    <a:pPr defTabSz="914400">
                      <a:lnSpc>
                        <a:spcPct val="100000"/>
                      </a:lnSpc>
                      <a:tabLst>
                        <a:tab pos="0" algn="l"/>
                      </a:tabLst>
                    </a:pPr>
                    <a:endParaRPr lang="en-US" sz="1800" b="0" u="none" strike="noStrike">
                      <a:solidFill>
                        <a:srgbClr val="000000"/>
                      </a:solidFill>
                      <a:effectLst/>
                      <a:uFillTx/>
                      <a:latin typeface="OpenSymbol"/>
                    </a:endParaRPr>
                  </a:p>
                </p:txBody>
              </p:sp>
              <p:sp>
                <p:nvSpPr>
                  <p:cNvPr id="75" name="Google Shape;83;p2"/>
                  <p:cNvSpPr/>
                  <p:nvPr/>
                </p:nvSpPr>
                <p:spPr>
                  <a:xfrm rot="2700000">
                    <a:off x="680760" y="4700880"/>
                    <a:ext cx="157680" cy="157680"/>
                  </a:xfrm>
                  <a:custGeom>
                    <a:avLst/>
                    <a:gdLst>
                      <a:gd name="textAreaLeft" fmla="*/ 0 w 157680"/>
                      <a:gd name="textAreaRight" fmla="*/ 158040 w 157680"/>
                      <a:gd name="textAreaTop" fmla="*/ 0 h 157680"/>
                      <a:gd name="textAreaBottom" fmla="*/ 158040 h 157680"/>
                    </a:gdLst>
                    <a:ahLst/>
                    <a:cxnLst/>
                    <a:rect l="textAreaLeft" t="textAreaTop" r="textAreaRight" b="textAreaBottom"/>
                    <a:pathLst>
                      <a:path w="27121" h="27121">
                        <a:moveTo>
                          <a:pt x="382" y="1"/>
                        </a:moveTo>
                        <a:lnTo>
                          <a:pt x="1" y="382"/>
                        </a:lnTo>
                        <a:lnTo>
                          <a:pt x="26740" y="27121"/>
                        </a:lnTo>
                        <a:lnTo>
                          <a:pt x="27121" y="26740"/>
                        </a:lnTo>
                        <a:lnTo>
                          <a:pt x="382" y="1"/>
                        </a:lnTo>
                        <a:close/>
                      </a:path>
                    </a:pathLst>
                  </a:custGeom>
                  <a:gradFill rotWithShape="0">
                    <a:gsLst>
                      <a:gs pos="0">
                        <a:srgbClr val="9900FF">
                          <a:alpha val="47000"/>
                        </a:srgbClr>
                      </a:gs>
                      <a:gs pos="100000">
                        <a:srgbClr val="FFFFFF">
                          <a:alpha val="47000"/>
                        </a:srgbClr>
                      </a:gs>
                    </a:gsLst>
                    <a:lin ang="5400000"/>
                  </a:gradFill>
                  <a:ln w="0"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/>
                </p:style>
                <p:txBody>
                  <a:bodyPr tIns="78840" bIns="78840" anchor="ctr">
                    <a:noAutofit/>
                  </a:bodyPr>
                  <a:lstStyle/>
                  <a:p>
                    <a:pPr defTabSz="914400">
                      <a:lnSpc>
                        <a:spcPct val="100000"/>
                      </a:lnSpc>
                      <a:tabLst>
                        <a:tab pos="0" algn="l"/>
                      </a:tabLst>
                    </a:pPr>
                    <a:endParaRPr lang="en-US" sz="1800" b="0" u="none" strike="noStrike">
                      <a:solidFill>
                        <a:srgbClr val="000000"/>
                      </a:solidFill>
                      <a:effectLst/>
                      <a:uFillTx/>
                      <a:latin typeface="OpenSymbol"/>
                    </a:endParaRPr>
                  </a:p>
                </p:txBody>
              </p:sp>
            </p:grpSp>
          </p:grpSp>
          <p:sp>
            <p:nvSpPr>
              <p:cNvPr id="76" name="Google Shape;84;p2"/>
              <p:cNvSpPr/>
              <p:nvPr/>
            </p:nvSpPr>
            <p:spPr>
              <a:xfrm rot="18900000">
                <a:off x="770400" y="4646520"/>
                <a:ext cx="324360" cy="257760"/>
              </a:xfrm>
              <a:custGeom>
                <a:avLst/>
                <a:gdLst>
                  <a:gd name="textAreaLeft" fmla="*/ 0 w 324360"/>
                  <a:gd name="textAreaRight" fmla="*/ 324720 w 324360"/>
                  <a:gd name="textAreaTop" fmla="*/ 0 h 257760"/>
                  <a:gd name="textAreaBottom" fmla="*/ 258120 h 257760"/>
                </a:gdLst>
                <a:ahLst/>
                <a:cxnLst/>
                <a:rect l="textAreaLeft" t="textAreaTop" r="textAreaRight" b="textAreaBottom"/>
                <a:pathLst>
                  <a:path w="44612" h="35440">
                    <a:moveTo>
                      <a:pt x="40817" y="1"/>
                    </a:moveTo>
                    <a:lnTo>
                      <a:pt x="37420" y="3383"/>
                    </a:lnTo>
                    <a:lnTo>
                      <a:pt x="41213" y="7177"/>
                    </a:lnTo>
                    <a:lnTo>
                      <a:pt x="44611" y="3779"/>
                    </a:lnTo>
                    <a:lnTo>
                      <a:pt x="40817" y="1"/>
                    </a:lnTo>
                    <a:close/>
                    <a:moveTo>
                      <a:pt x="22184" y="4099"/>
                    </a:moveTo>
                    <a:lnTo>
                      <a:pt x="18801" y="7482"/>
                    </a:lnTo>
                    <a:lnTo>
                      <a:pt x="22595" y="11275"/>
                    </a:lnTo>
                    <a:lnTo>
                      <a:pt x="25978" y="7878"/>
                    </a:lnTo>
                    <a:lnTo>
                      <a:pt x="22184" y="4099"/>
                    </a:lnTo>
                    <a:close/>
                    <a:moveTo>
                      <a:pt x="15983" y="10300"/>
                    </a:moveTo>
                    <a:lnTo>
                      <a:pt x="12585" y="13698"/>
                    </a:lnTo>
                    <a:lnTo>
                      <a:pt x="16379" y="17476"/>
                    </a:lnTo>
                    <a:lnTo>
                      <a:pt x="19776" y="14094"/>
                    </a:lnTo>
                    <a:lnTo>
                      <a:pt x="15983" y="10300"/>
                    </a:lnTo>
                    <a:close/>
                    <a:moveTo>
                      <a:pt x="9431" y="16852"/>
                    </a:moveTo>
                    <a:lnTo>
                      <a:pt x="6034" y="20249"/>
                    </a:lnTo>
                    <a:lnTo>
                      <a:pt x="15190" y="29406"/>
                    </a:lnTo>
                    <a:lnTo>
                      <a:pt x="18588" y="26008"/>
                    </a:lnTo>
                    <a:lnTo>
                      <a:pt x="9431" y="16852"/>
                    </a:lnTo>
                    <a:close/>
                    <a:moveTo>
                      <a:pt x="3383" y="22885"/>
                    </a:moveTo>
                    <a:lnTo>
                      <a:pt x="0" y="26283"/>
                    </a:lnTo>
                    <a:lnTo>
                      <a:pt x="9157" y="35440"/>
                    </a:lnTo>
                    <a:lnTo>
                      <a:pt x="12555" y="32057"/>
                    </a:lnTo>
                    <a:lnTo>
                      <a:pt x="3383" y="22885"/>
                    </a:lnTo>
                    <a:close/>
                  </a:path>
                </a:pathLst>
              </a:custGeom>
              <a:gradFill rotWithShape="0">
                <a:gsLst>
                  <a:gs pos="0">
                    <a:srgbClr val="9900FF">
                      <a:alpha val="47000"/>
                    </a:srgbClr>
                  </a:gs>
                  <a:gs pos="100000">
                    <a:srgbClr val="FFFFFF">
                      <a:alpha val="0"/>
                    </a:srgbClr>
                  </a:gs>
                </a:gsLst>
                <a:path path="circle">
                  <a:fillToRect l="50000" t="50000" r="50000" b="50000"/>
                </a:path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tIns="91440" bIns="91440" anchor="ctr">
                <a:noAutofit/>
              </a:bodyPr>
              <a:lstStyle/>
              <a:p>
                <a:pPr defTabSz="914400">
                  <a:lnSpc>
                    <a:spcPct val="100000"/>
                  </a:lnSpc>
                  <a:tabLst>
                    <a:tab pos="0" algn="l"/>
                  </a:tabLst>
                </a:pPr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OpenSymbol"/>
                </a:endParaRPr>
              </a:p>
            </p:txBody>
          </p:sp>
        </p:grpSp>
        <p:grpSp>
          <p:nvGrpSpPr>
            <p:cNvPr id="77" name="Google Shape;85;p2"/>
            <p:cNvGrpSpPr/>
            <p:nvPr/>
          </p:nvGrpSpPr>
          <p:grpSpPr>
            <a:xfrm>
              <a:off x="-64800" y="4623840"/>
              <a:ext cx="698760" cy="478080"/>
              <a:chOff x="-64800" y="4623840"/>
              <a:chExt cx="698760" cy="478080"/>
            </a:xfrm>
          </p:grpSpPr>
          <p:grpSp>
            <p:nvGrpSpPr>
              <p:cNvPr id="78" name="Google Shape;86;p2"/>
              <p:cNvGrpSpPr/>
              <p:nvPr/>
            </p:nvGrpSpPr>
            <p:grpSpPr>
              <a:xfrm>
                <a:off x="-64800" y="4623840"/>
                <a:ext cx="478080" cy="478080"/>
                <a:chOff x="-64800" y="4623840"/>
                <a:chExt cx="478080" cy="478080"/>
              </a:xfrm>
            </p:grpSpPr>
            <p:sp>
              <p:nvSpPr>
                <p:cNvPr id="79" name="Google Shape;87;p2"/>
                <p:cNvSpPr/>
                <p:nvPr/>
              </p:nvSpPr>
              <p:spPr>
                <a:xfrm rot="2700000">
                  <a:off x="1440" y="4697280"/>
                  <a:ext cx="345240" cy="330840"/>
                </a:xfrm>
                <a:custGeom>
                  <a:avLst/>
                  <a:gdLst>
                    <a:gd name="textAreaLeft" fmla="*/ 0 w 345240"/>
                    <a:gd name="textAreaRight" fmla="*/ 345600 w 345240"/>
                    <a:gd name="textAreaTop" fmla="*/ 0 h 330840"/>
                    <a:gd name="textAreaBottom" fmla="*/ 331200 h 330840"/>
                  </a:gdLst>
                  <a:ahLst/>
                  <a:cxnLst/>
                  <a:rect l="textAreaLeft" t="textAreaTop" r="textAreaRight" b="textAreaBottom"/>
                  <a:pathLst>
                    <a:path w="36902" h="35337">
                      <a:moveTo>
                        <a:pt x="18449" y="1"/>
                      </a:moveTo>
                      <a:cubicBezTo>
                        <a:pt x="16409" y="1"/>
                        <a:pt x="14368" y="778"/>
                        <a:pt x="12814" y="2332"/>
                      </a:cubicBezTo>
                      <a:lnTo>
                        <a:pt x="3108" y="12037"/>
                      </a:lnTo>
                      <a:cubicBezTo>
                        <a:pt x="0" y="15145"/>
                        <a:pt x="0" y="20189"/>
                        <a:pt x="3108" y="23297"/>
                      </a:cubicBezTo>
                      <a:lnTo>
                        <a:pt x="12814" y="33017"/>
                      </a:lnTo>
                      <a:cubicBezTo>
                        <a:pt x="14368" y="34564"/>
                        <a:pt x="16405" y="35337"/>
                        <a:pt x="18443" y="35337"/>
                      </a:cubicBezTo>
                      <a:cubicBezTo>
                        <a:pt x="20481" y="35337"/>
                        <a:pt x="22519" y="34564"/>
                        <a:pt x="24073" y="33017"/>
                      </a:cubicBezTo>
                      <a:lnTo>
                        <a:pt x="33794" y="23297"/>
                      </a:lnTo>
                      <a:cubicBezTo>
                        <a:pt x="36902" y="20189"/>
                        <a:pt x="36902" y="15145"/>
                        <a:pt x="33794" y="12037"/>
                      </a:cubicBezTo>
                      <a:lnTo>
                        <a:pt x="24073" y="2332"/>
                      </a:lnTo>
                      <a:cubicBezTo>
                        <a:pt x="22527" y="778"/>
                        <a:pt x="20489" y="1"/>
                        <a:pt x="18449" y="1"/>
                      </a:cubicBezTo>
                      <a:close/>
                    </a:path>
                  </a:pathLst>
                </a:custGeom>
                <a:gradFill rotWithShape="0">
                  <a:gsLst>
                    <a:gs pos="0">
                      <a:srgbClr val="F5F8FF"/>
                    </a:gs>
                    <a:gs pos="18000">
                      <a:srgbClr val="F5F8FF"/>
                    </a:gs>
                    <a:gs pos="56000">
                      <a:srgbClr val="FFFFFF">
                        <a:alpha val="0"/>
                      </a:srgbClr>
                    </a:gs>
                    <a:gs pos="74000">
                      <a:srgbClr val="F5F8FF"/>
                    </a:gs>
                    <a:gs pos="100000">
                      <a:srgbClr val="9900FF">
                        <a:alpha val="29000"/>
                      </a:srgbClr>
                    </a:gs>
                  </a:gsLst>
                  <a:path path="circle">
                    <a:fillToRect r="100000" b="100000"/>
                  </a:path>
                </a:gradFill>
                <a:ln w="0"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91440" bIns="91440" anchor="ctr">
                  <a:noAutofit/>
                </a:bodyPr>
                <a:lstStyle/>
                <a:p>
                  <a:pPr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OpenSymbol"/>
                  </a:endParaRPr>
                </a:p>
              </p:txBody>
            </p:sp>
            <p:grpSp>
              <p:nvGrpSpPr>
                <p:cNvPr id="80" name="Google Shape;88;p2"/>
                <p:cNvGrpSpPr/>
                <p:nvPr/>
              </p:nvGrpSpPr>
              <p:grpSpPr>
                <a:xfrm>
                  <a:off x="-20160" y="4724640"/>
                  <a:ext cx="387360" cy="223200"/>
                  <a:chOff x="-20160" y="4724640"/>
                  <a:chExt cx="387360" cy="223200"/>
                </a:xfrm>
              </p:grpSpPr>
              <p:sp>
                <p:nvSpPr>
                  <p:cNvPr id="81" name="Google Shape;89;p2"/>
                  <p:cNvSpPr/>
                  <p:nvPr/>
                </p:nvSpPr>
                <p:spPr>
                  <a:xfrm rot="2700000">
                    <a:off x="12240" y="4757040"/>
                    <a:ext cx="157680" cy="157680"/>
                  </a:xfrm>
                  <a:custGeom>
                    <a:avLst/>
                    <a:gdLst>
                      <a:gd name="textAreaLeft" fmla="*/ 0 w 157680"/>
                      <a:gd name="textAreaRight" fmla="*/ 158040 w 157680"/>
                      <a:gd name="textAreaTop" fmla="*/ 0 h 157680"/>
                      <a:gd name="textAreaBottom" fmla="*/ 158040 h 157680"/>
                    </a:gdLst>
                    <a:ahLst/>
                    <a:cxnLst/>
                    <a:rect l="textAreaLeft" t="textAreaTop" r="textAreaRight" b="textAreaBottom"/>
                    <a:pathLst>
                      <a:path w="27121" h="27121">
                        <a:moveTo>
                          <a:pt x="381" y="1"/>
                        </a:moveTo>
                        <a:lnTo>
                          <a:pt x="0" y="382"/>
                        </a:lnTo>
                        <a:lnTo>
                          <a:pt x="26739" y="27121"/>
                        </a:lnTo>
                        <a:lnTo>
                          <a:pt x="27120" y="26740"/>
                        </a:lnTo>
                        <a:lnTo>
                          <a:pt x="381" y="1"/>
                        </a:lnTo>
                        <a:close/>
                      </a:path>
                    </a:pathLst>
                  </a:custGeom>
                  <a:gradFill rotWithShape="0">
                    <a:gsLst>
                      <a:gs pos="0">
                        <a:srgbClr val="9900FF">
                          <a:alpha val="47000"/>
                        </a:srgbClr>
                      </a:gs>
                      <a:gs pos="100000">
                        <a:srgbClr val="FFFFFF">
                          <a:alpha val="47000"/>
                        </a:srgbClr>
                      </a:gs>
                    </a:gsLst>
                    <a:lin ang="5400000"/>
                  </a:gradFill>
                  <a:ln w="0"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/>
                </p:style>
                <p:txBody>
                  <a:bodyPr tIns="78840" bIns="78840" anchor="ctr">
                    <a:noAutofit/>
                  </a:bodyPr>
                  <a:lstStyle/>
                  <a:p>
                    <a:pPr defTabSz="914400">
                      <a:lnSpc>
                        <a:spcPct val="100000"/>
                      </a:lnSpc>
                      <a:tabLst>
                        <a:tab pos="0" algn="l"/>
                      </a:tabLst>
                    </a:pPr>
                    <a:endParaRPr lang="en-US" sz="1800" b="0" u="none" strike="noStrike">
                      <a:solidFill>
                        <a:srgbClr val="000000"/>
                      </a:solidFill>
                      <a:effectLst/>
                      <a:uFillTx/>
                      <a:latin typeface="OpenSymbol"/>
                    </a:endParaRPr>
                  </a:p>
                </p:txBody>
              </p:sp>
              <p:sp>
                <p:nvSpPr>
                  <p:cNvPr id="82" name="Google Shape;90;p2"/>
                  <p:cNvSpPr/>
                  <p:nvPr/>
                </p:nvSpPr>
                <p:spPr>
                  <a:xfrm rot="2700000">
                    <a:off x="53280" y="4757400"/>
                    <a:ext cx="157680" cy="157680"/>
                  </a:xfrm>
                  <a:custGeom>
                    <a:avLst/>
                    <a:gdLst>
                      <a:gd name="textAreaLeft" fmla="*/ 0 w 157680"/>
                      <a:gd name="textAreaRight" fmla="*/ 158040 w 157680"/>
                      <a:gd name="textAreaTop" fmla="*/ 0 h 157680"/>
                      <a:gd name="textAreaBottom" fmla="*/ 158040 h 157680"/>
                    </a:gdLst>
                    <a:ahLst/>
                    <a:cxnLst/>
                    <a:rect l="textAreaLeft" t="textAreaTop" r="textAreaRight" b="textAreaBottom"/>
                    <a:pathLst>
                      <a:path w="27121" h="27121">
                        <a:moveTo>
                          <a:pt x="366" y="1"/>
                        </a:moveTo>
                        <a:lnTo>
                          <a:pt x="0" y="382"/>
                        </a:lnTo>
                        <a:lnTo>
                          <a:pt x="26739" y="27121"/>
                        </a:lnTo>
                        <a:lnTo>
                          <a:pt x="27120" y="26740"/>
                        </a:lnTo>
                        <a:lnTo>
                          <a:pt x="366" y="1"/>
                        </a:lnTo>
                        <a:close/>
                      </a:path>
                    </a:pathLst>
                  </a:custGeom>
                  <a:gradFill rotWithShape="0">
                    <a:gsLst>
                      <a:gs pos="0">
                        <a:srgbClr val="9900FF">
                          <a:alpha val="47000"/>
                        </a:srgbClr>
                      </a:gs>
                      <a:gs pos="100000">
                        <a:srgbClr val="FFFFFF">
                          <a:alpha val="47000"/>
                        </a:srgbClr>
                      </a:gs>
                    </a:gsLst>
                    <a:lin ang="5400000"/>
                  </a:gradFill>
                  <a:ln w="0"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/>
                </p:style>
                <p:txBody>
                  <a:bodyPr tIns="78840" bIns="78840" anchor="ctr">
                    <a:noAutofit/>
                  </a:bodyPr>
                  <a:lstStyle/>
                  <a:p>
                    <a:pPr defTabSz="914400">
                      <a:lnSpc>
                        <a:spcPct val="100000"/>
                      </a:lnSpc>
                      <a:tabLst>
                        <a:tab pos="0" algn="l"/>
                      </a:tabLst>
                    </a:pPr>
                    <a:endParaRPr lang="en-US" sz="1800" b="0" u="none" strike="noStrike">
                      <a:solidFill>
                        <a:srgbClr val="000000"/>
                      </a:solidFill>
                      <a:effectLst/>
                      <a:uFillTx/>
                      <a:latin typeface="OpenSymbol"/>
                    </a:endParaRPr>
                  </a:p>
                </p:txBody>
              </p:sp>
              <p:sp>
                <p:nvSpPr>
                  <p:cNvPr id="83" name="Google Shape;91;p2"/>
                  <p:cNvSpPr/>
                  <p:nvPr/>
                </p:nvSpPr>
                <p:spPr>
                  <a:xfrm rot="2700000">
                    <a:off x="94320" y="4757040"/>
                    <a:ext cx="157680" cy="157680"/>
                  </a:xfrm>
                  <a:custGeom>
                    <a:avLst/>
                    <a:gdLst>
                      <a:gd name="textAreaLeft" fmla="*/ 0 w 157680"/>
                      <a:gd name="textAreaRight" fmla="*/ 158040 w 157680"/>
                      <a:gd name="textAreaTop" fmla="*/ 0 h 157680"/>
                      <a:gd name="textAreaBottom" fmla="*/ 158040 h 157680"/>
                    </a:gdLst>
                    <a:ahLst/>
                    <a:cxnLst/>
                    <a:rect l="textAreaLeft" t="textAreaTop" r="textAreaRight" b="textAreaBottom"/>
                    <a:pathLst>
                      <a:path w="27121" h="27121">
                        <a:moveTo>
                          <a:pt x="366" y="1"/>
                        </a:moveTo>
                        <a:lnTo>
                          <a:pt x="1" y="381"/>
                        </a:lnTo>
                        <a:lnTo>
                          <a:pt x="26740" y="27120"/>
                        </a:lnTo>
                        <a:lnTo>
                          <a:pt x="27121" y="26755"/>
                        </a:lnTo>
                        <a:lnTo>
                          <a:pt x="366" y="1"/>
                        </a:lnTo>
                        <a:close/>
                      </a:path>
                    </a:pathLst>
                  </a:custGeom>
                  <a:gradFill rotWithShape="0">
                    <a:gsLst>
                      <a:gs pos="0">
                        <a:srgbClr val="9900FF">
                          <a:alpha val="47000"/>
                        </a:srgbClr>
                      </a:gs>
                      <a:gs pos="100000">
                        <a:srgbClr val="FFFFFF">
                          <a:alpha val="47000"/>
                        </a:srgbClr>
                      </a:gs>
                    </a:gsLst>
                    <a:lin ang="5400000"/>
                  </a:gradFill>
                  <a:ln w="0"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/>
                </p:style>
                <p:txBody>
                  <a:bodyPr tIns="78840" bIns="78840" anchor="ctr">
                    <a:noAutofit/>
                  </a:bodyPr>
                  <a:lstStyle/>
                  <a:p>
                    <a:pPr defTabSz="914400">
                      <a:lnSpc>
                        <a:spcPct val="100000"/>
                      </a:lnSpc>
                      <a:tabLst>
                        <a:tab pos="0" algn="l"/>
                      </a:tabLst>
                    </a:pPr>
                    <a:endParaRPr lang="en-US" sz="1800" b="0" u="none" strike="noStrike">
                      <a:solidFill>
                        <a:srgbClr val="000000"/>
                      </a:solidFill>
                      <a:effectLst/>
                      <a:uFillTx/>
                      <a:latin typeface="OpenSymbol"/>
                    </a:endParaRPr>
                  </a:p>
                </p:txBody>
              </p:sp>
              <p:sp>
                <p:nvSpPr>
                  <p:cNvPr id="84" name="Google Shape;92;p2"/>
                  <p:cNvSpPr/>
                  <p:nvPr/>
                </p:nvSpPr>
                <p:spPr>
                  <a:xfrm rot="2700000">
                    <a:off x="135360" y="4757040"/>
                    <a:ext cx="157680" cy="157680"/>
                  </a:xfrm>
                  <a:custGeom>
                    <a:avLst/>
                    <a:gdLst>
                      <a:gd name="textAreaLeft" fmla="*/ 0 w 157680"/>
                      <a:gd name="textAreaRight" fmla="*/ 158040 w 157680"/>
                      <a:gd name="textAreaTop" fmla="*/ 0 h 157680"/>
                      <a:gd name="textAreaBottom" fmla="*/ 158040 h 157680"/>
                    </a:gdLst>
                    <a:ahLst/>
                    <a:cxnLst/>
                    <a:rect l="textAreaLeft" t="textAreaTop" r="textAreaRight" b="textAreaBottom"/>
                    <a:pathLst>
                      <a:path w="27121" h="27121">
                        <a:moveTo>
                          <a:pt x="381" y="1"/>
                        </a:moveTo>
                        <a:lnTo>
                          <a:pt x="0" y="382"/>
                        </a:lnTo>
                        <a:lnTo>
                          <a:pt x="26755" y="27121"/>
                        </a:lnTo>
                        <a:lnTo>
                          <a:pt x="27120" y="26755"/>
                        </a:lnTo>
                        <a:lnTo>
                          <a:pt x="381" y="1"/>
                        </a:lnTo>
                        <a:close/>
                      </a:path>
                    </a:pathLst>
                  </a:custGeom>
                  <a:gradFill rotWithShape="0">
                    <a:gsLst>
                      <a:gs pos="0">
                        <a:srgbClr val="9900FF">
                          <a:alpha val="47000"/>
                        </a:srgbClr>
                      </a:gs>
                      <a:gs pos="100000">
                        <a:srgbClr val="FFFFFF">
                          <a:alpha val="47000"/>
                        </a:srgbClr>
                      </a:gs>
                    </a:gsLst>
                    <a:lin ang="5400000"/>
                  </a:gradFill>
                  <a:ln w="0"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/>
                </p:style>
                <p:txBody>
                  <a:bodyPr tIns="78840" bIns="78840" anchor="ctr">
                    <a:noAutofit/>
                  </a:bodyPr>
                  <a:lstStyle/>
                  <a:p>
                    <a:pPr defTabSz="914400">
                      <a:lnSpc>
                        <a:spcPct val="100000"/>
                      </a:lnSpc>
                      <a:tabLst>
                        <a:tab pos="0" algn="l"/>
                      </a:tabLst>
                    </a:pPr>
                    <a:endParaRPr lang="en-US" sz="1800" b="0" u="none" strike="noStrike">
                      <a:solidFill>
                        <a:srgbClr val="000000"/>
                      </a:solidFill>
                      <a:effectLst/>
                      <a:uFillTx/>
                      <a:latin typeface="OpenSymbol"/>
                    </a:endParaRPr>
                  </a:p>
                </p:txBody>
              </p:sp>
              <p:sp>
                <p:nvSpPr>
                  <p:cNvPr id="85" name="Google Shape;93;p2"/>
                  <p:cNvSpPr/>
                  <p:nvPr/>
                </p:nvSpPr>
                <p:spPr>
                  <a:xfrm rot="2700000">
                    <a:off x="176400" y="4757400"/>
                    <a:ext cx="157680" cy="157680"/>
                  </a:xfrm>
                  <a:custGeom>
                    <a:avLst/>
                    <a:gdLst>
                      <a:gd name="textAreaLeft" fmla="*/ 0 w 157680"/>
                      <a:gd name="textAreaRight" fmla="*/ 158040 w 157680"/>
                      <a:gd name="textAreaTop" fmla="*/ 0 h 157680"/>
                      <a:gd name="textAreaBottom" fmla="*/ 158040 h 157680"/>
                    </a:gdLst>
                    <a:ahLst/>
                    <a:cxnLst/>
                    <a:rect l="textAreaLeft" t="textAreaTop" r="textAreaRight" b="textAreaBottom"/>
                    <a:pathLst>
                      <a:path w="27121" h="27121">
                        <a:moveTo>
                          <a:pt x="382" y="1"/>
                        </a:moveTo>
                        <a:lnTo>
                          <a:pt x="1" y="382"/>
                        </a:lnTo>
                        <a:lnTo>
                          <a:pt x="26740" y="27121"/>
                        </a:lnTo>
                        <a:lnTo>
                          <a:pt x="27121" y="26740"/>
                        </a:lnTo>
                        <a:lnTo>
                          <a:pt x="382" y="1"/>
                        </a:lnTo>
                        <a:close/>
                      </a:path>
                    </a:pathLst>
                  </a:custGeom>
                  <a:gradFill rotWithShape="0">
                    <a:gsLst>
                      <a:gs pos="0">
                        <a:srgbClr val="9900FF">
                          <a:alpha val="47000"/>
                        </a:srgbClr>
                      </a:gs>
                      <a:gs pos="100000">
                        <a:srgbClr val="FFFFFF">
                          <a:alpha val="47000"/>
                        </a:srgbClr>
                      </a:gs>
                    </a:gsLst>
                    <a:lin ang="5400000"/>
                  </a:gradFill>
                  <a:ln w="0"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/>
                </p:style>
                <p:txBody>
                  <a:bodyPr tIns="78840" bIns="78840" anchor="ctr">
                    <a:noAutofit/>
                  </a:bodyPr>
                  <a:lstStyle/>
                  <a:p>
                    <a:pPr defTabSz="914400">
                      <a:lnSpc>
                        <a:spcPct val="100000"/>
                      </a:lnSpc>
                      <a:tabLst>
                        <a:tab pos="0" algn="l"/>
                      </a:tabLst>
                    </a:pPr>
                    <a:endParaRPr lang="en-US" sz="1800" b="0" u="none" strike="noStrike">
                      <a:solidFill>
                        <a:srgbClr val="000000"/>
                      </a:solidFill>
                      <a:effectLst/>
                      <a:uFillTx/>
                      <a:latin typeface="OpenSymbol"/>
                    </a:endParaRPr>
                  </a:p>
                </p:txBody>
              </p:sp>
            </p:grpSp>
          </p:grpSp>
          <p:sp>
            <p:nvSpPr>
              <p:cNvPr id="86" name="Google Shape;94;p2"/>
              <p:cNvSpPr/>
              <p:nvPr/>
            </p:nvSpPr>
            <p:spPr>
              <a:xfrm rot="18900000">
                <a:off x="266040" y="4703040"/>
                <a:ext cx="324360" cy="257760"/>
              </a:xfrm>
              <a:custGeom>
                <a:avLst/>
                <a:gdLst>
                  <a:gd name="textAreaLeft" fmla="*/ 0 w 324360"/>
                  <a:gd name="textAreaRight" fmla="*/ 324720 w 324360"/>
                  <a:gd name="textAreaTop" fmla="*/ 0 h 257760"/>
                  <a:gd name="textAreaBottom" fmla="*/ 258120 h 257760"/>
                </a:gdLst>
                <a:ahLst/>
                <a:cxnLst/>
                <a:rect l="textAreaLeft" t="textAreaTop" r="textAreaRight" b="textAreaBottom"/>
                <a:pathLst>
                  <a:path w="44612" h="35440">
                    <a:moveTo>
                      <a:pt x="40817" y="1"/>
                    </a:moveTo>
                    <a:lnTo>
                      <a:pt x="37420" y="3383"/>
                    </a:lnTo>
                    <a:lnTo>
                      <a:pt x="41213" y="7177"/>
                    </a:lnTo>
                    <a:lnTo>
                      <a:pt x="44611" y="3779"/>
                    </a:lnTo>
                    <a:lnTo>
                      <a:pt x="40817" y="1"/>
                    </a:lnTo>
                    <a:close/>
                    <a:moveTo>
                      <a:pt x="22184" y="4099"/>
                    </a:moveTo>
                    <a:lnTo>
                      <a:pt x="18801" y="7482"/>
                    </a:lnTo>
                    <a:lnTo>
                      <a:pt x="22595" y="11275"/>
                    </a:lnTo>
                    <a:lnTo>
                      <a:pt x="25978" y="7878"/>
                    </a:lnTo>
                    <a:lnTo>
                      <a:pt x="22184" y="4099"/>
                    </a:lnTo>
                    <a:close/>
                    <a:moveTo>
                      <a:pt x="15983" y="10300"/>
                    </a:moveTo>
                    <a:lnTo>
                      <a:pt x="12585" y="13698"/>
                    </a:lnTo>
                    <a:lnTo>
                      <a:pt x="16379" y="17476"/>
                    </a:lnTo>
                    <a:lnTo>
                      <a:pt x="19776" y="14094"/>
                    </a:lnTo>
                    <a:lnTo>
                      <a:pt x="15983" y="10300"/>
                    </a:lnTo>
                    <a:close/>
                    <a:moveTo>
                      <a:pt x="9431" y="16852"/>
                    </a:moveTo>
                    <a:lnTo>
                      <a:pt x="6034" y="20249"/>
                    </a:lnTo>
                    <a:lnTo>
                      <a:pt x="15190" y="29406"/>
                    </a:lnTo>
                    <a:lnTo>
                      <a:pt x="18588" y="26008"/>
                    </a:lnTo>
                    <a:lnTo>
                      <a:pt x="9431" y="16852"/>
                    </a:lnTo>
                    <a:close/>
                    <a:moveTo>
                      <a:pt x="3383" y="22885"/>
                    </a:moveTo>
                    <a:lnTo>
                      <a:pt x="0" y="26283"/>
                    </a:lnTo>
                    <a:lnTo>
                      <a:pt x="9157" y="35440"/>
                    </a:lnTo>
                    <a:lnTo>
                      <a:pt x="12555" y="32057"/>
                    </a:lnTo>
                    <a:lnTo>
                      <a:pt x="3383" y="22885"/>
                    </a:lnTo>
                    <a:close/>
                  </a:path>
                </a:pathLst>
              </a:custGeom>
              <a:gradFill rotWithShape="0">
                <a:gsLst>
                  <a:gs pos="0">
                    <a:srgbClr val="9900FF">
                      <a:alpha val="47000"/>
                    </a:srgbClr>
                  </a:gs>
                  <a:gs pos="100000">
                    <a:srgbClr val="FFFFFF">
                      <a:alpha val="0"/>
                    </a:srgbClr>
                  </a:gs>
                </a:gsLst>
                <a:path path="circle">
                  <a:fillToRect l="50000" t="50000" r="50000" b="50000"/>
                </a:path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tIns="91440" bIns="91440" anchor="ctr">
                <a:noAutofit/>
              </a:bodyPr>
              <a:lstStyle/>
              <a:p>
                <a:pPr defTabSz="914400">
                  <a:lnSpc>
                    <a:spcPct val="100000"/>
                  </a:lnSpc>
                  <a:tabLst>
                    <a:tab pos="0" algn="l"/>
                  </a:tabLst>
                </a:pPr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OpenSymbol"/>
                </a:endParaRPr>
              </a:p>
            </p:txBody>
          </p:sp>
        </p:grpSp>
      </p:grpSp>
      <p:sp>
        <p:nvSpPr>
          <p:cNvPr id="87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8229240" cy="2982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fr-FR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fr-FR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fr-FR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fr-FR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fr-F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fr-F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fr-F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PlaceHolder 1"/>
          <p:cNvSpPr>
            <a:spLocks noGrp="1"/>
          </p:cNvSpPr>
          <p:nvPr>
            <p:ph type="title"/>
          </p:nvPr>
        </p:nvSpPr>
        <p:spPr>
          <a:xfrm>
            <a:off x="720000" y="444960"/>
            <a:ext cx="7703640" cy="57240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t">
            <a:noAutofit/>
          </a:bodyPr>
          <a:lstStyle/>
          <a:p>
            <a:pPr indent="0">
              <a:buNone/>
            </a:pPr>
            <a:r>
              <a:rPr lang="fr-FR" sz="30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Click to edit the title text format</a:t>
            </a:r>
          </a:p>
        </p:txBody>
      </p:sp>
      <p:grpSp>
        <p:nvGrpSpPr>
          <p:cNvPr id="91" name="Google Shape;763;p19"/>
          <p:cNvGrpSpPr/>
          <p:nvPr/>
        </p:nvGrpSpPr>
        <p:grpSpPr>
          <a:xfrm>
            <a:off x="-96120" y="4888440"/>
            <a:ext cx="1590120" cy="87840"/>
            <a:chOff x="-96120" y="4888440"/>
            <a:chExt cx="1590120" cy="87840"/>
          </a:xfrm>
        </p:grpSpPr>
        <p:sp>
          <p:nvSpPr>
            <p:cNvPr id="92" name="Google Shape;764;p19"/>
            <p:cNvSpPr/>
            <p:nvPr/>
          </p:nvSpPr>
          <p:spPr>
            <a:xfrm rot="5400000">
              <a:off x="692640" y="4099320"/>
              <a:ext cx="12240" cy="1590120"/>
            </a:xfrm>
            <a:custGeom>
              <a:avLst/>
              <a:gdLst>
                <a:gd name="textAreaLeft" fmla="*/ 0 w 12240"/>
                <a:gd name="textAreaRight" fmla="*/ 12600 w 12240"/>
                <a:gd name="textAreaTop" fmla="*/ 0 h 1590120"/>
                <a:gd name="textAreaBottom" fmla="*/ 1590480 h 1590120"/>
              </a:gdLst>
              <a:ahLst/>
              <a:cxnLst/>
              <a:rect l="textAreaLeft" t="textAreaTop" r="textAreaRight" b="textAreaBottom"/>
              <a:pathLst>
                <a:path w="306" h="27731">
                  <a:moveTo>
                    <a:pt x="1" y="1"/>
                  </a:moveTo>
                  <a:lnTo>
                    <a:pt x="1" y="27730"/>
                  </a:lnTo>
                  <a:lnTo>
                    <a:pt x="305" y="27730"/>
                  </a:lnTo>
                  <a:lnTo>
                    <a:pt x="305" y="1"/>
                  </a:lnTo>
                  <a:close/>
                </a:path>
              </a:pathLst>
            </a:custGeom>
            <a:gradFill rotWithShape="0">
              <a:gsLst>
                <a:gs pos="0">
                  <a:srgbClr val="9900FF">
                    <a:alpha val="47000"/>
                  </a:srgbClr>
                </a:gs>
                <a:gs pos="100000">
                  <a:srgbClr val="FFFFFF">
                    <a:alpha val="47000"/>
                  </a:srgbClr>
                </a:gs>
              </a:gsLst>
              <a:path path="circle">
                <a:fillToRect l="50000" t="50000" r="50000" b="50000"/>
              </a:path>
            </a:gra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93" name="Google Shape;765;p19"/>
            <p:cNvSpPr/>
            <p:nvPr/>
          </p:nvSpPr>
          <p:spPr>
            <a:xfrm rot="5400000">
              <a:off x="692640" y="4174920"/>
              <a:ext cx="12240" cy="1590120"/>
            </a:xfrm>
            <a:custGeom>
              <a:avLst/>
              <a:gdLst>
                <a:gd name="textAreaLeft" fmla="*/ 0 w 12240"/>
                <a:gd name="textAreaRight" fmla="*/ 12600 w 12240"/>
                <a:gd name="textAreaTop" fmla="*/ 0 h 1590120"/>
                <a:gd name="textAreaBottom" fmla="*/ 1590480 h 1590120"/>
              </a:gdLst>
              <a:ahLst/>
              <a:cxnLst/>
              <a:rect l="textAreaLeft" t="textAreaTop" r="textAreaRight" b="textAreaBottom"/>
              <a:pathLst>
                <a:path w="305" h="27731">
                  <a:moveTo>
                    <a:pt x="0" y="1"/>
                  </a:moveTo>
                  <a:lnTo>
                    <a:pt x="0" y="27730"/>
                  </a:lnTo>
                  <a:lnTo>
                    <a:pt x="305" y="27730"/>
                  </a:lnTo>
                  <a:lnTo>
                    <a:pt x="305" y="1"/>
                  </a:lnTo>
                  <a:close/>
                </a:path>
              </a:pathLst>
            </a:custGeom>
            <a:gradFill rotWithShape="0">
              <a:gsLst>
                <a:gs pos="0">
                  <a:srgbClr val="9900FF">
                    <a:alpha val="47000"/>
                  </a:srgbClr>
                </a:gs>
                <a:gs pos="100000">
                  <a:srgbClr val="FFFFFF">
                    <a:alpha val="47000"/>
                  </a:srgbClr>
                </a:gs>
              </a:gsLst>
              <a:path path="circle">
                <a:fillToRect l="50000" t="50000" r="50000" b="50000"/>
              </a:path>
            </a:gra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</p:grpSp>
      <p:grpSp>
        <p:nvGrpSpPr>
          <p:cNvPr id="94" name="Google Shape;766;p19"/>
          <p:cNvGrpSpPr/>
          <p:nvPr/>
        </p:nvGrpSpPr>
        <p:grpSpPr>
          <a:xfrm>
            <a:off x="6883560" y="1385640"/>
            <a:ext cx="4028040" cy="5283360"/>
            <a:chOff x="6883560" y="1385640"/>
            <a:chExt cx="4028040" cy="5283360"/>
          </a:xfrm>
        </p:grpSpPr>
        <p:sp>
          <p:nvSpPr>
            <p:cNvPr id="95" name="Google Shape;767;p19"/>
            <p:cNvSpPr/>
            <p:nvPr/>
          </p:nvSpPr>
          <p:spPr>
            <a:xfrm>
              <a:off x="6883560" y="1407600"/>
              <a:ext cx="4006080" cy="4748760"/>
            </a:xfrm>
            <a:custGeom>
              <a:avLst/>
              <a:gdLst>
                <a:gd name="textAreaLeft" fmla="*/ 0 w 4006080"/>
                <a:gd name="textAreaRight" fmla="*/ 4006440 w 4006080"/>
                <a:gd name="textAreaTop" fmla="*/ 0 h 4748760"/>
                <a:gd name="textAreaBottom" fmla="*/ 4749120 h 4748760"/>
              </a:gdLst>
              <a:ahLst/>
              <a:cxnLst/>
              <a:rect l="textAreaLeft" t="textAreaTop" r="textAreaRight" b="textAreaBottom"/>
              <a:pathLst>
                <a:path w="97678" h="115794">
                  <a:moveTo>
                    <a:pt x="97449" y="0"/>
                  </a:moveTo>
                  <a:lnTo>
                    <a:pt x="76805" y="20645"/>
                  </a:lnTo>
                  <a:lnTo>
                    <a:pt x="76744" y="20691"/>
                  </a:lnTo>
                  <a:lnTo>
                    <a:pt x="76744" y="35927"/>
                  </a:lnTo>
                  <a:lnTo>
                    <a:pt x="63107" y="49563"/>
                  </a:lnTo>
                  <a:lnTo>
                    <a:pt x="63077" y="49608"/>
                  </a:lnTo>
                  <a:lnTo>
                    <a:pt x="63077" y="56571"/>
                  </a:lnTo>
                  <a:lnTo>
                    <a:pt x="61005" y="58659"/>
                  </a:lnTo>
                  <a:lnTo>
                    <a:pt x="61005" y="62407"/>
                  </a:lnTo>
                  <a:lnTo>
                    <a:pt x="52473" y="70939"/>
                  </a:lnTo>
                  <a:lnTo>
                    <a:pt x="52412" y="70969"/>
                  </a:lnTo>
                  <a:lnTo>
                    <a:pt x="52412" y="78541"/>
                  </a:lnTo>
                  <a:lnTo>
                    <a:pt x="46912" y="84057"/>
                  </a:lnTo>
                  <a:lnTo>
                    <a:pt x="46912" y="89633"/>
                  </a:lnTo>
                  <a:lnTo>
                    <a:pt x="33123" y="103406"/>
                  </a:lnTo>
                  <a:lnTo>
                    <a:pt x="12174" y="103406"/>
                  </a:lnTo>
                  <a:lnTo>
                    <a:pt x="0" y="115565"/>
                  </a:lnTo>
                  <a:lnTo>
                    <a:pt x="229" y="115793"/>
                  </a:lnTo>
                  <a:lnTo>
                    <a:pt x="12280" y="103711"/>
                  </a:lnTo>
                  <a:lnTo>
                    <a:pt x="33245" y="103711"/>
                  </a:lnTo>
                  <a:lnTo>
                    <a:pt x="47155" y="89801"/>
                  </a:lnTo>
                  <a:lnTo>
                    <a:pt x="47216" y="89770"/>
                  </a:lnTo>
                  <a:lnTo>
                    <a:pt x="47216" y="84179"/>
                  </a:lnTo>
                  <a:lnTo>
                    <a:pt x="52732" y="78663"/>
                  </a:lnTo>
                  <a:lnTo>
                    <a:pt x="52732" y="71106"/>
                  </a:lnTo>
                  <a:lnTo>
                    <a:pt x="61264" y="62574"/>
                  </a:lnTo>
                  <a:lnTo>
                    <a:pt x="61310" y="62513"/>
                  </a:lnTo>
                  <a:lnTo>
                    <a:pt x="61310" y="58780"/>
                  </a:lnTo>
                  <a:lnTo>
                    <a:pt x="63382" y="56708"/>
                  </a:lnTo>
                  <a:lnTo>
                    <a:pt x="63382" y="49730"/>
                  </a:lnTo>
                  <a:lnTo>
                    <a:pt x="77018" y="36109"/>
                  </a:lnTo>
                  <a:lnTo>
                    <a:pt x="77048" y="36064"/>
                  </a:lnTo>
                  <a:lnTo>
                    <a:pt x="77048" y="20828"/>
                  </a:lnTo>
                  <a:lnTo>
                    <a:pt x="97678" y="198"/>
                  </a:lnTo>
                  <a:lnTo>
                    <a:pt x="97449" y="0"/>
                  </a:lnTo>
                  <a:close/>
                </a:path>
              </a:pathLst>
            </a:custGeom>
            <a:gradFill rotWithShape="0">
              <a:gsLst>
                <a:gs pos="0">
                  <a:srgbClr val="0C0A9E"/>
                </a:gs>
                <a:gs pos="100000">
                  <a:srgbClr val="FFFFFF">
                    <a:alpha val="0"/>
                  </a:srgbClr>
                </a:gs>
              </a:gsLst>
              <a:lin ang="5400000"/>
            </a:gra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96" name="Google Shape;768;p19"/>
            <p:cNvSpPr/>
            <p:nvPr/>
          </p:nvSpPr>
          <p:spPr>
            <a:xfrm>
              <a:off x="7842240" y="1385640"/>
              <a:ext cx="2925000" cy="3057480"/>
            </a:xfrm>
            <a:custGeom>
              <a:avLst/>
              <a:gdLst>
                <a:gd name="textAreaLeft" fmla="*/ 0 w 2925000"/>
                <a:gd name="textAreaRight" fmla="*/ 2925360 w 2925000"/>
                <a:gd name="textAreaTop" fmla="*/ 0 h 3057480"/>
                <a:gd name="textAreaBottom" fmla="*/ 3057840 h 3057480"/>
              </a:gdLst>
              <a:ahLst/>
              <a:cxnLst/>
              <a:rect l="textAreaLeft" t="textAreaTop" r="textAreaRight" b="textAreaBottom"/>
              <a:pathLst>
                <a:path w="71320" h="74550">
                  <a:moveTo>
                    <a:pt x="71091" y="0"/>
                  </a:moveTo>
                  <a:lnTo>
                    <a:pt x="59679" y="11397"/>
                  </a:lnTo>
                  <a:lnTo>
                    <a:pt x="54895" y="11397"/>
                  </a:lnTo>
                  <a:lnTo>
                    <a:pt x="41015" y="25307"/>
                  </a:lnTo>
                  <a:lnTo>
                    <a:pt x="40954" y="25337"/>
                  </a:lnTo>
                  <a:lnTo>
                    <a:pt x="40954" y="42325"/>
                  </a:lnTo>
                  <a:lnTo>
                    <a:pt x="31767" y="51528"/>
                  </a:lnTo>
                  <a:lnTo>
                    <a:pt x="31721" y="51574"/>
                  </a:lnTo>
                  <a:lnTo>
                    <a:pt x="31721" y="59237"/>
                  </a:lnTo>
                  <a:lnTo>
                    <a:pt x="22824" y="68135"/>
                  </a:lnTo>
                  <a:lnTo>
                    <a:pt x="6186" y="68135"/>
                  </a:lnTo>
                  <a:lnTo>
                    <a:pt x="0" y="74321"/>
                  </a:lnTo>
                  <a:lnTo>
                    <a:pt x="229" y="74549"/>
                  </a:lnTo>
                  <a:lnTo>
                    <a:pt x="6323" y="68455"/>
                  </a:lnTo>
                  <a:lnTo>
                    <a:pt x="22945" y="68455"/>
                  </a:lnTo>
                  <a:lnTo>
                    <a:pt x="31980" y="59420"/>
                  </a:lnTo>
                  <a:lnTo>
                    <a:pt x="32026" y="59374"/>
                  </a:lnTo>
                  <a:lnTo>
                    <a:pt x="32026" y="51695"/>
                  </a:lnTo>
                  <a:lnTo>
                    <a:pt x="41229" y="42508"/>
                  </a:lnTo>
                  <a:lnTo>
                    <a:pt x="41259" y="42463"/>
                  </a:lnTo>
                  <a:lnTo>
                    <a:pt x="41259" y="25475"/>
                  </a:lnTo>
                  <a:lnTo>
                    <a:pt x="55032" y="11732"/>
                  </a:lnTo>
                  <a:lnTo>
                    <a:pt x="59786" y="11732"/>
                  </a:lnTo>
                  <a:lnTo>
                    <a:pt x="71320" y="213"/>
                  </a:lnTo>
                  <a:lnTo>
                    <a:pt x="71091" y="0"/>
                  </a:lnTo>
                  <a:close/>
                </a:path>
              </a:pathLst>
            </a:custGeom>
            <a:gradFill rotWithShape="0">
              <a:gsLst>
                <a:gs pos="0">
                  <a:srgbClr val="0C0A9E"/>
                </a:gs>
                <a:gs pos="100000">
                  <a:srgbClr val="FFFFFF">
                    <a:alpha val="0"/>
                  </a:srgbClr>
                </a:gs>
              </a:gsLst>
              <a:lin ang="5400000"/>
            </a:gra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97" name="Google Shape;769;p19"/>
            <p:cNvSpPr/>
            <p:nvPr/>
          </p:nvSpPr>
          <p:spPr>
            <a:xfrm>
              <a:off x="7734240" y="2571840"/>
              <a:ext cx="1420560" cy="2832840"/>
            </a:xfrm>
            <a:custGeom>
              <a:avLst/>
              <a:gdLst>
                <a:gd name="textAreaLeft" fmla="*/ 0 w 1420560"/>
                <a:gd name="textAreaRight" fmla="*/ 1420920 w 1420560"/>
                <a:gd name="textAreaTop" fmla="*/ 0 h 2832840"/>
                <a:gd name="textAreaBottom" fmla="*/ 2833200 h 2832840"/>
              </a:gdLst>
              <a:ahLst/>
              <a:cxnLst/>
              <a:rect l="textAreaLeft" t="textAreaTop" r="textAreaRight" b="textAreaBottom"/>
              <a:pathLst>
                <a:path w="34647" h="69081">
                  <a:moveTo>
                    <a:pt x="34434" y="1"/>
                  </a:moveTo>
                  <a:lnTo>
                    <a:pt x="25429" y="8990"/>
                  </a:lnTo>
                  <a:lnTo>
                    <a:pt x="25383" y="9051"/>
                  </a:lnTo>
                  <a:lnTo>
                    <a:pt x="25383" y="32651"/>
                  </a:lnTo>
                  <a:lnTo>
                    <a:pt x="15130" y="42920"/>
                  </a:lnTo>
                  <a:lnTo>
                    <a:pt x="15084" y="42951"/>
                  </a:lnTo>
                  <a:lnTo>
                    <a:pt x="15084" y="60472"/>
                  </a:lnTo>
                  <a:lnTo>
                    <a:pt x="9614" y="65957"/>
                  </a:lnTo>
                  <a:lnTo>
                    <a:pt x="0" y="65957"/>
                  </a:lnTo>
                  <a:lnTo>
                    <a:pt x="0" y="69080"/>
                  </a:lnTo>
                  <a:lnTo>
                    <a:pt x="320" y="69080"/>
                  </a:lnTo>
                  <a:lnTo>
                    <a:pt x="320" y="66262"/>
                  </a:lnTo>
                  <a:lnTo>
                    <a:pt x="9751" y="66262"/>
                  </a:lnTo>
                  <a:lnTo>
                    <a:pt x="15389" y="60609"/>
                  </a:lnTo>
                  <a:lnTo>
                    <a:pt x="15389" y="43088"/>
                  </a:lnTo>
                  <a:lnTo>
                    <a:pt x="25658" y="32819"/>
                  </a:lnTo>
                  <a:lnTo>
                    <a:pt x="25688" y="32788"/>
                  </a:lnTo>
                  <a:lnTo>
                    <a:pt x="25688" y="9188"/>
                  </a:lnTo>
                  <a:lnTo>
                    <a:pt x="34647" y="214"/>
                  </a:lnTo>
                  <a:lnTo>
                    <a:pt x="34434" y="1"/>
                  </a:lnTo>
                  <a:close/>
                </a:path>
              </a:pathLst>
            </a:custGeom>
            <a:gradFill rotWithShape="0">
              <a:gsLst>
                <a:gs pos="0">
                  <a:srgbClr val="0C0A9E"/>
                </a:gs>
                <a:gs pos="100000">
                  <a:srgbClr val="FFFFFF">
                    <a:alpha val="0"/>
                  </a:srgbClr>
                </a:gs>
              </a:gsLst>
              <a:lin ang="5400000"/>
            </a:gra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98" name="Google Shape;770;p19"/>
            <p:cNvSpPr/>
            <p:nvPr/>
          </p:nvSpPr>
          <p:spPr>
            <a:xfrm>
              <a:off x="7758720" y="1550160"/>
              <a:ext cx="3152880" cy="5118840"/>
            </a:xfrm>
            <a:custGeom>
              <a:avLst/>
              <a:gdLst>
                <a:gd name="textAreaLeft" fmla="*/ 0 w 3152880"/>
                <a:gd name="textAreaRight" fmla="*/ 3153240 w 3152880"/>
                <a:gd name="textAreaTop" fmla="*/ 0 h 5118840"/>
                <a:gd name="textAreaBottom" fmla="*/ 5119200 h 5118840"/>
              </a:gdLst>
              <a:ahLst/>
              <a:cxnLst/>
              <a:rect l="textAreaLeft" t="textAreaTop" r="textAreaRight" b="textAreaBottom"/>
              <a:pathLst>
                <a:path w="76882" h="124813">
                  <a:moveTo>
                    <a:pt x="76668" y="0"/>
                  </a:moveTo>
                  <a:lnTo>
                    <a:pt x="63260" y="13408"/>
                  </a:lnTo>
                  <a:cubicBezTo>
                    <a:pt x="62879" y="13789"/>
                    <a:pt x="62879" y="14398"/>
                    <a:pt x="63260" y="14779"/>
                  </a:cubicBezTo>
                  <a:lnTo>
                    <a:pt x="69857" y="21376"/>
                  </a:lnTo>
                  <a:cubicBezTo>
                    <a:pt x="70116" y="21620"/>
                    <a:pt x="70116" y="22046"/>
                    <a:pt x="69857" y="22305"/>
                  </a:cubicBezTo>
                  <a:lnTo>
                    <a:pt x="46546" y="45616"/>
                  </a:lnTo>
                  <a:cubicBezTo>
                    <a:pt x="46417" y="45738"/>
                    <a:pt x="46245" y="45799"/>
                    <a:pt x="46074" y="45799"/>
                  </a:cubicBezTo>
                  <a:cubicBezTo>
                    <a:pt x="45903" y="45799"/>
                    <a:pt x="45731" y="45738"/>
                    <a:pt x="45602" y="45616"/>
                  </a:cubicBezTo>
                  <a:lnTo>
                    <a:pt x="39020" y="39019"/>
                  </a:lnTo>
                  <a:cubicBezTo>
                    <a:pt x="38822" y="38836"/>
                    <a:pt x="38593" y="38745"/>
                    <a:pt x="38334" y="38745"/>
                  </a:cubicBezTo>
                  <a:cubicBezTo>
                    <a:pt x="38060" y="38745"/>
                    <a:pt x="37831" y="38836"/>
                    <a:pt x="37649" y="39019"/>
                  </a:cubicBezTo>
                  <a:lnTo>
                    <a:pt x="23357" y="53311"/>
                  </a:lnTo>
                  <a:cubicBezTo>
                    <a:pt x="22976" y="53691"/>
                    <a:pt x="22976" y="54301"/>
                    <a:pt x="23357" y="54682"/>
                  </a:cubicBezTo>
                  <a:lnTo>
                    <a:pt x="40833" y="72142"/>
                  </a:lnTo>
                  <a:cubicBezTo>
                    <a:pt x="40939" y="72279"/>
                    <a:pt x="41016" y="72432"/>
                    <a:pt x="41016" y="72614"/>
                  </a:cubicBezTo>
                  <a:cubicBezTo>
                    <a:pt x="41016" y="72812"/>
                    <a:pt x="40955" y="72965"/>
                    <a:pt x="40833" y="73102"/>
                  </a:cubicBezTo>
                  <a:lnTo>
                    <a:pt x="27090" y="86830"/>
                  </a:lnTo>
                  <a:cubicBezTo>
                    <a:pt x="26907" y="87028"/>
                    <a:pt x="26816" y="87256"/>
                    <a:pt x="26816" y="87515"/>
                  </a:cubicBezTo>
                  <a:lnTo>
                    <a:pt x="26816" y="96276"/>
                  </a:lnTo>
                  <a:cubicBezTo>
                    <a:pt x="26816" y="96459"/>
                    <a:pt x="26755" y="96611"/>
                    <a:pt x="26618" y="96748"/>
                  </a:cubicBezTo>
                  <a:lnTo>
                    <a:pt x="13225" y="110140"/>
                  </a:lnTo>
                  <a:cubicBezTo>
                    <a:pt x="13103" y="110270"/>
                    <a:pt x="12940" y="110335"/>
                    <a:pt x="12772" y="110335"/>
                  </a:cubicBezTo>
                  <a:cubicBezTo>
                    <a:pt x="12604" y="110335"/>
                    <a:pt x="12433" y="110270"/>
                    <a:pt x="12296" y="110140"/>
                  </a:cubicBezTo>
                  <a:lnTo>
                    <a:pt x="7618" y="105448"/>
                  </a:lnTo>
                  <a:cubicBezTo>
                    <a:pt x="7428" y="105257"/>
                    <a:pt x="7180" y="105162"/>
                    <a:pt x="6933" y="105162"/>
                  </a:cubicBezTo>
                  <a:cubicBezTo>
                    <a:pt x="6685" y="105162"/>
                    <a:pt x="6438" y="105257"/>
                    <a:pt x="6247" y="105448"/>
                  </a:cubicBezTo>
                  <a:lnTo>
                    <a:pt x="381" y="111314"/>
                  </a:lnTo>
                  <a:cubicBezTo>
                    <a:pt x="1" y="111695"/>
                    <a:pt x="1" y="112304"/>
                    <a:pt x="381" y="112685"/>
                  </a:cubicBezTo>
                  <a:lnTo>
                    <a:pt x="5059" y="117378"/>
                  </a:lnTo>
                  <a:cubicBezTo>
                    <a:pt x="5181" y="117515"/>
                    <a:pt x="5257" y="117667"/>
                    <a:pt x="5257" y="117850"/>
                  </a:cubicBezTo>
                  <a:cubicBezTo>
                    <a:pt x="5257" y="118048"/>
                    <a:pt x="5196" y="118200"/>
                    <a:pt x="5059" y="118322"/>
                  </a:cubicBezTo>
                  <a:lnTo>
                    <a:pt x="3231" y="120150"/>
                  </a:lnTo>
                  <a:cubicBezTo>
                    <a:pt x="2850" y="120531"/>
                    <a:pt x="2850" y="121141"/>
                    <a:pt x="3231" y="121522"/>
                  </a:cubicBezTo>
                  <a:lnTo>
                    <a:pt x="5059" y="123365"/>
                  </a:lnTo>
                  <a:cubicBezTo>
                    <a:pt x="5333" y="123609"/>
                    <a:pt x="5333" y="124020"/>
                    <a:pt x="5059" y="124295"/>
                  </a:cubicBezTo>
                  <a:cubicBezTo>
                    <a:pt x="4914" y="124432"/>
                    <a:pt x="4754" y="124489"/>
                    <a:pt x="4602" y="124489"/>
                  </a:cubicBezTo>
                  <a:cubicBezTo>
                    <a:pt x="4449" y="124489"/>
                    <a:pt x="4305" y="124432"/>
                    <a:pt x="4190" y="124340"/>
                  </a:cubicBezTo>
                  <a:cubicBezTo>
                    <a:pt x="3962" y="124173"/>
                    <a:pt x="3825" y="123838"/>
                    <a:pt x="4038" y="123487"/>
                  </a:cubicBezTo>
                  <a:lnTo>
                    <a:pt x="3764" y="123335"/>
                  </a:lnTo>
                  <a:lnTo>
                    <a:pt x="3764" y="123335"/>
                  </a:lnTo>
                  <a:cubicBezTo>
                    <a:pt x="3459" y="123838"/>
                    <a:pt x="3672" y="124356"/>
                    <a:pt x="3992" y="124599"/>
                  </a:cubicBezTo>
                  <a:cubicBezTo>
                    <a:pt x="4175" y="124736"/>
                    <a:pt x="4373" y="124813"/>
                    <a:pt x="4602" y="124813"/>
                  </a:cubicBezTo>
                  <a:cubicBezTo>
                    <a:pt x="4830" y="124813"/>
                    <a:pt x="5059" y="124736"/>
                    <a:pt x="5272" y="124477"/>
                  </a:cubicBezTo>
                  <a:cubicBezTo>
                    <a:pt x="5455" y="124295"/>
                    <a:pt x="5562" y="124066"/>
                    <a:pt x="5562" y="123792"/>
                  </a:cubicBezTo>
                  <a:cubicBezTo>
                    <a:pt x="5562" y="123533"/>
                    <a:pt x="5455" y="123304"/>
                    <a:pt x="5272" y="123106"/>
                  </a:cubicBezTo>
                  <a:lnTo>
                    <a:pt x="3444" y="121278"/>
                  </a:lnTo>
                  <a:cubicBezTo>
                    <a:pt x="3170" y="121034"/>
                    <a:pt x="3170" y="120623"/>
                    <a:pt x="3444" y="120349"/>
                  </a:cubicBezTo>
                  <a:lnTo>
                    <a:pt x="5272" y="118520"/>
                  </a:lnTo>
                  <a:cubicBezTo>
                    <a:pt x="5455" y="118337"/>
                    <a:pt x="5562" y="118094"/>
                    <a:pt x="5562" y="117835"/>
                  </a:cubicBezTo>
                  <a:cubicBezTo>
                    <a:pt x="5562" y="117576"/>
                    <a:pt x="5455" y="117332"/>
                    <a:pt x="5272" y="117149"/>
                  </a:cubicBezTo>
                  <a:lnTo>
                    <a:pt x="579" y="112456"/>
                  </a:lnTo>
                  <a:cubicBezTo>
                    <a:pt x="320" y="112213"/>
                    <a:pt x="320" y="111801"/>
                    <a:pt x="579" y="111527"/>
                  </a:cubicBezTo>
                  <a:lnTo>
                    <a:pt x="6445" y="105661"/>
                  </a:lnTo>
                  <a:cubicBezTo>
                    <a:pt x="6575" y="105532"/>
                    <a:pt x="6742" y="105467"/>
                    <a:pt x="6912" y="105467"/>
                  </a:cubicBezTo>
                  <a:cubicBezTo>
                    <a:pt x="7081" y="105467"/>
                    <a:pt x="7253" y="105532"/>
                    <a:pt x="7390" y="105661"/>
                  </a:cubicBezTo>
                  <a:lnTo>
                    <a:pt x="12067" y="110354"/>
                  </a:lnTo>
                  <a:cubicBezTo>
                    <a:pt x="12265" y="110537"/>
                    <a:pt x="12494" y="110643"/>
                    <a:pt x="12753" y="110643"/>
                  </a:cubicBezTo>
                  <a:cubicBezTo>
                    <a:pt x="13027" y="110643"/>
                    <a:pt x="13256" y="110537"/>
                    <a:pt x="13439" y="110354"/>
                  </a:cubicBezTo>
                  <a:lnTo>
                    <a:pt x="26831" y="96961"/>
                  </a:lnTo>
                  <a:cubicBezTo>
                    <a:pt x="27014" y="96779"/>
                    <a:pt x="27120" y="96550"/>
                    <a:pt x="27120" y="96276"/>
                  </a:cubicBezTo>
                  <a:lnTo>
                    <a:pt x="27120" y="87469"/>
                  </a:lnTo>
                  <a:cubicBezTo>
                    <a:pt x="27120" y="87287"/>
                    <a:pt x="27166" y="87134"/>
                    <a:pt x="27303" y="86997"/>
                  </a:cubicBezTo>
                  <a:lnTo>
                    <a:pt x="41031" y="73270"/>
                  </a:lnTo>
                  <a:cubicBezTo>
                    <a:pt x="41412" y="72889"/>
                    <a:pt x="41412" y="72279"/>
                    <a:pt x="41031" y="71898"/>
                  </a:cubicBezTo>
                  <a:lnTo>
                    <a:pt x="23571" y="54438"/>
                  </a:lnTo>
                  <a:cubicBezTo>
                    <a:pt x="23312" y="54194"/>
                    <a:pt x="23312" y="53768"/>
                    <a:pt x="23571" y="53509"/>
                  </a:cubicBezTo>
                  <a:lnTo>
                    <a:pt x="37862" y="39217"/>
                  </a:lnTo>
                  <a:cubicBezTo>
                    <a:pt x="37984" y="39095"/>
                    <a:pt x="38155" y="39035"/>
                    <a:pt x="38327" y="39035"/>
                  </a:cubicBezTo>
                  <a:cubicBezTo>
                    <a:pt x="38498" y="39035"/>
                    <a:pt x="38669" y="39095"/>
                    <a:pt x="38791" y="39217"/>
                  </a:cubicBezTo>
                  <a:lnTo>
                    <a:pt x="45373" y="45830"/>
                  </a:lnTo>
                  <a:cubicBezTo>
                    <a:pt x="45571" y="46013"/>
                    <a:pt x="45800" y="46119"/>
                    <a:pt x="46059" y="46119"/>
                  </a:cubicBezTo>
                  <a:cubicBezTo>
                    <a:pt x="46333" y="46119"/>
                    <a:pt x="46562" y="46013"/>
                    <a:pt x="46744" y="45830"/>
                  </a:cubicBezTo>
                  <a:lnTo>
                    <a:pt x="70055" y="22519"/>
                  </a:lnTo>
                  <a:cubicBezTo>
                    <a:pt x="70436" y="22138"/>
                    <a:pt x="70436" y="21528"/>
                    <a:pt x="70055" y="21148"/>
                  </a:cubicBezTo>
                  <a:lnTo>
                    <a:pt x="63473" y="14550"/>
                  </a:lnTo>
                  <a:cubicBezTo>
                    <a:pt x="63199" y="14307"/>
                    <a:pt x="63199" y="13895"/>
                    <a:pt x="63473" y="13621"/>
                  </a:cubicBezTo>
                  <a:lnTo>
                    <a:pt x="76881" y="213"/>
                  </a:lnTo>
                  <a:lnTo>
                    <a:pt x="76668" y="0"/>
                  </a:lnTo>
                  <a:close/>
                </a:path>
              </a:pathLst>
            </a:custGeom>
            <a:gradFill rotWithShape="0">
              <a:gsLst>
                <a:gs pos="0">
                  <a:srgbClr val="EB9109"/>
                </a:gs>
                <a:gs pos="78000">
                  <a:srgbClr val="F5F8FF"/>
                </a:gs>
                <a:gs pos="100000">
                  <a:srgbClr val="F5F8FF"/>
                </a:gs>
              </a:gsLst>
              <a:lin ang="0"/>
            </a:gra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</p:grpSp>
      <p:grpSp>
        <p:nvGrpSpPr>
          <p:cNvPr id="99" name="Google Shape;771;p19"/>
          <p:cNvGrpSpPr/>
          <p:nvPr/>
        </p:nvGrpSpPr>
        <p:grpSpPr>
          <a:xfrm>
            <a:off x="4597920" y="-1699200"/>
            <a:ext cx="5579640" cy="3202920"/>
            <a:chOff x="4597920" y="-1699200"/>
            <a:chExt cx="5579640" cy="3202920"/>
          </a:xfrm>
        </p:grpSpPr>
        <p:grpSp>
          <p:nvGrpSpPr>
            <p:cNvPr id="100" name="Google Shape;772;p19"/>
            <p:cNvGrpSpPr/>
            <p:nvPr/>
          </p:nvGrpSpPr>
          <p:grpSpPr>
            <a:xfrm>
              <a:off x="4696200" y="-306720"/>
              <a:ext cx="916200" cy="699840"/>
              <a:chOff x="4696200" y="-306720"/>
              <a:chExt cx="916200" cy="699840"/>
            </a:xfrm>
          </p:grpSpPr>
          <p:sp>
            <p:nvSpPr>
              <p:cNvPr id="101" name="Google Shape;773;p19"/>
              <p:cNvSpPr/>
              <p:nvPr/>
            </p:nvSpPr>
            <p:spPr>
              <a:xfrm>
                <a:off x="4899600" y="-25560"/>
                <a:ext cx="483480" cy="418680"/>
              </a:xfrm>
              <a:custGeom>
                <a:avLst/>
                <a:gdLst>
                  <a:gd name="textAreaLeft" fmla="*/ 0 w 483480"/>
                  <a:gd name="textAreaRight" fmla="*/ 483840 w 483480"/>
                  <a:gd name="textAreaTop" fmla="*/ 0 h 418680"/>
                  <a:gd name="textAreaBottom" fmla="*/ 419040 h 418680"/>
                </a:gdLst>
                <a:ahLst/>
                <a:cxnLst/>
                <a:rect l="textAreaLeft" t="textAreaTop" r="textAreaRight" b="textAreaBottom"/>
                <a:pathLst>
                  <a:path w="51285" h="44413">
                    <a:moveTo>
                      <a:pt x="12814" y="0"/>
                    </a:moveTo>
                    <a:lnTo>
                      <a:pt x="0" y="22199"/>
                    </a:lnTo>
                    <a:lnTo>
                      <a:pt x="12814" y="44413"/>
                    </a:lnTo>
                    <a:lnTo>
                      <a:pt x="38471" y="44413"/>
                    </a:lnTo>
                    <a:lnTo>
                      <a:pt x="51285" y="22199"/>
                    </a:lnTo>
                    <a:lnTo>
                      <a:pt x="38471" y="0"/>
                    </a:lnTo>
                    <a:close/>
                  </a:path>
                </a:pathLst>
              </a:custGeom>
              <a:gradFill rotWithShape="0">
                <a:gsLst>
                  <a:gs pos="0">
                    <a:srgbClr val="F5F8FF"/>
                  </a:gs>
                  <a:gs pos="22000">
                    <a:srgbClr val="F5F8FF"/>
                  </a:gs>
                  <a:gs pos="45000">
                    <a:srgbClr val="FFFFFF">
                      <a:alpha val="0"/>
                    </a:srgbClr>
                  </a:gs>
                  <a:gs pos="100000">
                    <a:srgbClr val="0C0A9E">
                      <a:alpha val="50000"/>
                    </a:srgbClr>
                  </a:gs>
                </a:gsLst>
                <a:lin ang="2694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tIns="91440" bIns="91440" anchor="ctr">
                <a:noAutofit/>
              </a:bodyPr>
              <a:lstStyle/>
              <a:p>
                <a:pPr defTabSz="914400">
                  <a:lnSpc>
                    <a:spcPct val="100000"/>
                  </a:lnSpc>
                  <a:tabLst>
                    <a:tab pos="0" algn="l"/>
                  </a:tabLst>
                </a:pPr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OpenSymbol"/>
                </a:endParaRPr>
              </a:p>
            </p:txBody>
          </p:sp>
          <p:sp>
            <p:nvSpPr>
              <p:cNvPr id="102" name="Google Shape;774;p19"/>
              <p:cNvSpPr/>
              <p:nvPr/>
            </p:nvSpPr>
            <p:spPr>
              <a:xfrm>
                <a:off x="4696200" y="-267120"/>
                <a:ext cx="483480" cy="418680"/>
              </a:xfrm>
              <a:custGeom>
                <a:avLst/>
                <a:gdLst>
                  <a:gd name="textAreaLeft" fmla="*/ 0 w 483480"/>
                  <a:gd name="textAreaRight" fmla="*/ 483840 w 483480"/>
                  <a:gd name="textAreaTop" fmla="*/ 0 h 418680"/>
                  <a:gd name="textAreaBottom" fmla="*/ 419040 h 418680"/>
                </a:gdLst>
                <a:ahLst/>
                <a:cxnLst/>
                <a:rect l="textAreaLeft" t="textAreaTop" r="textAreaRight" b="textAreaBottom"/>
                <a:pathLst>
                  <a:path w="51285" h="44413">
                    <a:moveTo>
                      <a:pt x="12814" y="0"/>
                    </a:moveTo>
                    <a:lnTo>
                      <a:pt x="0" y="22199"/>
                    </a:lnTo>
                    <a:lnTo>
                      <a:pt x="12814" y="44413"/>
                    </a:lnTo>
                    <a:lnTo>
                      <a:pt x="38471" y="44413"/>
                    </a:lnTo>
                    <a:lnTo>
                      <a:pt x="51285" y="22199"/>
                    </a:lnTo>
                    <a:lnTo>
                      <a:pt x="38471" y="0"/>
                    </a:lnTo>
                    <a:close/>
                  </a:path>
                </a:pathLst>
              </a:custGeom>
              <a:gradFill rotWithShape="0">
                <a:gsLst>
                  <a:gs pos="0">
                    <a:srgbClr val="F5F8FF"/>
                  </a:gs>
                  <a:gs pos="22000">
                    <a:srgbClr val="F5F8FF"/>
                  </a:gs>
                  <a:gs pos="45000">
                    <a:srgbClr val="FFFFFF">
                      <a:alpha val="0"/>
                    </a:srgbClr>
                  </a:gs>
                  <a:gs pos="100000">
                    <a:srgbClr val="0C0A9E">
                      <a:alpha val="50000"/>
                    </a:srgbClr>
                  </a:gs>
                </a:gsLst>
                <a:lin ang="2694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tIns="91440" bIns="91440" anchor="ctr">
                <a:noAutofit/>
              </a:bodyPr>
              <a:lstStyle/>
              <a:p>
                <a:pPr defTabSz="914400">
                  <a:lnSpc>
                    <a:spcPct val="100000"/>
                  </a:lnSpc>
                  <a:tabLst>
                    <a:tab pos="0" algn="l"/>
                  </a:tabLst>
                </a:pPr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OpenSymbol"/>
                </a:endParaRPr>
              </a:p>
            </p:txBody>
          </p:sp>
          <p:sp>
            <p:nvSpPr>
              <p:cNvPr id="103" name="Google Shape;775;p19"/>
              <p:cNvSpPr/>
              <p:nvPr/>
            </p:nvSpPr>
            <p:spPr>
              <a:xfrm>
                <a:off x="5128920" y="-306720"/>
                <a:ext cx="483480" cy="418680"/>
              </a:xfrm>
              <a:custGeom>
                <a:avLst/>
                <a:gdLst>
                  <a:gd name="textAreaLeft" fmla="*/ 0 w 483480"/>
                  <a:gd name="textAreaRight" fmla="*/ 483840 w 483480"/>
                  <a:gd name="textAreaTop" fmla="*/ 0 h 418680"/>
                  <a:gd name="textAreaBottom" fmla="*/ 419040 h 418680"/>
                </a:gdLst>
                <a:ahLst/>
                <a:cxnLst/>
                <a:rect l="textAreaLeft" t="textAreaTop" r="textAreaRight" b="textAreaBottom"/>
                <a:pathLst>
                  <a:path w="51285" h="44413">
                    <a:moveTo>
                      <a:pt x="12814" y="0"/>
                    </a:moveTo>
                    <a:lnTo>
                      <a:pt x="0" y="22199"/>
                    </a:lnTo>
                    <a:lnTo>
                      <a:pt x="12814" y="44413"/>
                    </a:lnTo>
                    <a:lnTo>
                      <a:pt x="38471" y="44413"/>
                    </a:lnTo>
                    <a:lnTo>
                      <a:pt x="51285" y="22199"/>
                    </a:lnTo>
                    <a:lnTo>
                      <a:pt x="38471" y="0"/>
                    </a:lnTo>
                    <a:close/>
                  </a:path>
                </a:pathLst>
              </a:custGeom>
              <a:gradFill rotWithShape="0">
                <a:gsLst>
                  <a:gs pos="0">
                    <a:srgbClr val="F5F8FF"/>
                  </a:gs>
                  <a:gs pos="22000">
                    <a:srgbClr val="F5F8FF"/>
                  </a:gs>
                  <a:gs pos="45000">
                    <a:srgbClr val="FFFFFF">
                      <a:alpha val="0"/>
                    </a:srgbClr>
                  </a:gs>
                  <a:gs pos="100000">
                    <a:srgbClr val="0C0A9E">
                      <a:alpha val="50000"/>
                    </a:srgbClr>
                  </a:gs>
                </a:gsLst>
                <a:lin ang="2694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tIns="91440" bIns="91440" anchor="ctr">
                <a:noAutofit/>
              </a:bodyPr>
              <a:lstStyle/>
              <a:p>
                <a:pPr defTabSz="914400">
                  <a:lnSpc>
                    <a:spcPct val="100000"/>
                  </a:lnSpc>
                  <a:tabLst>
                    <a:tab pos="0" algn="l"/>
                  </a:tabLst>
                </a:pPr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OpenSymbol"/>
                </a:endParaRPr>
              </a:p>
            </p:txBody>
          </p:sp>
        </p:grpSp>
        <p:pic>
          <p:nvPicPr>
            <p:cNvPr id="104" name="Google Shape;776;p19"/>
            <p:cNvPicPr/>
            <p:nvPr/>
          </p:nvPicPr>
          <p:blipFill>
            <a:blip r:embed="rId3"/>
            <a:srcRect l="16959" t="24713" r="7122" b="26173"/>
            <a:stretch/>
          </p:blipFill>
          <p:spPr>
            <a:xfrm>
              <a:off x="5980680" y="-1699200"/>
              <a:ext cx="4196880" cy="3202920"/>
            </a:xfrm>
            <a:prstGeom prst="rect">
              <a:avLst/>
            </a:prstGeom>
            <a:noFill/>
            <a:ln w="0">
              <a:noFill/>
            </a:ln>
          </p:spPr>
        </p:pic>
        <p:sp>
          <p:nvSpPr>
            <p:cNvPr id="105" name="Google Shape;777;p19"/>
            <p:cNvSpPr/>
            <p:nvPr/>
          </p:nvSpPr>
          <p:spPr>
            <a:xfrm rot="16200000">
              <a:off x="5359320" y="-1211040"/>
              <a:ext cx="981360" cy="2307600"/>
            </a:xfrm>
            <a:custGeom>
              <a:avLst/>
              <a:gdLst>
                <a:gd name="textAreaLeft" fmla="*/ 0 w 981360"/>
                <a:gd name="textAreaRight" fmla="*/ 981720 w 981360"/>
                <a:gd name="textAreaTop" fmla="*/ 0 h 2307600"/>
                <a:gd name="textAreaBottom" fmla="*/ 2307960 h 2307600"/>
              </a:gdLst>
              <a:ahLst/>
              <a:cxnLst/>
              <a:rect l="textAreaLeft" t="textAreaTop" r="textAreaRight" b="textAreaBottom"/>
              <a:pathLst>
                <a:path w="23937" h="56267">
                  <a:moveTo>
                    <a:pt x="12997" y="1"/>
                  </a:moveTo>
                  <a:lnTo>
                    <a:pt x="12784" y="214"/>
                  </a:lnTo>
                  <a:lnTo>
                    <a:pt x="23098" y="10513"/>
                  </a:lnTo>
                  <a:cubicBezTo>
                    <a:pt x="23434" y="10864"/>
                    <a:pt x="23632" y="11321"/>
                    <a:pt x="23632" y="11808"/>
                  </a:cubicBezTo>
                  <a:cubicBezTo>
                    <a:pt x="23632" y="12311"/>
                    <a:pt x="23434" y="12768"/>
                    <a:pt x="23098" y="13104"/>
                  </a:cubicBezTo>
                  <a:lnTo>
                    <a:pt x="21925" y="14261"/>
                  </a:lnTo>
                  <a:cubicBezTo>
                    <a:pt x="21575" y="14627"/>
                    <a:pt x="21110" y="14810"/>
                    <a:pt x="20642" y="14810"/>
                  </a:cubicBezTo>
                  <a:cubicBezTo>
                    <a:pt x="20173" y="14810"/>
                    <a:pt x="19701" y="14627"/>
                    <a:pt x="19335" y="14261"/>
                  </a:cubicBezTo>
                  <a:lnTo>
                    <a:pt x="16958" y="11885"/>
                  </a:lnTo>
                  <a:cubicBezTo>
                    <a:pt x="16547" y="11489"/>
                    <a:pt x="16029" y="11260"/>
                    <a:pt x="15435" y="11260"/>
                  </a:cubicBezTo>
                  <a:cubicBezTo>
                    <a:pt x="14841" y="11260"/>
                    <a:pt x="14307" y="11489"/>
                    <a:pt x="13911" y="11885"/>
                  </a:cubicBezTo>
                  <a:lnTo>
                    <a:pt x="12525" y="13271"/>
                  </a:lnTo>
                  <a:cubicBezTo>
                    <a:pt x="12129" y="13698"/>
                    <a:pt x="11900" y="14231"/>
                    <a:pt x="11900" y="14795"/>
                  </a:cubicBezTo>
                  <a:cubicBezTo>
                    <a:pt x="11900" y="15374"/>
                    <a:pt x="12129" y="15922"/>
                    <a:pt x="12525" y="16318"/>
                  </a:cubicBezTo>
                  <a:cubicBezTo>
                    <a:pt x="12860" y="16669"/>
                    <a:pt x="13058" y="17126"/>
                    <a:pt x="13058" y="17629"/>
                  </a:cubicBezTo>
                  <a:cubicBezTo>
                    <a:pt x="13058" y="18116"/>
                    <a:pt x="12860" y="18573"/>
                    <a:pt x="12525" y="18924"/>
                  </a:cubicBezTo>
                  <a:lnTo>
                    <a:pt x="11489" y="19944"/>
                  </a:lnTo>
                  <a:cubicBezTo>
                    <a:pt x="11154" y="20295"/>
                    <a:pt x="10696" y="20478"/>
                    <a:pt x="10209" y="20478"/>
                  </a:cubicBezTo>
                  <a:lnTo>
                    <a:pt x="9569" y="20478"/>
                  </a:lnTo>
                  <a:cubicBezTo>
                    <a:pt x="8990" y="20478"/>
                    <a:pt x="8457" y="20706"/>
                    <a:pt x="8045" y="21102"/>
                  </a:cubicBezTo>
                  <a:lnTo>
                    <a:pt x="3353" y="25810"/>
                  </a:lnTo>
                  <a:cubicBezTo>
                    <a:pt x="2515" y="26648"/>
                    <a:pt x="2515" y="28004"/>
                    <a:pt x="3353" y="28842"/>
                  </a:cubicBezTo>
                  <a:lnTo>
                    <a:pt x="10529" y="36018"/>
                  </a:lnTo>
                  <a:cubicBezTo>
                    <a:pt x="10864" y="36369"/>
                    <a:pt x="11062" y="36826"/>
                    <a:pt x="11062" y="37313"/>
                  </a:cubicBezTo>
                  <a:cubicBezTo>
                    <a:pt x="11062" y="37801"/>
                    <a:pt x="10864" y="38273"/>
                    <a:pt x="10529" y="38608"/>
                  </a:cubicBezTo>
                  <a:lnTo>
                    <a:pt x="8198" y="40940"/>
                  </a:lnTo>
                  <a:cubicBezTo>
                    <a:pt x="7802" y="41351"/>
                    <a:pt x="7573" y="41884"/>
                    <a:pt x="7573" y="42463"/>
                  </a:cubicBezTo>
                  <a:lnTo>
                    <a:pt x="7573" y="47720"/>
                  </a:lnTo>
                  <a:cubicBezTo>
                    <a:pt x="7573" y="48207"/>
                    <a:pt x="7390" y="48664"/>
                    <a:pt x="7040" y="49015"/>
                  </a:cubicBezTo>
                  <a:lnTo>
                    <a:pt x="1" y="56054"/>
                  </a:lnTo>
                  <a:lnTo>
                    <a:pt x="199" y="56267"/>
                  </a:lnTo>
                  <a:lnTo>
                    <a:pt x="7268" y="49274"/>
                  </a:lnTo>
                  <a:cubicBezTo>
                    <a:pt x="7664" y="48862"/>
                    <a:pt x="7893" y="48329"/>
                    <a:pt x="7893" y="47750"/>
                  </a:cubicBezTo>
                  <a:lnTo>
                    <a:pt x="7893" y="42494"/>
                  </a:lnTo>
                  <a:cubicBezTo>
                    <a:pt x="7893" y="42006"/>
                    <a:pt x="8091" y="41549"/>
                    <a:pt x="8426" y="41199"/>
                  </a:cubicBezTo>
                  <a:lnTo>
                    <a:pt x="10757" y="38883"/>
                  </a:lnTo>
                  <a:cubicBezTo>
                    <a:pt x="11154" y="38456"/>
                    <a:pt x="11382" y="37923"/>
                    <a:pt x="11382" y="37359"/>
                  </a:cubicBezTo>
                  <a:cubicBezTo>
                    <a:pt x="11382" y="36765"/>
                    <a:pt x="11154" y="36232"/>
                    <a:pt x="10757" y="35835"/>
                  </a:cubicBezTo>
                  <a:lnTo>
                    <a:pt x="3581" y="28644"/>
                  </a:lnTo>
                  <a:cubicBezTo>
                    <a:pt x="2850" y="27943"/>
                    <a:pt x="2850" y="26785"/>
                    <a:pt x="3581" y="26054"/>
                  </a:cubicBezTo>
                  <a:lnTo>
                    <a:pt x="8274" y="21346"/>
                  </a:lnTo>
                  <a:cubicBezTo>
                    <a:pt x="8624" y="21011"/>
                    <a:pt x="9081" y="20813"/>
                    <a:pt x="9569" y="20813"/>
                  </a:cubicBezTo>
                  <a:lnTo>
                    <a:pt x="10209" y="20813"/>
                  </a:lnTo>
                  <a:cubicBezTo>
                    <a:pt x="10788" y="20813"/>
                    <a:pt x="11321" y="20584"/>
                    <a:pt x="11732" y="20188"/>
                  </a:cubicBezTo>
                  <a:lnTo>
                    <a:pt x="12753" y="19167"/>
                  </a:lnTo>
                  <a:cubicBezTo>
                    <a:pt x="13149" y="18741"/>
                    <a:pt x="13378" y="18208"/>
                    <a:pt x="13378" y="17644"/>
                  </a:cubicBezTo>
                  <a:cubicBezTo>
                    <a:pt x="13378" y="17050"/>
                    <a:pt x="13149" y="16516"/>
                    <a:pt x="12753" y="16120"/>
                  </a:cubicBezTo>
                  <a:cubicBezTo>
                    <a:pt x="12418" y="15770"/>
                    <a:pt x="12220" y="15313"/>
                    <a:pt x="12220" y="14825"/>
                  </a:cubicBezTo>
                  <a:cubicBezTo>
                    <a:pt x="12220" y="14322"/>
                    <a:pt x="12418" y="13865"/>
                    <a:pt x="12753" y="13530"/>
                  </a:cubicBezTo>
                  <a:lnTo>
                    <a:pt x="14140" y="12128"/>
                  </a:lnTo>
                  <a:cubicBezTo>
                    <a:pt x="14490" y="11793"/>
                    <a:pt x="14947" y="11595"/>
                    <a:pt x="15435" y="11595"/>
                  </a:cubicBezTo>
                  <a:cubicBezTo>
                    <a:pt x="15938" y="11595"/>
                    <a:pt x="16395" y="11793"/>
                    <a:pt x="16730" y="12128"/>
                  </a:cubicBezTo>
                  <a:lnTo>
                    <a:pt x="19107" y="14520"/>
                  </a:lnTo>
                  <a:cubicBezTo>
                    <a:pt x="19526" y="14939"/>
                    <a:pt x="20074" y="15149"/>
                    <a:pt x="20623" y="15149"/>
                  </a:cubicBezTo>
                  <a:cubicBezTo>
                    <a:pt x="21171" y="15149"/>
                    <a:pt x="21720" y="14939"/>
                    <a:pt x="22139" y="14520"/>
                  </a:cubicBezTo>
                  <a:lnTo>
                    <a:pt x="23297" y="13347"/>
                  </a:lnTo>
                  <a:cubicBezTo>
                    <a:pt x="23708" y="12936"/>
                    <a:pt x="23936" y="12403"/>
                    <a:pt x="23936" y="11824"/>
                  </a:cubicBezTo>
                  <a:cubicBezTo>
                    <a:pt x="23936" y="11260"/>
                    <a:pt x="23708" y="10711"/>
                    <a:pt x="23297" y="10300"/>
                  </a:cubicBezTo>
                  <a:lnTo>
                    <a:pt x="12997" y="1"/>
                  </a:lnTo>
                  <a:close/>
                </a:path>
              </a:pathLst>
            </a:custGeom>
            <a:gradFill rotWithShape="0">
              <a:gsLst>
                <a:gs pos="0">
                  <a:srgbClr val="EB9109"/>
                </a:gs>
                <a:gs pos="40000">
                  <a:srgbClr val="FF9900">
                    <a:alpha val="41000"/>
                  </a:srgbClr>
                </a:gs>
                <a:gs pos="100000">
                  <a:srgbClr val="FFFFFF">
                    <a:alpha val="0"/>
                  </a:srgbClr>
                </a:gs>
              </a:gsLst>
              <a:lin ang="18900000"/>
            </a:gra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06" name="Google Shape;778;p19"/>
            <p:cNvSpPr/>
            <p:nvPr/>
          </p:nvSpPr>
          <p:spPr>
            <a:xfrm rot="16200000">
              <a:off x="5358600" y="-1051560"/>
              <a:ext cx="981360" cy="2307600"/>
            </a:xfrm>
            <a:custGeom>
              <a:avLst/>
              <a:gdLst>
                <a:gd name="textAreaLeft" fmla="*/ 0 w 981360"/>
                <a:gd name="textAreaRight" fmla="*/ 981720 w 981360"/>
                <a:gd name="textAreaTop" fmla="*/ 0 h 2307600"/>
                <a:gd name="textAreaBottom" fmla="*/ 2307960 h 2307600"/>
              </a:gdLst>
              <a:ahLst/>
              <a:cxnLst/>
              <a:rect l="textAreaLeft" t="textAreaTop" r="textAreaRight" b="textAreaBottom"/>
              <a:pathLst>
                <a:path w="23937" h="56267">
                  <a:moveTo>
                    <a:pt x="12997" y="0"/>
                  </a:moveTo>
                  <a:lnTo>
                    <a:pt x="12784" y="214"/>
                  </a:lnTo>
                  <a:lnTo>
                    <a:pt x="23098" y="10513"/>
                  </a:lnTo>
                  <a:cubicBezTo>
                    <a:pt x="23434" y="10848"/>
                    <a:pt x="23632" y="11305"/>
                    <a:pt x="23632" y="11808"/>
                  </a:cubicBezTo>
                  <a:cubicBezTo>
                    <a:pt x="23632" y="12296"/>
                    <a:pt x="23434" y="12753"/>
                    <a:pt x="23098" y="13103"/>
                  </a:cubicBezTo>
                  <a:lnTo>
                    <a:pt x="21925" y="14261"/>
                  </a:lnTo>
                  <a:cubicBezTo>
                    <a:pt x="21575" y="14627"/>
                    <a:pt x="21110" y="14810"/>
                    <a:pt x="20642" y="14810"/>
                  </a:cubicBezTo>
                  <a:cubicBezTo>
                    <a:pt x="20173" y="14810"/>
                    <a:pt x="19701" y="14627"/>
                    <a:pt x="19335" y="14261"/>
                  </a:cubicBezTo>
                  <a:lnTo>
                    <a:pt x="16958" y="11884"/>
                  </a:lnTo>
                  <a:cubicBezTo>
                    <a:pt x="16547" y="11488"/>
                    <a:pt x="16029" y="11260"/>
                    <a:pt x="15435" y="11260"/>
                  </a:cubicBezTo>
                  <a:cubicBezTo>
                    <a:pt x="14840" y="11260"/>
                    <a:pt x="14307" y="11488"/>
                    <a:pt x="13911" y="11884"/>
                  </a:cubicBezTo>
                  <a:lnTo>
                    <a:pt x="12525" y="13271"/>
                  </a:lnTo>
                  <a:cubicBezTo>
                    <a:pt x="11687" y="14109"/>
                    <a:pt x="11687" y="15465"/>
                    <a:pt x="12525" y="16303"/>
                  </a:cubicBezTo>
                  <a:cubicBezTo>
                    <a:pt x="12860" y="16638"/>
                    <a:pt x="13058" y="17095"/>
                    <a:pt x="13058" y="17598"/>
                  </a:cubicBezTo>
                  <a:cubicBezTo>
                    <a:pt x="13058" y="18085"/>
                    <a:pt x="12860" y="18543"/>
                    <a:pt x="12525" y="18893"/>
                  </a:cubicBezTo>
                  <a:lnTo>
                    <a:pt x="11489" y="19914"/>
                  </a:lnTo>
                  <a:cubicBezTo>
                    <a:pt x="11153" y="20264"/>
                    <a:pt x="10696" y="20447"/>
                    <a:pt x="10193" y="20447"/>
                  </a:cubicBezTo>
                  <a:lnTo>
                    <a:pt x="9569" y="20447"/>
                  </a:lnTo>
                  <a:cubicBezTo>
                    <a:pt x="8975" y="20447"/>
                    <a:pt x="8441" y="20676"/>
                    <a:pt x="8045" y="21087"/>
                  </a:cubicBezTo>
                  <a:lnTo>
                    <a:pt x="3337" y="25780"/>
                  </a:lnTo>
                  <a:cubicBezTo>
                    <a:pt x="2941" y="26206"/>
                    <a:pt x="2713" y="26739"/>
                    <a:pt x="2713" y="27303"/>
                  </a:cubicBezTo>
                  <a:cubicBezTo>
                    <a:pt x="2713" y="27897"/>
                    <a:pt x="2941" y="28431"/>
                    <a:pt x="3337" y="28827"/>
                  </a:cubicBezTo>
                  <a:lnTo>
                    <a:pt x="10529" y="36018"/>
                  </a:lnTo>
                  <a:cubicBezTo>
                    <a:pt x="11245" y="36719"/>
                    <a:pt x="11245" y="37877"/>
                    <a:pt x="10529" y="38608"/>
                  </a:cubicBezTo>
                  <a:lnTo>
                    <a:pt x="8198" y="40924"/>
                  </a:lnTo>
                  <a:cubicBezTo>
                    <a:pt x="7801" y="41351"/>
                    <a:pt x="7573" y="41884"/>
                    <a:pt x="7573" y="42448"/>
                  </a:cubicBezTo>
                  <a:lnTo>
                    <a:pt x="7573" y="47704"/>
                  </a:lnTo>
                  <a:cubicBezTo>
                    <a:pt x="7573" y="48207"/>
                    <a:pt x="7375" y="48664"/>
                    <a:pt x="7040" y="48999"/>
                  </a:cubicBezTo>
                  <a:lnTo>
                    <a:pt x="1" y="56053"/>
                  </a:lnTo>
                  <a:lnTo>
                    <a:pt x="199" y="56267"/>
                  </a:lnTo>
                  <a:lnTo>
                    <a:pt x="7268" y="49212"/>
                  </a:lnTo>
                  <a:cubicBezTo>
                    <a:pt x="7664" y="48801"/>
                    <a:pt x="7893" y="48268"/>
                    <a:pt x="7893" y="47689"/>
                  </a:cubicBezTo>
                  <a:lnTo>
                    <a:pt x="7893" y="42432"/>
                  </a:lnTo>
                  <a:cubicBezTo>
                    <a:pt x="7893" y="41945"/>
                    <a:pt x="8091" y="41473"/>
                    <a:pt x="8426" y="41137"/>
                  </a:cubicBezTo>
                  <a:lnTo>
                    <a:pt x="10757" y="38806"/>
                  </a:lnTo>
                  <a:cubicBezTo>
                    <a:pt x="11595" y="37984"/>
                    <a:pt x="11595" y="36628"/>
                    <a:pt x="10757" y="35790"/>
                  </a:cubicBezTo>
                  <a:lnTo>
                    <a:pt x="3581" y="28598"/>
                  </a:lnTo>
                  <a:cubicBezTo>
                    <a:pt x="3231" y="28263"/>
                    <a:pt x="3048" y="27806"/>
                    <a:pt x="3048" y="27318"/>
                  </a:cubicBezTo>
                  <a:cubicBezTo>
                    <a:pt x="3048" y="26816"/>
                    <a:pt x="3231" y="26359"/>
                    <a:pt x="3581" y="26023"/>
                  </a:cubicBezTo>
                  <a:lnTo>
                    <a:pt x="8274" y="21346"/>
                  </a:lnTo>
                  <a:cubicBezTo>
                    <a:pt x="8624" y="21011"/>
                    <a:pt x="9081" y="20813"/>
                    <a:pt x="9569" y="20813"/>
                  </a:cubicBezTo>
                  <a:lnTo>
                    <a:pt x="10209" y="20813"/>
                  </a:lnTo>
                  <a:cubicBezTo>
                    <a:pt x="10788" y="20813"/>
                    <a:pt x="11321" y="20584"/>
                    <a:pt x="11732" y="20188"/>
                  </a:cubicBezTo>
                  <a:lnTo>
                    <a:pt x="12753" y="19152"/>
                  </a:lnTo>
                  <a:cubicBezTo>
                    <a:pt x="13149" y="18741"/>
                    <a:pt x="13378" y="18207"/>
                    <a:pt x="13378" y="17628"/>
                  </a:cubicBezTo>
                  <a:cubicBezTo>
                    <a:pt x="13378" y="17049"/>
                    <a:pt x="13149" y="16516"/>
                    <a:pt x="12753" y="16105"/>
                  </a:cubicBezTo>
                  <a:cubicBezTo>
                    <a:pt x="12037" y="15404"/>
                    <a:pt x="12037" y="14246"/>
                    <a:pt x="12753" y="13515"/>
                  </a:cubicBezTo>
                  <a:lnTo>
                    <a:pt x="14140" y="12128"/>
                  </a:lnTo>
                  <a:cubicBezTo>
                    <a:pt x="14490" y="11793"/>
                    <a:pt x="14947" y="11595"/>
                    <a:pt x="15435" y="11595"/>
                  </a:cubicBezTo>
                  <a:cubicBezTo>
                    <a:pt x="15937" y="11595"/>
                    <a:pt x="16395" y="11793"/>
                    <a:pt x="16730" y="12128"/>
                  </a:cubicBezTo>
                  <a:lnTo>
                    <a:pt x="19106" y="14505"/>
                  </a:lnTo>
                  <a:cubicBezTo>
                    <a:pt x="19525" y="14924"/>
                    <a:pt x="20074" y="15133"/>
                    <a:pt x="20622" y="15133"/>
                  </a:cubicBezTo>
                  <a:cubicBezTo>
                    <a:pt x="21171" y="15133"/>
                    <a:pt x="21719" y="14924"/>
                    <a:pt x="22138" y="14505"/>
                  </a:cubicBezTo>
                  <a:lnTo>
                    <a:pt x="23296" y="13347"/>
                  </a:lnTo>
                  <a:cubicBezTo>
                    <a:pt x="23708" y="12936"/>
                    <a:pt x="23936" y="12402"/>
                    <a:pt x="23936" y="11823"/>
                  </a:cubicBezTo>
                  <a:cubicBezTo>
                    <a:pt x="23936" y="11229"/>
                    <a:pt x="23708" y="10696"/>
                    <a:pt x="23296" y="10300"/>
                  </a:cubicBezTo>
                  <a:lnTo>
                    <a:pt x="12997" y="0"/>
                  </a:lnTo>
                  <a:close/>
                </a:path>
              </a:pathLst>
            </a:custGeom>
            <a:gradFill rotWithShape="0">
              <a:gsLst>
                <a:gs pos="0">
                  <a:srgbClr val="9900FF">
                    <a:alpha val="47000"/>
                  </a:srgbClr>
                </a:gs>
                <a:gs pos="100000">
                  <a:srgbClr val="FFFFFF">
                    <a:alpha val="0"/>
                  </a:srgbClr>
                </a:gs>
              </a:gsLst>
              <a:lin ang="0"/>
            </a:gra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grpSp>
          <p:nvGrpSpPr>
            <p:cNvPr id="107" name="Google Shape;779;p19"/>
            <p:cNvGrpSpPr/>
            <p:nvPr/>
          </p:nvGrpSpPr>
          <p:grpSpPr>
            <a:xfrm>
              <a:off x="8399520" y="57960"/>
              <a:ext cx="1493280" cy="87840"/>
              <a:chOff x="8399520" y="57960"/>
              <a:chExt cx="1493280" cy="87840"/>
            </a:xfrm>
          </p:grpSpPr>
          <p:sp>
            <p:nvSpPr>
              <p:cNvPr id="108" name="Google Shape;780;p19"/>
              <p:cNvSpPr/>
              <p:nvPr/>
            </p:nvSpPr>
            <p:spPr>
              <a:xfrm rot="16200000">
                <a:off x="9140040" y="-606600"/>
                <a:ext cx="12240" cy="1493280"/>
              </a:xfrm>
              <a:custGeom>
                <a:avLst/>
                <a:gdLst>
                  <a:gd name="textAreaLeft" fmla="*/ 0 w 12240"/>
                  <a:gd name="textAreaRight" fmla="*/ 12600 w 12240"/>
                  <a:gd name="textAreaTop" fmla="*/ 0 h 1493280"/>
                  <a:gd name="textAreaBottom" fmla="*/ 1493640 h 1493280"/>
                </a:gdLst>
                <a:ahLst/>
                <a:cxnLst/>
                <a:rect l="textAreaLeft" t="textAreaTop" r="textAreaRight" b="textAreaBottom"/>
                <a:pathLst>
                  <a:path w="306" h="27731">
                    <a:moveTo>
                      <a:pt x="1" y="1"/>
                    </a:moveTo>
                    <a:lnTo>
                      <a:pt x="1" y="27730"/>
                    </a:lnTo>
                    <a:lnTo>
                      <a:pt x="305" y="27730"/>
                    </a:lnTo>
                    <a:lnTo>
                      <a:pt x="305" y="1"/>
                    </a:lnTo>
                    <a:close/>
                  </a:path>
                </a:pathLst>
              </a:custGeom>
              <a:gradFill rotWithShape="0">
                <a:gsLst>
                  <a:gs pos="0">
                    <a:srgbClr val="9900FF">
                      <a:alpha val="47000"/>
                    </a:srgbClr>
                  </a:gs>
                  <a:gs pos="100000">
                    <a:srgbClr val="FFFFFF">
                      <a:alpha val="47000"/>
                    </a:srgbClr>
                  </a:gs>
                </a:gsLst>
                <a:path path="circle">
                  <a:fillToRect l="50000" t="50000" r="50000" b="50000"/>
                </a:path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tIns="91440" bIns="91440" anchor="ctr">
                <a:noAutofit/>
              </a:bodyPr>
              <a:lstStyle/>
              <a:p>
                <a:pPr defTabSz="914400">
                  <a:lnSpc>
                    <a:spcPct val="100000"/>
                  </a:lnSpc>
                  <a:tabLst>
                    <a:tab pos="0" algn="l"/>
                  </a:tabLst>
                </a:pPr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OpenSymbol"/>
                </a:endParaRPr>
              </a:p>
            </p:txBody>
          </p:sp>
          <p:sp>
            <p:nvSpPr>
              <p:cNvPr id="109" name="Google Shape;781;p19"/>
              <p:cNvSpPr/>
              <p:nvPr/>
            </p:nvSpPr>
            <p:spPr>
              <a:xfrm rot="16200000">
                <a:off x="9140040" y="-682200"/>
                <a:ext cx="12240" cy="1493280"/>
              </a:xfrm>
              <a:custGeom>
                <a:avLst/>
                <a:gdLst>
                  <a:gd name="textAreaLeft" fmla="*/ 0 w 12240"/>
                  <a:gd name="textAreaRight" fmla="*/ 12600 w 12240"/>
                  <a:gd name="textAreaTop" fmla="*/ 0 h 1493280"/>
                  <a:gd name="textAreaBottom" fmla="*/ 1493640 h 1493280"/>
                </a:gdLst>
                <a:ahLst/>
                <a:cxnLst/>
                <a:rect l="textAreaLeft" t="textAreaTop" r="textAreaRight" b="textAreaBottom"/>
                <a:pathLst>
                  <a:path w="305" h="27731">
                    <a:moveTo>
                      <a:pt x="0" y="1"/>
                    </a:moveTo>
                    <a:lnTo>
                      <a:pt x="0" y="27730"/>
                    </a:lnTo>
                    <a:lnTo>
                      <a:pt x="305" y="27730"/>
                    </a:lnTo>
                    <a:lnTo>
                      <a:pt x="305" y="1"/>
                    </a:lnTo>
                    <a:close/>
                  </a:path>
                </a:pathLst>
              </a:custGeom>
              <a:gradFill rotWithShape="0">
                <a:gsLst>
                  <a:gs pos="0">
                    <a:srgbClr val="9900FF">
                      <a:alpha val="47000"/>
                    </a:srgbClr>
                  </a:gs>
                  <a:gs pos="100000">
                    <a:srgbClr val="FFFFFF">
                      <a:alpha val="47000"/>
                    </a:srgbClr>
                  </a:gs>
                </a:gsLst>
                <a:path path="circle">
                  <a:fillToRect l="50000" t="50000" r="50000" b="50000"/>
                </a:path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tIns="91440" bIns="91440" anchor="ctr">
                <a:noAutofit/>
              </a:bodyPr>
              <a:lstStyle/>
              <a:p>
                <a:pPr defTabSz="914400">
                  <a:lnSpc>
                    <a:spcPct val="100000"/>
                  </a:lnSpc>
                  <a:tabLst>
                    <a:tab pos="0" algn="l"/>
                  </a:tabLst>
                </a:pPr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OpenSymbol"/>
                </a:endParaRPr>
              </a:p>
            </p:txBody>
          </p:sp>
        </p:grpSp>
        <p:grpSp>
          <p:nvGrpSpPr>
            <p:cNvPr id="110" name="Google Shape;782;p19"/>
            <p:cNvGrpSpPr/>
            <p:nvPr/>
          </p:nvGrpSpPr>
          <p:grpSpPr>
            <a:xfrm>
              <a:off x="4695480" y="-185040"/>
              <a:ext cx="254520" cy="254880"/>
              <a:chOff x="4695480" y="-185040"/>
              <a:chExt cx="254520" cy="254880"/>
            </a:xfrm>
          </p:grpSpPr>
          <p:sp>
            <p:nvSpPr>
              <p:cNvPr id="111" name="Google Shape;783;p19"/>
              <p:cNvSpPr/>
              <p:nvPr/>
            </p:nvSpPr>
            <p:spPr>
              <a:xfrm>
                <a:off x="4695480" y="-185040"/>
                <a:ext cx="89640" cy="89640"/>
              </a:xfrm>
              <a:custGeom>
                <a:avLst/>
                <a:gdLst>
                  <a:gd name="textAreaLeft" fmla="*/ 0 w 89640"/>
                  <a:gd name="textAreaRight" fmla="*/ 90000 w 89640"/>
                  <a:gd name="textAreaTop" fmla="*/ 0 h 89640"/>
                  <a:gd name="textAreaBottom" fmla="*/ 90000 h 89640"/>
                </a:gdLst>
                <a:ahLst/>
                <a:cxnLst/>
                <a:rect l="textAreaLeft" t="textAreaTop" r="textAreaRight" b="textAreaBottom"/>
                <a:pathLst>
                  <a:path w="9995" h="9996">
                    <a:moveTo>
                      <a:pt x="8593" y="1"/>
                    </a:moveTo>
                    <a:lnTo>
                      <a:pt x="0" y="8594"/>
                    </a:lnTo>
                    <a:lnTo>
                      <a:pt x="1402" y="9996"/>
                    </a:lnTo>
                    <a:lnTo>
                      <a:pt x="9995" y="1403"/>
                    </a:lnTo>
                    <a:lnTo>
                      <a:pt x="8593" y="1"/>
                    </a:lnTo>
                    <a:close/>
                  </a:path>
                </a:pathLst>
              </a:custGeom>
              <a:gradFill rotWithShape="0">
                <a:gsLst>
                  <a:gs pos="0">
                    <a:srgbClr val="EB9109">
                      <a:alpha val="47000"/>
                    </a:srgbClr>
                  </a:gs>
                  <a:gs pos="78000">
                    <a:srgbClr val="F5F8FF">
                      <a:alpha val="47000"/>
                    </a:srgbClr>
                  </a:gs>
                  <a:gs pos="100000">
                    <a:srgbClr val="F5F8FF">
                      <a:alpha val="47000"/>
                    </a:srgbClr>
                  </a:gs>
                </a:gsLst>
                <a:lin ang="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tIns="45000" bIns="45000" anchor="ctr">
                <a:noAutofit/>
              </a:bodyPr>
              <a:lstStyle/>
              <a:p>
                <a:pPr defTabSz="914400">
                  <a:lnSpc>
                    <a:spcPct val="100000"/>
                  </a:lnSpc>
                  <a:tabLst>
                    <a:tab pos="0" algn="l"/>
                  </a:tabLst>
                </a:pPr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OpenSymbol"/>
                </a:endParaRPr>
              </a:p>
            </p:txBody>
          </p:sp>
          <p:sp>
            <p:nvSpPr>
              <p:cNvPr id="112" name="Google Shape;784;p19"/>
              <p:cNvSpPr/>
              <p:nvPr/>
            </p:nvSpPr>
            <p:spPr>
              <a:xfrm>
                <a:off x="4722840" y="-157680"/>
                <a:ext cx="89640" cy="89640"/>
              </a:xfrm>
              <a:custGeom>
                <a:avLst/>
                <a:gdLst>
                  <a:gd name="textAreaLeft" fmla="*/ 0 w 89640"/>
                  <a:gd name="textAreaRight" fmla="*/ 90000 w 89640"/>
                  <a:gd name="textAreaTop" fmla="*/ 0 h 89640"/>
                  <a:gd name="textAreaBottom" fmla="*/ 90000 h 89640"/>
                </a:gdLst>
                <a:ahLst/>
                <a:cxnLst/>
                <a:rect l="textAreaLeft" t="textAreaTop" r="textAreaRight" b="textAreaBottom"/>
                <a:pathLst>
                  <a:path w="9996" h="9995">
                    <a:moveTo>
                      <a:pt x="8593" y="0"/>
                    </a:moveTo>
                    <a:lnTo>
                      <a:pt x="0" y="8593"/>
                    </a:lnTo>
                    <a:lnTo>
                      <a:pt x="1402" y="9995"/>
                    </a:lnTo>
                    <a:lnTo>
                      <a:pt x="9995" y="1402"/>
                    </a:lnTo>
                    <a:lnTo>
                      <a:pt x="8593" y="0"/>
                    </a:lnTo>
                    <a:close/>
                  </a:path>
                </a:pathLst>
              </a:custGeom>
              <a:gradFill rotWithShape="0">
                <a:gsLst>
                  <a:gs pos="0">
                    <a:srgbClr val="EB9109">
                      <a:alpha val="47000"/>
                    </a:srgbClr>
                  </a:gs>
                  <a:gs pos="78000">
                    <a:srgbClr val="F5F8FF">
                      <a:alpha val="47000"/>
                    </a:srgbClr>
                  </a:gs>
                  <a:gs pos="100000">
                    <a:srgbClr val="F5F8FF">
                      <a:alpha val="47000"/>
                    </a:srgbClr>
                  </a:gs>
                </a:gsLst>
                <a:lin ang="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tIns="45000" bIns="45000" anchor="ctr">
                <a:noAutofit/>
              </a:bodyPr>
              <a:lstStyle/>
              <a:p>
                <a:pPr defTabSz="914400">
                  <a:lnSpc>
                    <a:spcPct val="100000"/>
                  </a:lnSpc>
                  <a:tabLst>
                    <a:tab pos="0" algn="l"/>
                  </a:tabLst>
                </a:pPr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OpenSymbol"/>
                </a:endParaRPr>
              </a:p>
            </p:txBody>
          </p:sp>
          <p:sp>
            <p:nvSpPr>
              <p:cNvPr id="113" name="Google Shape;785;p19"/>
              <p:cNvSpPr/>
              <p:nvPr/>
            </p:nvSpPr>
            <p:spPr>
              <a:xfrm>
                <a:off x="4750560" y="-129960"/>
                <a:ext cx="89640" cy="89640"/>
              </a:xfrm>
              <a:custGeom>
                <a:avLst/>
                <a:gdLst>
                  <a:gd name="textAreaLeft" fmla="*/ 0 w 89640"/>
                  <a:gd name="textAreaRight" fmla="*/ 90000 w 89640"/>
                  <a:gd name="textAreaTop" fmla="*/ 0 h 89640"/>
                  <a:gd name="textAreaBottom" fmla="*/ 90000 h 89640"/>
                </a:gdLst>
                <a:ahLst/>
                <a:cxnLst/>
                <a:rect l="textAreaLeft" t="textAreaTop" r="textAreaRight" b="textAreaBottom"/>
                <a:pathLst>
                  <a:path w="9996" h="9996">
                    <a:moveTo>
                      <a:pt x="8594" y="0"/>
                    </a:moveTo>
                    <a:lnTo>
                      <a:pt x="1" y="8594"/>
                    </a:lnTo>
                    <a:lnTo>
                      <a:pt x="1403" y="9995"/>
                    </a:lnTo>
                    <a:lnTo>
                      <a:pt x="9996" y="1402"/>
                    </a:lnTo>
                    <a:lnTo>
                      <a:pt x="8594" y="0"/>
                    </a:lnTo>
                    <a:close/>
                  </a:path>
                </a:pathLst>
              </a:custGeom>
              <a:gradFill rotWithShape="0">
                <a:gsLst>
                  <a:gs pos="0">
                    <a:srgbClr val="EB9109">
                      <a:alpha val="47000"/>
                    </a:srgbClr>
                  </a:gs>
                  <a:gs pos="78000">
                    <a:srgbClr val="F5F8FF">
                      <a:alpha val="47000"/>
                    </a:srgbClr>
                  </a:gs>
                  <a:gs pos="100000">
                    <a:srgbClr val="F5F8FF">
                      <a:alpha val="47000"/>
                    </a:srgbClr>
                  </a:gs>
                </a:gsLst>
                <a:lin ang="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tIns="45000" bIns="45000" anchor="ctr">
                <a:noAutofit/>
              </a:bodyPr>
              <a:lstStyle/>
              <a:p>
                <a:pPr defTabSz="914400">
                  <a:lnSpc>
                    <a:spcPct val="100000"/>
                  </a:lnSpc>
                  <a:tabLst>
                    <a:tab pos="0" algn="l"/>
                  </a:tabLst>
                </a:pPr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OpenSymbol"/>
                </a:endParaRPr>
              </a:p>
            </p:txBody>
          </p:sp>
          <p:sp>
            <p:nvSpPr>
              <p:cNvPr id="114" name="Google Shape;786;p19"/>
              <p:cNvSpPr/>
              <p:nvPr/>
            </p:nvSpPr>
            <p:spPr>
              <a:xfrm>
                <a:off x="4777920" y="-102600"/>
                <a:ext cx="89640" cy="89640"/>
              </a:xfrm>
              <a:custGeom>
                <a:avLst/>
                <a:gdLst>
                  <a:gd name="textAreaLeft" fmla="*/ 0 w 89640"/>
                  <a:gd name="textAreaRight" fmla="*/ 90000 w 89640"/>
                  <a:gd name="textAreaTop" fmla="*/ 0 h 89640"/>
                  <a:gd name="textAreaBottom" fmla="*/ 90000 h 89640"/>
                </a:gdLst>
                <a:ahLst/>
                <a:cxnLst/>
                <a:rect l="textAreaLeft" t="textAreaTop" r="textAreaRight" b="textAreaBottom"/>
                <a:pathLst>
                  <a:path w="9995" h="9981">
                    <a:moveTo>
                      <a:pt x="8593" y="1"/>
                    </a:moveTo>
                    <a:lnTo>
                      <a:pt x="0" y="8579"/>
                    </a:lnTo>
                    <a:lnTo>
                      <a:pt x="1402" y="9980"/>
                    </a:lnTo>
                    <a:lnTo>
                      <a:pt x="9995" y="1387"/>
                    </a:lnTo>
                    <a:lnTo>
                      <a:pt x="8593" y="1"/>
                    </a:lnTo>
                    <a:close/>
                  </a:path>
                </a:pathLst>
              </a:custGeom>
              <a:gradFill rotWithShape="0">
                <a:gsLst>
                  <a:gs pos="0">
                    <a:srgbClr val="EB9109">
                      <a:alpha val="47000"/>
                    </a:srgbClr>
                  </a:gs>
                  <a:gs pos="78000">
                    <a:srgbClr val="F5F8FF">
                      <a:alpha val="47000"/>
                    </a:srgbClr>
                  </a:gs>
                  <a:gs pos="100000">
                    <a:srgbClr val="F5F8FF">
                      <a:alpha val="47000"/>
                    </a:srgbClr>
                  </a:gs>
                </a:gsLst>
                <a:lin ang="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tIns="45000" bIns="45000" anchor="ctr">
                <a:noAutofit/>
              </a:bodyPr>
              <a:lstStyle/>
              <a:p>
                <a:pPr defTabSz="914400">
                  <a:lnSpc>
                    <a:spcPct val="100000"/>
                  </a:lnSpc>
                  <a:tabLst>
                    <a:tab pos="0" algn="l"/>
                  </a:tabLst>
                </a:pPr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OpenSymbol"/>
                </a:endParaRPr>
              </a:p>
            </p:txBody>
          </p:sp>
          <p:sp>
            <p:nvSpPr>
              <p:cNvPr id="115" name="Google Shape;787;p19"/>
              <p:cNvSpPr/>
              <p:nvPr/>
            </p:nvSpPr>
            <p:spPr>
              <a:xfrm>
                <a:off x="4805280" y="-74880"/>
                <a:ext cx="89640" cy="89640"/>
              </a:xfrm>
              <a:custGeom>
                <a:avLst/>
                <a:gdLst>
                  <a:gd name="textAreaLeft" fmla="*/ 0 w 89640"/>
                  <a:gd name="textAreaRight" fmla="*/ 90000 w 89640"/>
                  <a:gd name="textAreaTop" fmla="*/ 0 h 89640"/>
                  <a:gd name="textAreaBottom" fmla="*/ 90000 h 89640"/>
                </a:gdLst>
                <a:ahLst/>
                <a:cxnLst/>
                <a:rect l="textAreaLeft" t="textAreaTop" r="textAreaRight" b="textAreaBottom"/>
                <a:pathLst>
                  <a:path w="9996" h="9996">
                    <a:moveTo>
                      <a:pt x="8593" y="0"/>
                    </a:moveTo>
                    <a:lnTo>
                      <a:pt x="0" y="8593"/>
                    </a:lnTo>
                    <a:lnTo>
                      <a:pt x="1402" y="9995"/>
                    </a:lnTo>
                    <a:lnTo>
                      <a:pt x="9995" y="1402"/>
                    </a:lnTo>
                    <a:lnTo>
                      <a:pt x="8593" y="0"/>
                    </a:lnTo>
                    <a:close/>
                  </a:path>
                </a:pathLst>
              </a:custGeom>
              <a:gradFill rotWithShape="0">
                <a:gsLst>
                  <a:gs pos="0">
                    <a:srgbClr val="EB9109">
                      <a:alpha val="47000"/>
                    </a:srgbClr>
                  </a:gs>
                  <a:gs pos="78000">
                    <a:srgbClr val="F5F8FF">
                      <a:alpha val="47000"/>
                    </a:srgbClr>
                  </a:gs>
                  <a:gs pos="100000">
                    <a:srgbClr val="F5F8FF">
                      <a:alpha val="47000"/>
                    </a:srgbClr>
                  </a:gs>
                </a:gsLst>
                <a:lin ang="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tIns="45000" bIns="45000" anchor="ctr">
                <a:noAutofit/>
              </a:bodyPr>
              <a:lstStyle/>
              <a:p>
                <a:pPr defTabSz="914400">
                  <a:lnSpc>
                    <a:spcPct val="100000"/>
                  </a:lnSpc>
                  <a:tabLst>
                    <a:tab pos="0" algn="l"/>
                  </a:tabLst>
                </a:pPr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OpenSymbol"/>
                </a:endParaRPr>
              </a:p>
            </p:txBody>
          </p:sp>
          <p:sp>
            <p:nvSpPr>
              <p:cNvPr id="116" name="Google Shape;788;p19"/>
              <p:cNvSpPr/>
              <p:nvPr/>
            </p:nvSpPr>
            <p:spPr>
              <a:xfrm>
                <a:off x="4833000" y="-47160"/>
                <a:ext cx="89640" cy="89640"/>
              </a:xfrm>
              <a:custGeom>
                <a:avLst/>
                <a:gdLst>
                  <a:gd name="textAreaLeft" fmla="*/ 0 w 89640"/>
                  <a:gd name="textAreaRight" fmla="*/ 90000 w 89640"/>
                  <a:gd name="textAreaTop" fmla="*/ 0 h 89640"/>
                  <a:gd name="textAreaBottom" fmla="*/ 90000 h 89640"/>
                </a:gdLst>
                <a:ahLst/>
                <a:cxnLst/>
                <a:rect l="textAreaLeft" t="textAreaTop" r="textAreaRight" b="textAreaBottom"/>
                <a:pathLst>
                  <a:path w="9980" h="9981">
                    <a:moveTo>
                      <a:pt x="8593" y="1"/>
                    </a:moveTo>
                    <a:lnTo>
                      <a:pt x="0" y="8594"/>
                    </a:lnTo>
                    <a:lnTo>
                      <a:pt x="1402" y="9980"/>
                    </a:lnTo>
                    <a:lnTo>
                      <a:pt x="9980" y="1402"/>
                    </a:lnTo>
                    <a:lnTo>
                      <a:pt x="8593" y="1"/>
                    </a:lnTo>
                    <a:close/>
                  </a:path>
                </a:pathLst>
              </a:custGeom>
              <a:gradFill rotWithShape="0">
                <a:gsLst>
                  <a:gs pos="0">
                    <a:srgbClr val="EB9109">
                      <a:alpha val="47000"/>
                    </a:srgbClr>
                  </a:gs>
                  <a:gs pos="78000">
                    <a:srgbClr val="F5F8FF">
                      <a:alpha val="47000"/>
                    </a:srgbClr>
                  </a:gs>
                  <a:gs pos="100000">
                    <a:srgbClr val="F5F8FF">
                      <a:alpha val="47000"/>
                    </a:srgbClr>
                  </a:gs>
                </a:gsLst>
                <a:lin ang="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tIns="45000" bIns="45000" anchor="ctr">
                <a:noAutofit/>
              </a:bodyPr>
              <a:lstStyle/>
              <a:p>
                <a:pPr defTabSz="914400">
                  <a:lnSpc>
                    <a:spcPct val="100000"/>
                  </a:lnSpc>
                  <a:tabLst>
                    <a:tab pos="0" algn="l"/>
                  </a:tabLst>
                </a:pPr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OpenSymbol"/>
                </a:endParaRPr>
              </a:p>
            </p:txBody>
          </p:sp>
          <p:sp>
            <p:nvSpPr>
              <p:cNvPr id="117" name="Google Shape;789;p19"/>
              <p:cNvSpPr/>
              <p:nvPr/>
            </p:nvSpPr>
            <p:spPr>
              <a:xfrm>
                <a:off x="4860360" y="-19800"/>
                <a:ext cx="89640" cy="89640"/>
              </a:xfrm>
              <a:custGeom>
                <a:avLst/>
                <a:gdLst>
                  <a:gd name="textAreaLeft" fmla="*/ 0 w 89640"/>
                  <a:gd name="textAreaRight" fmla="*/ 90000 w 89640"/>
                  <a:gd name="textAreaTop" fmla="*/ 0 h 89640"/>
                  <a:gd name="textAreaBottom" fmla="*/ 90000 h 89640"/>
                </a:gdLst>
                <a:ahLst/>
                <a:cxnLst/>
                <a:rect l="textAreaLeft" t="textAreaTop" r="textAreaRight" b="textAreaBottom"/>
                <a:pathLst>
                  <a:path w="9995" h="9996">
                    <a:moveTo>
                      <a:pt x="8593" y="1"/>
                    </a:moveTo>
                    <a:lnTo>
                      <a:pt x="0" y="8594"/>
                    </a:lnTo>
                    <a:lnTo>
                      <a:pt x="1402" y="9996"/>
                    </a:lnTo>
                    <a:lnTo>
                      <a:pt x="9995" y="1403"/>
                    </a:lnTo>
                    <a:lnTo>
                      <a:pt x="8593" y="1"/>
                    </a:lnTo>
                    <a:close/>
                  </a:path>
                </a:pathLst>
              </a:custGeom>
              <a:gradFill rotWithShape="0">
                <a:gsLst>
                  <a:gs pos="0">
                    <a:srgbClr val="EB9109">
                      <a:alpha val="47000"/>
                    </a:srgbClr>
                  </a:gs>
                  <a:gs pos="78000">
                    <a:srgbClr val="F5F8FF">
                      <a:alpha val="47000"/>
                    </a:srgbClr>
                  </a:gs>
                  <a:gs pos="100000">
                    <a:srgbClr val="F5F8FF">
                      <a:alpha val="47000"/>
                    </a:srgbClr>
                  </a:gs>
                </a:gsLst>
                <a:lin ang="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tIns="45000" bIns="45000" anchor="ctr">
                <a:noAutofit/>
              </a:bodyPr>
              <a:lstStyle/>
              <a:p>
                <a:pPr defTabSz="914400">
                  <a:lnSpc>
                    <a:spcPct val="100000"/>
                  </a:lnSpc>
                  <a:tabLst>
                    <a:tab pos="0" algn="l"/>
                  </a:tabLst>
                </a:pPr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OpenSymbol"/>
                </a:endParaRPr>
              </a:p>
            </p:txBody>
          </p:sp>
        </p:grpSp>
        <p:grpSp>
          <p:nvGrpSpPr>
            <p:cNvPr id="118" name="Google Shape;790;p19"/>
            <p:cNvGrpSpPr/>
            <p:nvPr/>
          </p:nvGrpSpPr>
          <p:grpSpPr>
            <a:xfrm>
              <a:off x="4597920" y="-25560"/>
              <a:ext cx="254880" cy="254520"/>
              <a:chOff x="4597920" y="-25560"/>
              <a:chExt cx="254880" cy="254520"/>
            </a:xfrm>
          </p:grpSpPr>
          <p:sp>
            <p:nvSpPr>
              <p:cNvPr id="119" name="Google Shape;791;p19"/>
              <p:cNvSpPr/>
              <p:nvPr/>
            </p:nvSpPr>
            <p:spPr>
              <a:xfrm>
                <a:off x="4597920" y="-25560"/>
                <a:ext cx="89640" cy="89640"/>
              </a:xfrm>
              <a:custGeom>
                <a:avLst/>
                <a:gdLst>
                  <a:gd name="textAreaLeft" fmla="*/ 0 w 89640"/>
                  <a:gd name="textAreaRight" fmla="*/ 90000 w 89640"/>
                  <a:gd name="textAreaTop" fmla="*/ 0 h 89640"/>
                  <a:gd name="textAreaBottom" fmla="*/ 90000 h 89640"/>
                </a:gdLst>
                <a:ahLst/>
                <a:cxnLst/>
                <a:rect l="textAreaLeft" t="textAreaTop" r="textAreaRight" b="textAreaBottom"/>
                <a:pathLst>
                  <a:path w="9995" h="9996">
                    <a:moveTo>
                      <a:pt x="8593" y="1"/>
                    </a:moveTo>
                    <a:lnTo>
                      <a:pt x="0" y="8594"/>
                    </a:lnTo>
                    <a:lnTo>
                      <a:pt x="1402" y="9996"/>
                    </a:lnTo>
                    <a:lnTo>
                      <a:pt x="9995" y="1403"/>
                    </a:lnTo>
                    <a:lnTo>
                      <a:pt x="8593" y="1"/>
                    </a:lnTo>
                    <a:close/>
                  </a:path>
                </a:pathLst>
              </a:custGeom>
              <a:gradFill rotWithShape="0">
                <a:gsLst>
                  <a:gs pos="0">
                    <a:srgbClr val="EB9109">
                      <a:alpha val="47000"/>
                    </a:srgbClr>
                  </a:gs>
                  <a:gs pos="78000">
                    <a:srgbClr val="F5F8FF">
                      <a:alpha val="47000"/>
                    </a:srgbClr>
                  </a:gs>
                  <a:gs pos="100000">
                    <a:srgbClr val="F5F8FF">
                      <a:alpha val="47000"/>
                    </a:srgbClr>
                  </a:gs>
                </a:gsLst>
                <a:lin ang="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tIns="45000" bIns="45000" anchor="ctr">
                <a:noAutofit/>
              </a:bodyPr>
              <a:lstStyle/>
              <a:p>
                <a:pPr defTabSz="914400">
                  <a:lnSpc>
                    <a:spcPct val="100000"/>
                  </a:lnSpc>
                  <a:tabLst>
                    <a:tab pos="0" algn="l"/>
                  </a:tabLst>
                </a:pPr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OpenSymbol"/>
                </a:endParaRPr>
              </a:p>
            </p:txBody>
          </p:sp>
          <p:sp>
            <p:nvSpPr>
              <p:cNvPr id="120" name="Google Shape;792;p19"/>
              <p:cNvSpPr/>
              <p:nvPr/>
            </p:nvSpPr>
            <p:spPr>
              <a:xfrm>
                <a:off x="4625280" y="1800"/>
                <a:ext cx="89640" cy="89640"/>
              </a:xfrm>
              <a:custGeom>
                <a:avLst/>
                <a:gdLst>
                  <a:gd name="textAreaLeft" fmla="*/ 0 w 89640"/>
                  <a:gd name="textAreaRight" fmla="*/ 90000 w 89640"/>
                  <a:gd name="textAreaTop" fmla="*/ 0 h 89640"/>
                  <a:gd name="textAreaBottom" fmla="*/ 90000 h 89640"/>
                </a:gdLst>
                <a:ahLst/>
                <a:cxnLst/>
                <a:rect l="textAreaLeft" t="textAreaTop" r="textAreaRight" b="textAreaBottom"/>
                <a:pathLst>
                  <a:path w="9996" h="9995">
                    <a:moveTo>
                      <a:pt x="8593" y="0"/>
                    </a:moveTo>
                    <a:lnTo>
                      <a:pt x="0" y="8593"/>
                    </a:lnTo>
                    <a:lnTo>
                      <a:pt x="1402" y="9995"/>
                    </a:lnTo>
                    <a:lnTo>
                      <a:pt x="9995" y="1402"/>
                    </a:lnTo>
                    <a:lnTo>
                      <a:pt x="8593" y="0"/>
                    </a:lnTo>
                    <a:close/>
                  </a:path>
                </a:pathLst>
              </a:custGeom>
              <a:gradFill rotWithShape="0">
                <a:gsLst>
                  <a:gs pos="0">
                    <a:srgbClr val="EB9109">
                      <a:alpha val="47000"/>
                    </a:srgbClr>
                  </a:gs>
                  <a:gs pos="78000">
                    <a:srgbClr val="F5F8FF">
                      <a:alpha val="47000"/>
                    </a:srgbClr>
                  </a:gs>
                  <a:gs pos="100000">
                    <a:srgbClr val="F5F8FF">
                      <a:alpha val="47000"/>
                    </a:srgbClr>
                  </a:gs>
                </a:gsLst>
                <a:lin ang="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tIns="45000" bIns="45000" anchor="ctr">
                <a:noAutofit/>
              </a:bodyPr>
              <a:lstStyle/>
              <a:p>
                <a:pPr defTabSz="914400">
                  <a:lnSpc>
                    <a:spcPct val="100000"/>
                  </a:lnSpc>
                  <a:tabLst>
                    <a:tab pos="0" algn="l"/>
                  </a:tabLst>
                </a:pPr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OpenSymbol"/>
                </a:endParaRPr>
              </a:p>
            </p:txBody>
          </p:sp>
          <p:sp>
            <p:nvSpPr>
              <p:cNvPr id="121" name="Google Shape;793;p19"/>
              <p:cNvSpPr/>
              <p:nvPr/>
            </p:nvSpPr>
            <p:spPr>
              <a:xfrm>
                <a:off x="4653000" y="29160"/>
                <a:ext cx="89640" cy="89640"/>
              </a:xfrm>
              <a:custGeom>
                <a:avLst/>
                <a:gdLst>
                  <a:gd name="textAreaLeft" fmla="*/ 0 w 89640"/>
                  <a:gd name="textAreaRight" fmla="*/ 90000 w 89640"/>
                  <a:gd name="textAreaTop" fmla="*/ 0 h 89640"/>
                  <a:gd name="textAreaBottom" fmla="*/ 90000 h 89640"/>
                </a:gdLst>
                <a:ahLst/>
                <a:cxnLst/>
                <a:rect l="textAreaLeft" t="textAreaTop" r="textAreaRight" b="textAreaBottom"/>
                <a:pathLst>
                  <a:path w="9996" h="9996">
                    <a:moveTo>
                      <a:pt x="8594" y="0"/>
                    </a:moveTo>
                    <a:lnTo>
                      <a:pt x="1" y="8594"/>
                    </a:lnTo>
                    <a:lnTo>
                      <a:pt x="1403" y="9995"/>
                    </a:lnTo>
                    <a:lnTo>
                      <a:pt x="9996" y="1402"/>
                    </a:lnTo>
                    <a:lnTo>
                      <a:pt x="8594" y="0"/>
                    </a:lnTo>
                    <a:close/>
                  </a:path>
                </a:pathLst>
              </a:custGeom>
              <a:gradFill rotWithShape="0">
                <a:gsLst>
                  <a:gs pos="0">
                    <a:srgbClr val="EB9109">
                      <a:alpha val="47000"/>
                    </a:srgbClr>
                  </a:gs>
                  <a:gs pos="78000">
                    <a:srgbClr val="F5F8FF">
                      <a:alpha val="47000"/>
                    </a:srgbClr>
                  </a:gs>
                  <a:gs pos="100000">
                    <a:srgbClr val="F5F8FF">
                      <a:alpha val="47000"/>
                    </a:srgbClr>
                  </a:gs>
                </a:gsLst>
                <a:lin ang="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tIns="45000" bIns="45000" anchor="ctr">
                <a:noAutofit/>
              </a:bodyPr>
              <a:lstStyle/>
              <a:p>
                <a:pPr defTabSz="914400">
                  <a:lnSpc>
                    <a:spcPct val="100000"/>
                  </a:lnSpc>
                  <a:tabLst>
                    <a:tab pos="0" algn="l"/>
                  </a:tabLst>
                </a:pPr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OpenSymbol"/>
                </a:endParaRPr>
              </a:p>
            </p:txBody>
          </p:sp>
          <p:sp>
            <p:nvSpPr>
              <p:cNvPr id="122" name="Google Shape;794;p19"/>
              <p:cNvSpPr/>
              <p:nvPr/>
            </p:nvSpPr>
            <p:spPr>
              <a:xfrm>
                <a:off x="4680360" y="56880"/>
                <a:ext cx="89640" cy="89640"/>
              </a:xfrm>
              <a:custGeom>
                <a:avLst/>
                <a:gdLst>
                  <a:gd name="textAreaLeft" fmla="*/ 0 w 89640"/>
                  <a:gd name="textAreaRight" fmla="*/ 90000 w 89640"/>
                  <a:gd name="textAreaTop" fmla="*/ 0 h 89640"/>
                  <a:gd name="textAreaBottom" fmla="*/ 90000 h 89640"/>
                </a:gdLst>
                <a:ahLst/>
                <a:cxnLst/>
                <a:rect l="textAreaLeft" t="textAreaTop" r="textAreaRight" b="textAreaBottom"/>
                <a:pathLst>
                  <a:path w="9995" h="9981">
                    <a:moveTo>
                      <a:pt x="8593" y="1"/>
                    </a:moveTo>
                    <a:lnTo>
                      <a:pt x="0" y="8579"/>
                    </a:lnTo>
                    <a:lnTo>
                      <a:pt x="1402" y="9980"/>
                    </a:lnTo>
                    <a:lnTo>
                      <a:pt x="9995" y="1387"/>
                    </a:lnTo>
                    <a:lnTo>
                      <a:pt x="8593" y="1"/>
                    </a:lnTo>
                    <a:close/>
                  </a:path>
                </a:pathLst>
              </a:custGeom>
              <a:gradFill rotWithShape="0">
                <a:gsLst>
                  <a:gs pos="0">
                    <a:srgbClr val="EB9109">
                      <a:alpha val="47000"/>
                    </a:srgbClr>
                  </a:gs>
                  <a:gs pos="78000">
                    <a:srgbClr val="F5F8FF">
                      <a:alpha val="47000"/>
                    </a:srgbClr>
                  </a:gs>
                  <a:gs pos="100000">
                    <a:srgbClr val="F5F8FF">
                      <a:alpha val="47000"/>
                    </a:srgbClr>
                  </a:gs>
                </a:gsLst>
                <a:lin ang="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tIns="45000" bIns="45000" anchor="ctr">
                <a:noAutofit/>
              </a:bodyPr>
              <a:lstStyle/>
              <a:p>
                <a:pPr defTabSz="914400">
                  <a:lnSpc>
                    <a:spcPct val="100000"/>
                  </a:lnSpc>
                  <a:tabLst>
                    <a:tab pos="0" algn="l"/>
                  </a:tabLst>
                </a:pPr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OpenSymbol"/>
                </a:endParaRPr>
              </a:p>
            </p:txBody>
          </p:sp>
          <p:sp>
            <p:nvSpPr>
              <p:cNvPr id="123" name="Google Shape;795;p19"/>
              <p:cNvSpPr/>
              <p:nvPr/>
            </p:nvSpPr>
            <p:spPr>
              <a:xfrm>
                <a:off x="4708080" y="84600"/>
                <a:ext cx="89640" cy="89640"/>
              </a:xfrm>
              <a:custGeom>
                <a:avLst/>
                <a:gdLst>
                  <a:gd name="textAreaLeft" fmla="*/ 0 w 89640"/>
                  <a:gd name="textAreaRight" fmla="*/ 90000 w 89640"/>
                  <a:gd name="textAreaTop" fmla="*/ 0 h 89640"/>
                  <a:gd name="textAreaBottom" fmla="*/ 90000 h 89640"/>
                </a:gdLst>
                <a:ahLst/>
                <a:cxnLst/>
                <a:rect l="textAreaLeft" t="textAreaTop" r="textAreaRight" b="textAreaBottom"/>
                <a:pathLst>
                  <a:path w="9996" h="9996">
                    <a:moveTo>
                      <a:pt x="8593" y="0"/>
                    </a:moveTo>
                    <a:lnTo>
                      <a:pt x="0" y="8593"/>
                    </a:lnTo>
                    <a:lnTo>
                      <a:pt x="1402" y="9995"/>
                    </a:lnTo>
                    <a:lnTo>
                      <a:pt x="9995" y="1402"/>
                    </a:lnTo>
                    <a:lnTo>
                      <a:pt x="8593" y="0"/>
                    </a:lnTo>
                    <a:close/>
                  </a:path>
                </a:pathLst>
              </a:custGeom>
              <a:gradFill rotWithShape="0">
                <a:gsLst>
                  <a:gs pos="0">
                    <a:srgbClr val="EB9109">
                      <a:alpha val="47000"/>
                    </a:srgbClr>
                  </a:gs>
                  <a:gs pos="78000">
                    <a:srgbClr val="F5F8FF">
                      <a:alpha val="47000"/>
                    </a:srgbClr>
                  </a:gs>
                  <a:gs pos="100000">
                    <a:srgbClr val="F5F8FF">
                      <a:alpha val="47000"/>
                    </a:srgbClr>
                  </a:gs>
                </a:gsLst>
                <a:lin ang="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tIns="45000" bIns="45000" anchor="ctr">
                <a:noAutofit/>
              </a:bodyPr>
              <a:lstStyle/>
              <a:p>
                <a:pPr defTabSz="914400">
                  <a:lnSpc>
                    <a:spcPct val="100000"/>
                  </a:lnSpc>
                  <a:tabLst>
                    <a:tab pos="0" algn="l"/>
                  </a:tabLst>
                </a:pPr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OpenSymbol"/>
                </a:endParaRPr>
              </a:p>
            </p:txBody>
          </p:sp>
          <p:sp>
            <p:nvSpPr>
              <p:cNvPr id="124" name="Google Shape;796;p19"/>
              <p:cNvSpPr/>
              <p:nvPr/>
            </p:nvSpPr>
            <p:spPr>
              <a:xfrm>
                <a:off x="4735800" y="111960"/>
                <a:ext cx="89640" cy="89640"/>
              </a:xfrm>
              <a:custGeom>
                <a:avLst/>
                <a:gdLst>
                  <a:gd name="textAreaLeft" fmla="*/ 0 w 89640"/>
                  <a:gd name="textAreaRight" fmla="*/ 90000 w 89640"/>
                  <a:gd name="textAreaTop" fmla="*/ 0 h 89640"/>
                  <a:gd name="textAreaBottom" fmla="*/ 90000 h 89640"/>
                </a:gdLst>
                <a:ahLst/>
                <a:cxnLst/>
                <a:rect l="textAreaLeft" t="textAreaTop" r="textAreaRight" b="textAreaBottom"/>
                <a:pathLst>
                  <a:path w="9980" h="9981">
                    <a:moveTo>
                      <a:pt x="8593" y="1"/>
                    </a:moveTo>
                    <a:lnTo>
                      <a:pt x="0" y="8594"/>
                    </a:lnTo>
                    <a:lnTo>
                      <a:pt x="1402" y="9980"/>
                    </a:lnTo>
                    <a:lnTo>
                      <a:pt x="9980" y="1402"/>
                    </a:lnTo>
                    <a:lnTo>
                      <a:pt x="8593" y="1"/>
                    </a:lnTo>
                    <a:close/>
                  </a:path>
                </a:pathLst>
              </a:custGeom>
              <a:gradFill rotWithShape="0">
                <a:gsLst>
                  <a:gs pos="0">
                    <a:srgbClr val="EB9109">
                      <a:alpha val="47000"/>
                    </a:srgbClr>
                  </a:gs>
                  <a:gs pos="78000">
                    <a:srgbClr val="F5F8FF">
                      <a:alpha val="47000"/>
                    </a:srgbClr>
                  </a:gs>
                  <a:gs pos="100000">
                    <a:srgbClr val="F5F8FF">
                      <a:alpha val="47000"/>
                    </a:srgbClr>
                  </a:gs>
                </a:gsLst>
                <a:lin ang="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tIns="45000" bIns="45000" anchor="ctr">
                <a:noAutofit/>
              </a:bodyPr>
              <a:lstStyle/>
              <a:p>
                <a:pPr defTabSz="914400">
                  <a:lnSpc>
                    <a:spcPct val="100000"/>
                  </a:lnSpc>
                  <a:tabLst>
                    <a:tab pos="0" algn="l"/>
                  </a:tabLst>
                </a:pPr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OpenSymbol"/>
                </a:endParaRPr>
              </a:p>
            </p:txBody>
          </p:sp>
          <p:sp>
            <p:nvSpPr>
              <p:cNvPr id="125" name="Google Shape;797;p19"/>
              <p:cNvSpPr/>
              <p:nvPr/>
            </p:nvSpPr>
            <p:spPr>
              <a:xfrm>
                <a:off x="4763160" y="139320"/>
                <a:ext cx="89640" cy="89640"/>
              </a:xfrm>
              <a:custGeom>
                <a:avLst/>
                <a:gdLst>
                  <a:gd name="textAreaLeft" fmla="*/ 0 w 89640"/>
                  <a:gd name="textAreaRight" fmla="*/ 90000 w 89640"/>
                  <a:gd name="textAreaTop" fmla="*/ 0 h 89640"/>
                  <a:gd name="textAreaBottom" fmla="*/ 90000 h 89640"/>
                </a:gdLst>
                <a:ahLst/>
                <a:cxnLst/>
                <a:rect l="textAreaLeft" t="textAreaTop" r="textAreaRight" b="textAreaBottom"/>
                <a:pathLst>
                  <a:path w="9995" h="9996">
                    <a:moveTo>
                      <a:pt x="8593" y="1"/>
                    </a:moveTo>
                    <a:lnTo>
                      <a:pt x="0" y="8594"/>
                    </a:lnTo>
                    <a:lnTo>
                      <a:pt x="1402" y="9996"/>
                    </a:lnTo>
                    <a:lnTo>
                      <a:pt x="9995" y="1403"/>
                    </a:lnTo>
                    <a:lnTo>
                      <a:pt x="8593" y="1"/>
                    </a:lnTo>
                    <a:close/>
                  </a:path>
                </a:pathLst>
              </a:custGeom>
              <a:gradFill rotWithShape="0">
                <a:gsLst>
                  <a:gs pos="0">
                    <a:srgbClr val="EB9109">
                      <a:alpha val="47000"/>
                    </a:srgbClr>
                  </a:gs>
                  <a:gs pos="78000">
                    <a:srgbClr val="F5F8FF">
                      <a:alpha val="47000"/>
                    </a:srgbClr>
                  </a:gs>
                  <a:gs pos="100000">
                    <a:srgbClr val="F5F8FF">
                      <a:alpha val="47000"/>
                    </a:srgbClr>
                  </a:gs>
                </a:gsLst>
                <a:lin ang="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tIns="45000" bIns="45000" anchor="ctr">
                <a:noAutofit/>
              </a:bodyPr>
              <a:lstStyle/>
              <a:p>
                <a:pPr defTabSz="914400">
                  <a:lnSpc>
                    <a:spcPct val="100000"/>
                  </a:lnSpc>
                  <a:tabLst>
                    <a:tab pos="0" algn="l"/>
                  </a:tabLst>
                </a:pPr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OpenSymbol"/>
                </a:endParaRPr>
              </a:p>
            </p:txBody>
          </p:sp>
        </p:grpSp>
      </p:grpSp>
      <p:sp>
        <p:nvSpPr>
          <p:cNvPr id="126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8229240" cy="2982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fr-FR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fr-FR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fr-FR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fr-FR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fr-F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fr-F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fr-F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51" r:id="rId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7" name="PlaceHolder 1"/>
          <p:cNvSpPr>
            <a:spLocks noGrp="1"/>
          </p:cNvSpPr>
          <p:nvPr>
            <p:ph type="title"/>
          </p:nvPr>
        </p:nvSpPr>
        <p:spPr>
          <a:xfrm>
            <a:off x="1157400" y="494640"/>
            <a:ext cx="5126400" cy="105840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t">
            <a:noAutofit/>
          </a:bodyPr>
          <a:lstStyle/>
          <a:p>
            <a:pPr indent="0">
              <a:buNone/>
            </a:pPr>
            <a:r>
              <a:rPr lang="fr-FR" sz="65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Click to edit the title text format</a:t>
            </a:r>
          </a:p>
        </p:txBody>
      </p:sp>
      <p:grpSp>
        <p:nvGrpSpPr>
          <p:cNvPr id="128" name="Google Shape;1283;p29"/>
          <p:cNvGrpSpPr/>
          <p:nvPr/>
        </p:nvGrpSpPr>
        <p:grpSpPr>
          <a:xfrm>
            <a:off x="-291600" y="-494280"/>
            <a:ext cx="1448280" cy="2238120"/>
            <a:chOff x="-291600" y="-494280"/>
            <a:chExt cx="1448280" cy="2238120"/>
          </a:xfrm>
        </p:grpSpPr>
        <p:grpSp>
          <p:nvGrpSpPr>
            <p:cNvPr id="129" name="Google Shape;1284;p29"/>
            <p:cNvGrpSpPr/>
            <p:nvPr/>
          </p:nvGrpSpPr>
          <p:grpSpPr>
            <a:xfrm>
              <a:off x="-258120" y="-241560"/>
              <a:ext cx="981360" cy="1985400"/>
              <a:chOff x="-258120" y="-241560"/>
              <a:chExt cx="981360" cy="1985400"/>
            </a:xfrm>
          </p:grpSpPr>
          <p:sp>
            <p:nvSpPr>
              <p:cNvPr id="130" name="Google Shape;1285;p29"/>
              <p:cNvSpPr/>
              <p:nvPr/>
            </p:nvSpPr>
            <p:spPr>
              <a:xfrm rot="10800000">
                <a:off x="-257760" y="-241560"/>
                <a:ext cx="844200" cy="1985040"/>
              </a:xfrm>
              <a:custGeom>
                <a:avLst/>
                <a:gdLst>
                  <a:gd name="textAreaLeft" fmla="*/ 0 w 844200"/>
                  <a:gd name="textAreaRight" fmla="*/ 844560 w 844200"/>
                  <a:gd name="textAreaTop" fmla="*/ 0 h 1985040"/>
                  <a:gd name="textAreaBottom" fmla="*/ 1985400 h 1985040"/>
                </a:gdLst>
                <a:ahLst/>
                <a:cxnLst/>
                <a:rect l="textAreaLeft" t="textAreaTop" r="textAreaRight" b="textAreaBottom"/>
                <a:pathLst>
                  <a:path w="23937" h="56267">
                    <a:moveTo>
                      <a:pt x="12997" y="1"/>
                    </a:moveTo>
                    <a:lnTo>
                      <a:pt x="12784" y="214"/>
                    </a:lnTo>
                    <a:lnTo>
                      <a:pt x="23098" y="10513"/>
                    </a:lnTo>
                    <a:cubicBezTo>
                      <a:pt x="23434" y="10864"/>
                      <a:pt x="23632" y="11321"/>
                      <a:pt x="23632" y="11808"/>
                    </a:cubicBezTo>
                    <a:cubicBezTo>
                      <a:pt x="23632" y="12311"/>
                      <a:pt x="23434" y="12768"/>
                      <a:pt x="23098" y="13104"/>
                    </a:cubicBezTo>
                    <a:lnTo>
                      <a:pt x="21925" y="14261"/>
                    </a:lnTo>
                    <a:cubicBezTo>
                      <a:pt x="21575" y="14627"/>
                      <a:pt x="21110" y="14810"/>
                      <a:pt x="20642" y="14810"/>
                    </a:cubicBezTo>
                    <a:cubicBezTo>
                      <a:pt x="20173" y="14810"/>
                      <a:pt x="19701" y="14627"/>
                      <a:pt x="19335" y="14261"/>
                    </a:cubicBezTo>
                    <a:lnTo>
                      <a:pt x="16958" y="11885"/>
                    </a:lnTo>
                    <a:cubicBezTo>
                      <a:pt x="16547" y="11489"/>
                      <a:pt x="16029" y="11260"/>
                      <a:pt x="15435" y="11260"/>
                    </a:cubicBezTo>
                    <a:cubicBezTo>
                      <a:pt x="14841" y="11260"/>
                      <a:pt x="14307" y="11489"/>
                      <a:pt x="13911" y="11885"/>
                    </a:cubicBezTo>
                    <a:lnTo>
                      <a:pt x="12525" y="13271"/>
                    </a:lnTo>
                    <a:cubicBezTo>
                      <a:pt x="12129" y="13698"/>
                      <a:pt x="11900" y="14231"/>
                      <a:pt x="11900" y="14795"/>
                    </a:cubicBezTo>
                    <a:cubicBezTo>
                      <a:pt x="11900" y="15374"/>
                      <a:pt x="12129" y="15922"/>
                      <a:pt x="12525" y="16318"/>
                    </a:cubicBezTo>
                    <a:cubicBezTo>
                      <a:pt x="12860" y="16669"/>
                      <a:pt x="13058" y="17126"/>
                      <a:pt x="13058" y="17629"/>
                    </a:cubicBezTo>
                    <a:cubicBezTo>
                      <a:pt x="13058" y="18116"/>
                      <a:pt x="12860" y="18573"/>
                      <a:pt x="12525" y="18924"/>
                    </a:cubicBezTo>
                    <a:lnTo>
                      <a:pt x="11489" y="19944"/>
                    </a:lnTo>
                    <a:cubicBezTo>
                      <a:pt x="11154" y="20295"/>
                      <a:pt x="10696" y="20478"/>
                      <a:pt x="10209" y="20478"/>
                    </a:cubicBezTo>
                    <a:lnTo>
                      <a:pt x="9569" y="20478"/>
                    </a:lnTo>
                    <a:cubicBezTo>
                      <a:pt x="8990" y="20478"/>
                      <a:pt x="8457" y="20706"/>
                      <a:pt x="8045" y="21102"/>
                    </a:cubicBezTo>
                    <a:lnTo>
                      <a:pt x="3353" y="25810"/>
                    </a:lnTo>
                    <a:cubicBezTo>
                      <a:pt x="2515" y="26648"/>
                      <a:pt x="2515" y="28004"/>
                      <a:pt x="3353" y="28842"/>
                    </a:cubicBezTo>
                    <a:lnTo>
                      <a:pt x="10529" y="36018"/>
                    </a:lnTo>
                    <a:cubicBezTo>
                      <a:pt x="10864" y="36369"/>
                      <a:pt x="11062" y="36826"/>
                      <a:pt x="11062" y="37313"/>
                    </a:cubicBezTo>
                    <a:cubicBezTo>
                      <a:pt x="11062" y="37801"/>
                      <a:pt x="10864" y="38273"/>
                      <a:pt x="10529" y="38608"/>
                    </a:cubicBezTo>
                    <a:lnTo>
                      <a:pt x="8198" y="40940"/>
                    </a:lnTo>
                    <a:cubicBezTo>
                      <a:pt x="7802" y="41351"/>
                      <a:pt x="7573" y="41884"/>
                      <a:pt x="7573" y="42463"/>
                    </a:cubicBezTo>
                    <a:lnTo>
                      <a:pt x="7573" y="47720"/>
                    </a:lnTo>
                    <a:cubicBezTo>
                      <a:pt x="7573" y="48207"/>
                      <a:pt x="7390" y="48664"/>
                      <a:pt x="7040" y="49015"/>
                    </a:cubicBezTo>
                    <a:lnTo>
                      <a:pt x="1" y="56054"/>
                    </a:lnTo>
                    <a:lnTo>
                      <a:pt x="199" y="56267"/>
                    </a:lnTo>
                    <a:lnTo>
                      <a:pt x="7268" y="49274"/>
                    </a:lnTo>
                    <a:cubicBezTo>
                      <a:pt x="7664" y="48862"/>
                      <a:pt x="7893" y="48329"/>
                      <a:pt x="7893" y="47750"/>
                    </a:cubicBezTo>
                    <a:lnTo>
                      <a:pt x="7893" y="42494"/>
                    </a:lnTo>
                    <a:cubicBezTo>
                      <a:pt x="7893" y="42006"/>
                      <a:pt x="8091" y="41549"/>
                      <a:pt x="8426" y="41199"/>
                    </a:cubicBezTo>
                    <a:lnTo>
                      <a:pt x="10757" y="38883"/>
                    </a:lnTo>
                    <a:cubicBezTo>
                      <a:pt x="11154" y="38456"/>
                      <a:pt x="11382" y="37923"/>
                      <a:pt x="11382" y="37359"/>
                    </a:cubicBezTo>
                    <a:cubicBezTo>
                      <a:pt x="11382" y="36765"/>
                      <a:pt x="11154" y="36232"/>
                      <a:pt x="10757" y="35835"/>
                    </a:cubicBezTo>
                    <a:lnTo>
                      <a:pt x="3581" y="28644"/>
                    </a:lnTo>
                    <a:cubicBezTo>
                      <a:pt x="2850" y="27943"/>
                      <a:pt x="2850" y="26785"/>
                      <a:pt x="3581" y="26054"/>
                    </a:cubicBezTo>
                    <a:lnTo>
                      <a:pt x="8274" y="21346"/>
                    </a:lnTo>
                    <a:cubicBezTo>
                      <a:pt x="8624" y="21011"/>
                      <a:pt x="9081" y="20813"/>
                      <a:pt x="9569" y="20813"/>
                    </a:cubicBezTo>
                    <a:lnTo>
                      <a:pt x="10209" y="20813"/>
                    </a:lnTo>
                    <a:cubicBezTo>
                      <a:pt x="10788" y="20813"/>
                      <a:pt x="11321" y="20584"/>
                      <a:pt x="11732" y="20188"/>
                    </a:cubicBezTo>
                    <a:lnTo>
                      <a:pt x="12753" y="19167"/>
                    </a:lnTo>
                    <a:cubicBezTo>
                      <a:pt x="13149" y="18741"/>
                      <a:pt x="13378" y="18208"/>
                      <a:pt x="13378" y="17644"/>
                    </a:cubicBezTo>
                    <a:cubicBezTo>
                      <a:pt x="13378" y="17050"/>
                      <a:pt x="13149" y="16516"/>
                      <a:pt x="12753" y="16120"/>
                    </a:cubicBezTo>
                    <a:cubicBezTo>
                      <a:pt x="12418" y="15770"/>
                      <a:pt x="12220" y="15313"/>
                      <a:pt x="12220" y="14825"/>
                    </a:cubicBezTo>
                    <a:cubicBezTo>
                      <a:pt x="12220" y="14322"/>
                      <a:pt x="12418" y="13865"/>
                      <a:pt x="12753" y="13530"/>
                    </a:cubicBezTo>
                    <a:lnTo>
                      <a:pt x="14140" y="12128"/>
                    </a:lnTo>
                    <a:cubicBezTo>
                      <a:pt x="14490" y="11793"/>
                      <a:pt x="14947" y="11595"/>
                      <a:pt x="15435" y="11595"/>
                    </a:cubicBezTo>
                    <a:cubicBezTo>
                      <a:pt x="15938" y="11595"/>
                      <a:pt x="16395" y="11793"/>
                      <a:pt x="16730" y="12128"/>
                    </a:cubicBezTo>
                    <a:lnTo>
                      <a:pt x="19107" y="14520"/>
                    </a:lnTo>
                    <a:cubicBezTo>
                      <a:pt x="19526" y="14939"/>
                      <a:pt x="20074" y="15149"/>
                      <a:pt x="20623" y="15149"/>
                    </a:cubicBezTo>
                    <a:cubicBezTo>
                      <a:pt x="21171" y="15149"/>
                      <a:pt x="21720" y="14939"/>
                      <a:pt x="22139" y="14520"/>
                    </a:cubicBezTo>
                    <a:lnTo>
                      <a:pt x="23297" y="13347"/>
                    </a:lnTo>
                    <a:cubicBezTo>
                      <a:pt x="23708" y="12936"/>
                      <a:pt x="23936" y="12403"/>
                      <a:pt x="23936" y="11824"/>
                    </a:cubicBezTo>
                    <a:cubicBezTo>
                      <a:pt x="23936" y="11260"/>
                      <a:pt x="23708" y="10711"/>
                      <a:pt x="23297" y="10300"/>
                    </a:cubicBezTo>
                    <a:lnTo>
                      <a:pt x="12997" y="1"/>
                    </a:lnTo>
                    <a:close/>
                  </a:path>
                </a:pathLst>
              </a:custGeom>
              <a:gradFill rotWithShape="0">
                <a:gsLst>
                  <a:gs pos="0">
                    <a:srgbClr val="0C0A9E"/>
                  </a:gs>
                  <a:gs pos="100000">
                    <a:srgbClr val="FFFFFF">
                      <a:alpha val="0"/>
                    </a:srgbClr>
                  </a:gs>
                </a:gsLst>
                <a:lin ang="162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tIns="91440" bIns="91440" anchor="ctr">
                <a:noAutofit/>
              </a:bodyPr>
              <a:lstStyle/>
              <a:p>
                <a:pPr defTabSz="914400">
                  <a:lnSpc>
                    <a:spcPct val="100000"/>
                  </a:lnSpc>
                  <a:tabLst>
                    <a:tab pos="0" algn="l"/>
                  </a:tabLst>
                </a:pPr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OpenSymbol"/>
                </a:endParaRPr>
              </a:p>
            </p:txBody>
          </p:sp>
          <p:sp>
            <p:nvSpPr>
              <p:cNvPr id="131" name="Google Shape;1286;p29"/>
              <p:cNvSpPr/>
              <p:nvPr/>
            </p:nvSpPr>
            <p:spPr>
              <a:xfrm rot="10800000">
                <a:off x="-120600" y="-241200"/>
                <a:ext cx="844200" cy="1985040"/>
              </a:xfrm>
              <a:custGeom>
                <a:avLst/>
                <a:gdLst>
                  <a:gd name="textAreaLeft" fmla="*/ 0 w 844200"/>
                  <a:gd name="textAreaRight" fmla="*/ 844560 w 844200"/>
                  <a:gd name="textAreaTop" fmla="*/ 0 h 1985040"/>
                  <a:gd name="textAreaBottom" fmla="*/ 1985400 h 1985040"/>
                </a:gdLst>
                <a:ahLst/>
                <a:cxnLst/>
                <a:rect l="textAreaLeft" t="textAreaTop" r="textAreaRight" b="textAreaBottom"/>
                <a:pathLst>
                  <a:path w="23937" h="56267">
                    <a:moveTo>
                      <a:pt x="12997" y="0"/>
                    </a:moveTo>
                    <a:lnTo>
                      <a:pt x="12784" y="214"/>
                    </a:lnTo>
                    <a:lnTo>
                      <a:pt x="23098" y="10513"/>
                    </a:lnTo>
                    <a:cubicBezTo>
                      <a:pt x="23434" y="10848"/>
                      <a:pt x="23632" y="11305"/>
                      <a:pt x="23632" y="11808"/>
                    </a:cubicBezTo>
                    <a:cubicBezTo>
                      <a:pt x="23632" y="12296"/>
                      <a:pt x="23434" y="12753"/>
                      <a:pt x="23098" y="13103"/>
                    </a:cubicBezTo>
                    <a:lnTo>
                      <a:pt x="21925" y="14261"/>
                    </a:lnTo>
                    <a:cubicBezTo>
                      <a:pt x="21575" y="14627"/>
                      <a:pt x="21110" y="14810"/>
                      <a:pt x="20642" y="14810"/>
                    </a:cubicBezTo>
                    <a:cubicBezTo>
                      <a:pt x="20173" y="14810"/>
                      <a:pt x="19701" y="14627"/>
                      <a:pt x="19335" y="14261"/>
                    </a:cubicBezTo>
                    <a:lnTo>
                      <a:pt x="16958" y="11884"/>
                    </a:lnTo>
                    <a:cubicBezTo>
                      <a:pt x="16547" y="11488"/>
                      <a:pt x="16029" y="11260"/>
                      <a:pt x="15435" y="11260"/>
                    </a:cubicBezTo>
                    <a:cubicBezTo>
                      <a:pt x="14840" y="11260"/>
                      <a:pt x="14307" y="11488"/>
                      <a:pt x="13911" y="11884"/>
                    </a:cubicBezTo>
                    <a:lnTo>
                      <a:pt x="12525" y="13271"/>
                    </a:lnTo>
                    <a:cubicBezTo>
                      <a:pt x="11687" y="14109"/>
                      <a:pt x="11687" y="15465"/>
                      <a:pt x="12525" y="16303"/>
                    </a:cubicBezTo>
                    <a:cubicBezTo>
                      <a:pt x="12860" y="16638"/>
                      <a:pt x="13058" y="17095"/>
                      <a:pt x="13058" y="17598"/>
                    </a:cubicBezTo>
                    <a:cubicBezTo>
                      <a:pt x="13058" y="18085"/>
                      <a:pt x="12860" y="18543"/>
                      <a:pt x="12525" y="18893"/>
                    </a:cubicBezTo>
                    <a:lnTo>
                      <a:pt x="11489" y="19914"/>
                    </a:lnTo>
                    <a:cubicBezTo>
                      <a:pt x="11153" y="20264"/>
                      <a:pt x="10696" y="20447"/>
                      <a:pt x="10193" y="20447"/>
                    </a:cubicBezTo>
                    <a:lnTo>
                      <a:pt x="9569" y="20447"/>
                    </a:lnTo>
                    <a:cubicBezTo>
                      <a:pt x="8975" y="20447"/>
                      <a:pt x="8441" y="20676"/>
                      <a:pt x="8045" y="21087"/>
                    </a:cubicBezTo>
                    <a:lnTo>
                      <a:pt x="3337" y="25780"/>
                    </a:lnTo>
                    <a:cubicBezTo>
                      <a:pt x="2941" y="26206"/>
                      <a:pt x="2713" y="26739"/>
                      <a:pt x="2713" y="27303"/>
                    </a:cubicBezTo>
                    <a:cubicBezTo>
                      <a:pt x="2713" y="27897"/>
                      <a:pt x="2941" y="28431"/>
                      <a:pt x="3337" y="28827"/>
                    </a:cubicBezTo>
                    <a:lnTo>
                      <a:pt x="10529" y="36018"/>
                    </a:lnTo>
                    <a:cubicBezTo>
                      <a:pt x="11245" y="36719"/>
                      <a:pt x="11245" y="37877"/>
                      <a:pt x="10529" y="38608"/>
                    </a:cubicBezTo>
                    <a:lnTo>
                      <a:pt x="8198" y="40924"/>
                    </a:lnTo>
                    <a:cubicBezTo>
                      <a:pt x="7801" y="41351"/>
                      <a:pt x="7573" y="41884"/>
                      <a:pt x="7573" y="42448"/>
                    </a:cubicBezTo>
                    <a:lnTo>
                      <a:pt x="7573" y="47704"/>
                    </a:lnTo>
                    <a:cubicBezTo>
                      <a:pt x="7573" y="48207"/>
                      <a:pt x="7375" y="48664"/>
                      <a:pt x="7040" y="48999"/>
                    </a:cubicBezTo>
                    <a:lnTo>
                      <a:pt x="1" y="56053"/>
                    </a:lnTo>
                    <a:lnTo>
                      <a:pt x="199" y="56267"/>
                    </a:lnTo>
                    <a:lnTo>
                      <a:pt x="7268" y="49212"/>
                    </a:lnTo>
                    <a:cubicBezTo>
                      <a:pt x="7664" y="48801"/>
                      <a:pt x="7893" y="48268"/>
                      <a:pt x="7893" y="47689"/>
                    </a:cubicBezTo>
                    <a:lnTo>
                      <a:pt x="7893" y="42432"/>
                    </a:lnTo>
                    <a:cubicBezTo>
                      <a:pt x="7893" y="41945"/>
                      <a:pt x="8091" y="41473"/>
                      <a:pt x="8426" y="41137"/>
                    </a:cubicBezTo>
                    <a:lnTo>
                      <a:pt x="10757" y="38806"/>
                    </a:lnTo>
                    <a:cubicBezTo>
                      <a:pt x="11595" y="37984"/>
                      <a:pt x="11595" y="36628"/>
                      <a:pt x="10757" y="35790"/>
                    </a:cubicBezTo>
                    <a:lnTo>
                      <a:pt x="3581" y="28598"/>
                    </a:lnTo>
                    <a:cubicBezTo>
                      <a:pt x="3231" y="28263"/>
                      <a:pt x="3048" y="27806"/>
                      <a:pt x="3048" y="27318"/>
                    </a:cubicBezTo>
                    <a:cubicBezTo>
                      <a:pt x="3048" y="26816"/>
                      <a:pt x="3231" y="26359"/>
                      <a:pt x="3581" y="26023"/>
                    </a:cubicBezTo>
                    <a:lnTo>
                      <a:pt x="8274" y="21346"/>
                    </a:lnTo>
                    <a:cubicBezTo>
                      <a:pt x="8624" y="21011"/>
                      <a:pt x="9081" y="20813"/>
                      <a:pt x="9569" y="20813"/>
                    </a:cubicBezTo>
                    <a:lnTo>
                      <a:pt x="10209" y="20813"/>
                    </a:lnTo>
                    <a:cubicBezTo>
                      <a:pt x="10788" y="20813"/>
                      <a:pt x="11321" y="20584"/>
                      <a:pt x="11732" y="20188"/>
                    </a:cubicBezTo>
                    <a:lnTo>
                      <a:pt x="12753" y="19152"/>
                    </a:lnTo>
                    <a:cubicBezTo>
                      <a:pt x="13149" y="18741"/>
                      <a:pt x="13378" y="18207"/>
                      <a:pt x="13378" y="17628"/>
                    </a:cubicBezTo>
                    <a:cubicBezTo>
                      <a:pt x="13378" y="17049"/>
                      <a:pt x="13149" y="16516"/>
                      <a:pt x="12753" y="16105"/>
                    </a:cubicBezTo>
                    <a:cubicBezTo>
                      <a:pt x="12037" y="15404"/>
                      <a:pt x="12037" y="14246"/>
                      <a:pt x="12753" y="13515"/>
                    </a:cubicBezTo>
                    <a:lnTo>
                      <a:pt x="14140" y="12128"/>
                    </a:lnTo>
                    <a:cubicBezTo>
                      <a:pt x="14490" y="11793"/>
                      <a:pt x="14947" y="11595"/>
                      <a:pt x="15435" y="11595"/>
                    </a:cubicBezTo>
                    <a:cubicBezTo>
                      <a:pt x="15937" y="11595"/>
                      <a:pt x="16395" y="11793"/>
                      <a:pt x="16730" y="12128"/>
                    </a:cubicBezTo>
                    <a:lnTo>
                      <a:pt x="19106" y="14505"/>
                    </a:lnTo>
                    <a:cubicBezTo>
                      <a:pt x="19525" y="14924"/>
                      <a:pt x="20074" y="15133"/>
                      <a:pt x="20622" y="15133"/>
                    </a:cubicBezTo>
                    <a:cubicBezTo>
                      <a:pt x="21171" y="15133"/>
                      <a:pt x="21719" y="14924"/>
                      <a:pt x="22138" y="14505"/>
                    </a:cubicBezTo>
                    <a:lnTo>
                      <a:pt x="23296" y="13347"/>
                    </a:lnTo>
                    <a:cubicBezTo>
                      <a:pt x="23708" y="12936"/>
                      <a:pt x="23936" y="12402"/>
                      <a:pt x="23936" y="11823"/>
                    </a:cubicBezTo>
                    <a:cubicBezTo>
                      <a:pt x="23936" y="11229"/>
                      <a:pt x="23708" y="10696"/>
                      <a:pt x="23296" y="10300"/>
                    </a:cubicBezTo>
                    <a:lnTo>
                      <a:pt x="12997" y="0"/>
                    </a:lnTo>
                    <a:close/>
                  </a:path>
                </a:pathLst>
              </a:custGeom>
              <a:gradFill rotWithShape="0">
                <a:gsLst>
                  <a:gs pos="0">
                    <a:srgbClr val="9900FF">
                      <a:alpha val="47000"/>
                    </a:srgbClr>
                  </a:gs>
                  <a:gs pos="100000">
                    <a:srgbClr val="FFFFFF">
                      <a:alpha val="0"/>
                    </a:srgbClr>
                  </a:gs>
                </a:gsLst>
                <a:path path="circle">
                  <a:fillToRect l="50000" t="50000" r="50000" b="50000"/>
                </a:path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tIns="91440" bIns="91440" anchor="ctr">
                <a:noAutofit/>
              </a:bodyPr>
              <a:lstStyle/>
              <a:p>
                <a:pPr defTabSz="914400">
                  <a:lnSpc>
                    <a:spcPct val="100000"/>
                  </a:lnSpc>
                  <a:tabLst>
                    <a:tab pos="0" algn="l"/>
                  </a:tabLst>
                </a:pPr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OpenSymbol"/>
                </a:endParaRPr>
              </a:p>
            </p:txBody>
          </p:sp>
        </p:grpSp>
        <p:grpSp>
          <p:nvGrpSpPr>
            <p:cNvPr id="132" name="Google Shape;1287;p29"/>
            <p:cNvGrpSpPr/>
            <p:nvPr/>
          </p:nvGrpSpPr>
          <p:grpSpPr>
            <a:xfrm>
              <a:off x="381600" y="794520"/>
              <a:ext cx="699120" cy="478080"/>
              <a:chOff x="381600" y="794520"/>
              <a:chExt cx="699120" cy="478080"/>
            </a:xfrm>
          </p:grpSpPr>
          <p:grpSp>
            <p:nvGrpSpPr>
              <p:cNvPr id="133" name="Google Shape;1288;p29"/>
              <p:cNvGrpSpPr/>
              <p:nvPr/>
            </p:nvGrpSpPr>
            <p:grpSpPr>
              <a:xfrm>
                <a:off x="381600" y="794520"/>
                <a:ext cx="478080" cy="478080"/>
                <a:chOff x="381600" y="794520"/>
                <a:chExt cx="478080" cy="478080"/>
              </a:xfrm>
            </p:grpSpPr>
            <p:sp>
              <p:nvSpPr>
                <p:cNvPr id="134" name="Google Shape;1289;p29"/>
                <p:cNvSpPr/>
                <p:nvPr/>
              </p:nvSpPr>
              <p:spPr>
                <a:xfrm rot="2700000">
                  <a:off x="447840" y="867960"/>
                  <a:ext cx="345240" cy="330840"/>
                </a:xfrm>
                <a:custGeom>
                  <a:avLst/>
                  <a:gdLst>
                    <a:gd name="textAreaLeft" fmla="*/ 0 w 345240"/>
                    <a:gd name="textAreaRight" fmla="*/ 345600 w 345240"/>
                    <a:gd name="textAreaTop" fmla="*/ 0 h 330840"/>
                    <a:gd name="textAreaBottom" fmla="*/ 331200 h 330840"/>
                  </a:gdLst>
                  <a:ahLst/>
                  <a:cxnLst/>
                  <a:rect l="textAreaLeft" t="textAreaTop" r="textAreaRight" b="textAreaBottom"/>
                  <a:pathLst>
                    <a:path w="36902" h="35337">
                      <a:moveTo>
                        <a:pt x="18449" y="1"/>
                      </a:moveTo>
                      <a:cubicBezTo>
                        <a:pt x="16409" y="1"/>
                        <a:pt x="14368" y="778"/>
                        <a:pt x="12814" y="2332"/>
                      </a:cubicBezTo>
                      <a:lnTo>
                        <a:pt x="3108" y="12037"/>
                      </a:lnTo>
                      <a:cubicBezTo>
                        <a:pt x="0" y="15145"/>
                        <a:pt x="0" y="20189"/>
                        <a:pt x="3108" y="23297"/>
                      </a:cubicBezTo>
                      <a:lnTo>
                        <a:pt x="12814" y="33017"/>
                      </a:lnTo>
                      <a:cubicBezTo>
                        <a:pt x="14368" y="34564"/>
                        <a:pt x="16405" y="35337"/>
                        <a:pt x="18443" y="35337"/>
                      </a:cubicBezTo>
                      <a:cubicBezTo>
                        <a:pt x="20481" y="35337"/>
                        <a:pt x="22519" y="34564"/>
                        <a:pt x="24073" y="33017"/>
                      </a:cubicBezTo>
                      <a:lnTo>
                        <a:pt x="33794" y="23297"/>
                      </a:lnTo>
                      <a:cubicBezTo>
                        <a:pt x="36902" y="20189"/>
                        <a:pt x="36902" y="15145"/>
                        <a:pt x="33794" y="12037"/>
                      </a:cubicBezTo>
                      <a:lnTo>
                        <a:pt x="24073" y="2332"/>
                      </a:lnTo>
                      <a:cubicBezTo>
                        <a:pt x="22527" y="778"/>
                        <a:pt x="20489" y="1"/>
                        <a:pt x="18449" y="1"/>
                      </a:cubicBezTo>
                      <a:close/>
                    </a:path>
                  </a:pathLst>
                </a:custGeom>
                <a:gradFill rotWithShape="0">
                  <a:gsLst>
                    <a:gs pos="0">
                      <a:srgbClr val="F5F8FF"/>
                    </a:gs>
                    <a:gs pos="18000">
                      <a:srgbClr val="F5F8FF"/>
                    </a:gs>
                    <a:gs pos="56000">
                      <a:srgbClr val="FFFFFF">
                        <a:alpha val="0"/>
                      </a:srgbClr>
                    </a:gs>
                    <a:gs pos="74000">
                      <a:srgbClr val="F5F8FF"/>
                    </a:gs>
                    <a:gs pos="100000">
                      <a:srgbClr val="9900FF">
                        <a:alpha val="29000"/>
                      </a:srgbClr>
                    </a:gs>
                  </a:gsLst>
                  <a:path path="circle">
                    <a:fillToRect r="100000" b="100000"/>
                  </a:path>
                </a:gradFill>
                <a:ln w="0"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91440" bIns="91440" anchor="ctr">
                  <a:noAutofit/>
                </a:bodyPr>
                <a:lstStyle/>
                <a:p>
                  <a:pPr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OpenSymbol"/>
                  </a:endParaRPr>
                </a:p>
              </p:txBody>
            </p:sp>
            <p:grpSp>
              <p:nvGrpSpPr>
                <p:cNvPr id="135" name="Google Shape;1290;p29"/>
                <p:cNvGrpSpPr/>
                <p:nvPr/>
              </p:nvGrpSpPr>
              <p:grpSpPr>
                <a:xfrm>
                  <a:off x="426600" y="895680"/>
                  <a:ext cx="387360" cy="222840"/>
                  <a:chOff x="426600" y="895680"/>
                  <a:chExt cx="387360" cy="222840"/>
                </a:xfrm>
              </p:grpSpPr>
              <p:sp>
                <p:nvSpPr>
                  <p:cNvPr id="136" name="Google Shape;1291;p29"/>
                  <p:cNvSpPr/>
                  <p:nvPr/>
                </p:nvSpPr>
                <p:spPr>
                  <a:xfrm rot="2700000">
                    <a:off x="459360" y="928080"/>
                    <a:ext cx="157680" cy="157680"/>
                  </a:xfrm>
                  <a:custGeom>
                    <a:avLst/>
                    <a:gdLst>
                      <a:gd name="textAreaLeft" fmla="*/ 0 w 157680"/>
                      <a:gd name="textAreaRight" fmla="*/ 158040 w 157680"/>
                      <a:gd name="textAreaTop" fmla="*/ 0 h 157680"/>
                      <a:gd name="textAreaBottom" fmla="*/ 158040 h 157680"/>
                    </a:gdLst>
                    <a:ahLst/>
                    <a:cxnLst/>
                    <a:rect l="textAreaLeft" t="textAreaTop" r="textAreaRight" b="textAreaBottom"/>
                    <a:pathLst>
                      <a:path w="27121" h="27121">
                        <a:moveTo>
                          <a:pt x="381" y="1"/>
                        </a:moveTo>
                        <a:lnTo>
                          <a:pt x="0" y="382"/>
                        </a:lnTo>
                        <a:lnTo>
                          <a:pt x="26739" y="27121"/>
                        </a:lnTo>
                        <a:lnTo>
                          <a:pt x="27120" y="26740"/>
                        </a:lnTo>
                        <a:lnTo>
                          <a:pt x="381" y="1"/>
                        </a:lnTo>
                        <a:close/>
                      </a:path>
                    </a:pathLst>
                  </a:custGeom>
                  <a:gradFill rotWithShape="0">
                    <a:gsLst>
                      <a:gs pos="0">
                        <a:srgbClr val="9900FF">
                          <a:alpha val="47000"/>
                        </a:srgbClr>
                      </a:gs>
                      <a:gs pos="100000">
                        <a:srgbClr val="FFFFFF">
                          <a:alpha val="47000"/>
                        </a:srgbClr>
                      </a:gs>
                    </a:gsLst>
                    <a:lin ang="5400000"/>
                  </a:gradFill>
                  <a:ln w="0"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/>
                </p:style>
                <p:txBody>
                  <a:bodyPr tIns="78840" bIns="78840" anchor="ctr">
                    <a:noAutofit/>
                  </a:bodyPr>
                  <a:lstStyle/>
                  <a:p>
                    <a:pPr defTabSz="914400">
                      <a:lnSpc>
                        <a:spcPct val="100000"/>
                      </a:lnSpc>
                      <a:tabLst>
                        <a:tab pos="0" algn="l"/>
                      </a:tabLst>
                    </a:pPr>
                    <a:endParaRPr lang="en-US" sz="1800" b="0" u="none" strike="noStrike">
                      <a:solidFill>
                        <a:srgbClr val="000000"/>
                      </a:solidFill>
                      <a:effectLst/>
                      <a:uFillTx/>
                      <a:latin typeface="OpenSymbol"/>
                    </a:endParaRPr>
                  </a:p>
                </p:txBody>
              </p:sp>
              <p:sp>
                <p:nvSpPr>
                  <p:cNvPr id="137" name="Google Shape;1292;p29"/>
                  <p:cNvSpPr/>
                  <p:nvPr/>
                </p:nvSpPr>
                <p:spPr>
                  <a:xfrm rot="2700000">
                    <a:off x="500400" y="928080"/>
                    <a:ext cx="157680" cy="157680"/>
                  </a:xfrm>
                  <a:custGeom>
                    <a:avLst/>
                    <a:gdLst>
                      <a:gd name="textAreaLeft" fmla="*/ 0 w 157680"/>
                      <a:gd name="textAreaRight" fmla="*/ 158040 w 157680"/>
                      <a:gd name="textAreaTop" fmla="*/ 0 h 157680"/>
                      <a:gd name="textAreaBottom" fmla="*/ 158040 h 157680"/>
                    </a:gdLst>
                    <a:ahLst/>
                    <a:cxnLst/>
                    <a:rect l="textAreaLeft" t="textAreaTop" r="textAreaRight" b="textAreaBottom"/>
                    <a:pathLst>
                      <a:path w="27121" h="27121">
                        <a:moveTo>
                          <a:pt x="366" y="1"/>
                        </a:moveTo>
                        <a:lnTo>
                          <a:pt x="0" y="382"/>
                        </a:lnTo>
                        <a:lnTo>
                          <a:pt x="26739" y="27121"/>
                        </a:lnTo>
                        <a:lnTo>
                          <a:pt x="27120" y="26740"/>
                        </a:lnTo>
                        <a:lnTo>
                          <a:pt x="366" y="1"/>
                        </a:lnTo>
                        <a:close/>
                      </a:path>
                    </a:pathLst>
                  </a:custGeom>
                  <a:gradFill rotWithShape="0">
                    <a:gsLst>
                      <a:gs pos="0">
                        <a:srgbClr val="9900FF">
                          <a:alpha val="47000"/>
                        </a:srgbClr>
                      </a:gs>
                      <a:gs pos="100000">
                        <a:srgbClr val="FFFFFF">
                          <a:alpha val="47000"/>
                        </a:srgbClr>
                      </a:gs>
                    </a:gsLst>
                    <a:lin ang="5400000"/>
                  </a:gradFill>
                  <a:ln w="0"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/>
                </p:style>
                <p:txBody>
                  <a:bodyPr tIns="78840" bIns="78840" anchor="ctr">
                    <a:noAutofit/>
                  </a:bodyPr>
                  <a:lstStyle/>
                  <a:p>
                    <a:pPr defTabSz="914400">
                      <a:lnSpc>
                        <a:spcPct val="100000"/>
                      </a:lnSpc>
                      <a:tabLst>
                        <a:tab pos="0" algn="l"/>
                      </a:tabLst>
                    </a:pPr>
                    <a:endParaRPr lang="en-US" sz="1800" b="0" u="none" strike="noStrike">
                      <a:solidFill>
                        <a:srgbClr val="000000"/>
                      </a:solidFill>
                      <a:effectLst/>
                      <a:uFillTx/>
                      <a:latin typeface="OpenSymbol"/>
                    </a:endParaRPr>
                  </a:p>
                </p:txBody>
              </p:sp>
              <p:sp>
                <p:nvSpPr>
                  <p:cNvPr id="138" name="Google Shape;1293;p29"/>
                  <p:cNvSpPr/>
                  <p:nvPr/>
                </p:nvSpPr>
                <p:spPr>
                  <a:xfrm rot="2700000">
                    <a:off x="541440" y="928080"/>
                    <a:ext cx="157680" cy="157680"/>
                  </a:xfrm>
                  <a:custGeom>
                    <a:avLst/>
                    <a:gdLst>
                      <a:gd name="textAreaLeft" fmla="*/ 0 w 157680"/>
                      <a:gd name="textAreaRight" fmla="*/ 158040 w 157680"/>
                      <a:gd name="textAreaTop" fmla="*/ 0 h 157680"/>
                      <a:gd name="textAreaBottom" fmla="*/ 158040 h 157680"/>
                    </a:gdLst>
                    <a:ahLst/>
                    <a:cxnLst/>
                    <a:rect l="textAreaLeft" t="textAreaTop" r="textAreaRight" b="textAreaBottom"/>
                    <a:pathLst>
                      <a:path w="27121" h="27121">
                        <a:moveTo>
                          <a:pt x="366" y="1"/>
                        </a:moveTo>
                        <a:lnTo>
                          <a:pt x="1" y="381"/>
                        </a:lnTo>
                        <a:lnTo>
                          <a:pt x="26740" y="27120"/>
                        </a:lnTo>
                        <a:lnTo>
                          <a:pt x="27121" y="26755"/>
                        </a:lnTo>
                        <a:lnTo>
                          <a:pt x="366" y="1"/>
                        </a:lnTo>
                        <a:close/>
                      </a:path>
                    </a:pathLst>
                  </a:custGeom>
                  <a:gradFill rotWithShape="0">
                    <a:gsLst>
                      <a:gs pos="0">
                        <a:srgbClr val="9900FF">
                          <a:alpha val="47000"/>
                        </a:srgbClr>
                      </a:gs>
                      <a:gs pos="100000">
                        <a:srgbClr val="FFFFFF">
                          <a:alpha val="47000"/>
                        </a:srgbClr>
                      </a:gs>
                    </a:gsLst>
                    <a:lin ang="5400000"/>
                  </a:gradFill>
                  <a:ln w="0"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/>
                </p:style>
                <p:txBody>
                  <a:bodyPr tIns="78840" bIns="78840" anchor="ctr">
                    <a:noAutofit/>
                  </a:bodyPr>
                  <a:lstStyle/>
                  <a:p>
                    <a:pPr defTabSz="914400">
                      <a:lnSpc>
                        <a:spcPct val="100000"/>
                      </a:lnSpc>
                      <a:tabLst>
                        <a:tab pos="0" algn="l"/>
                      </a:tabLst>
                    </a:pPr>
                    <a:endParaRPr lang="en-US" sz="1800" b="0" u="none" strike="noStrike">
                      <a:solidFill>
                        <a:srgbClr val="000000"/>
                      </a:solidFill>
                      <a:effectLst/>
                      <a:uFillTx/>
                      <a:latin typeface="OpenSymbol"/>
                    </a:endParaRPr>
                  </a:p>
                </p:txBody>
              </p:sp>
              <p:sp>
                <p:nvSpPr>
                  <p:cNvPr id="139" name="Google Shape;1294;p29"/>
                  <p:cNvSpPr/>
                  <p:nvPr/>
                </p:nvSpPr>
                <p:spPr>
                  <a:xfrm rot="2700000">
                    <a:off x="582480" y="928080"/>
                    <a:ext cx="157680" cy="157680"/>
                  </a:xfrm>
                  <a:custGeom>
                    <a:avLst/>
                    <a:gdLst>
                      <a:gd name="textAreaLeft" fmla="*/ 0 w 157680"/>
                      <a:gd name="textAreaRight" fmla="*/ 158040 w 157680"/>
                      <a:gd name="textAreaTop" fmla="*/ 0 h 157680"/>
                      <a:gd name="textAreaBottom" fmla="*/ 158040 h 157680"/>
                    </a:gdLst>
                    <a:ahLst/>
                    <a:cxnLst/>
                    <a:rect l="textAreaLeft" t="textAreaTop" r="textAreaRight" b="textAreaBottom"/>
                    <a:pathLst>
                      <a:path w="27121" h="27121">
                        <a:moveTo>
                          <a:pt x="381" y="1"/>
                        </a:moveTo>
                        <a:lnTo>
                          <a:pt x="0" y="382"/>
                        </a:lnTo>
                        <a:lnTo>
                          <a:pt x="26755" y="27121"/>
                        </a:lnTo>
                        <a:lnTo>
                          <a:pt x="27120" y="26755"/>
                        </a:lnTo>
                        <a:lnTo>
                          <a:pt x="381" y="1"/>
                        </a:lnTo>
                        <a:close/>
                      </a:path>
                    </a:pathLst>
                  </a:custGeom>
                  <a:gradFill rotWithShape="0">
                    <a:gsLst>
                      <a:gs pos="0">
                        <a:srgbClr val="9900FF">
                          <a:alpha val="47000"/>
                        </a:srgbClr>
                      </a:gs>
                      <a:gs pos="100000">
                        <a:srgbClr val="FFFFFF">
                          <a:alpha val="47000"/>
                        </a:srgbClr>
                      </a:gs>
                    </a:gsLst>
                    <a:lin ang="5400000"/>
                  </a:gradFill>
                  <a:ln w="0"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/>
                </p:style>
                <p:txBody>
                  <a:bodyPr tIns="78840" bIns="78840" anchor="ctr">
                    <a:noAutofit/>
                  </a:bodyPr>
                  <a:lstStyle/>
                  <a:p>
                    <a:pPr defTabSz="914400">
                      <a:lnSpc>
                        <a:spcPct val="100000"/>
                      </a:lnSpc>
                      <a:tabLst>
                        <a:tab pos="0" algn="l"/>
                      </a:tabLst>
                    </a:pPr>
                    <a:endParaRPr lang="en-US" sz="1800" b="0" u="none" strike="noStrike">
                      <a:solidFill>
                        <a:srgbClr val="000000"/>
                      </a:solidFill>
                      <a:effectLst/>
                      <a:uFillTx/>
                      <a:latin typeface="OpenSymbol"/>
                    </a:endParaRPr>
                  </a:p>
                </p:txBody>
              </p:sp>
              <p:sp>
                <p:nvSpPr>
                  <p:cNvPr id="140" name="Google Shape;1295;p29"/>
                  <p:cNvSpPr/>
                  <p:nvPr/>
                </p:nvSpPr>
                <p:spPr>
                  <a:xfrm rot="2700000">
                    <a:off x="623520" y="928080"/>
                    <a:ext cx="157680" cy="157680"/>
                  </a:xfrm>
                  <a:custGeom>
                    <a:avLst/>
                    <a:gdLst>
                      <a:gd name="textAreaLeft" fmla="*/ 0 w 157680"/>
                      <a:gd name="textAreaRight" fmla="*/ 158040 w 157680"/>
                      <a:gd name="textAreaTop" fmla="*/ 0 h 157680"/>
                      <a:gd name="textAreaBottom" fmla="*/ 158040 h 157680"/>
                    </a:gdLst>
                    <a:ahLst/>
                    <a:cxnLst/>
                    <a:rect l="textAreaLeft" t="textAreaTop" r="textAreaRight" b="textAreaBottom"/>
                    <a:pathLst>
                      <a:path w="27121" h="27121">
                        <a:moveTo>
                          <a:pt x="382" y="1"/>
                        </a:moveTo>
                        <a:lnTo>
                          <a:pt x="1" y="382"/>
                        </a:lnTo>
                        <a:lnTo>
                          <a:pt x="26740" y="27121"/>
                        </a:lnTo>
                        <a:lnTo>
                          <a:pt x="27121" y="26740"/>
                        </a:lnTo>
                        <a:lnTo>
                          <a:pt x="382" y="1"/>
                        </a:lnTo>
                        <a:close/>
                      </a:path>
                    </a:pathLst>
                  </a:custGeom>
                  <a:gradFill rotWithShape="0">
                    <a:gsLst>
                      <a:gs pos="0">
                        <a:srgbClr val="9900FF">
                          <a:alpha val="47000"/>
                        </a:srgbClr>
                      </a:gs>
                      <a:gs pos="100000">
                        <a:srgbClr val="FFFFFF">
                          <a:alpha val="47000"/>
                        </a:srgbClr>
                      </a:gs>
                    </a:gsLst>
                    <a:lin ang="5400000"/>
                  </a:gradFill>
                  <a:ln w="0"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/>
                </p:style>
                <p:txBody>
                  <a:bodyPr tIns="78840" bIns="78840" anchor="ctr">
                    <a:noAutofit/>
                  </a:bodyPr>
                  <a:lstStyle/>
                  <a:p>
                    <a:pPr defTabSz="914400">
                      <a:lnSpc>
                        <a:spcPct val="100000"/>
                      </a:lnSpc>
                      <a:tabLst>
                        <a:tab pos="0" algn="l"/>
                      </a:tabLst>
                    </a:pPr>
                    <a:endParaRPr lang="en-US" sz="1800" b="0" u="none" strike="noStrike">
                      <a:solidFill>
                        <a:srgbClr val="000000"/>
                      </a:solidFill>
                      <a:effectLst/>
                      <a:uFillTx/>
                      <a:latin typeface="OpenSymbol"/>
                    </a:endParaRPr>
                  </a:p>
                </p:txBody>
              </p:sp>
            </p:grpSp>
          </p:grpSp>
          <p:sp>
            <p:nvSpPr>
              <p:cNvPr id="141" name="Google Shape;1296;p29"/>
              <p:cNvSpPr/>
              <p:nvPr/>
            </p:nvSpPr>
            <p:spPr>
              <a:xfrm rot="18900000">
                <a:off x="712800" y="874080"/>
                <a:ext cx="324360" cy="257760"/>
              </a:xfrm>
              <a:custGeom>
                <a:avLst/>
                <a:gdLst>
                  <a:gd name="textAreaLeft" fmla="*/ 0 w 324360"/>
                  <a:gd name="textAreaRight" fmla="*/ 324720 w 324360"/>
                  <a:gd name="textAreaTop" fmla="*/ 0 h 257760"/>
                  <a:gd name="textAreaBottom" fmla="*/ 258120 h 257760"/>
                </a:gdLst>
                <a:ahLst/>
                <a:cxnLst/>
                <a:rect l="textAreaLeft" t="textAreaTop" r="textAreaRight" b="textAreaBottom"/>
                <a:pathLst>
                  <a:path w="44612" h="35440">
                    <a:moveTo>
                      <a:pt x="40817" y="1"/>
                    </a:moveTo>
                    <a:lnTo>
                      <a:pt x="37420" y="3383"/>
                    </a:lnTo>
                    <a:lnTo>
                      <a:pt x="41213" y="7177"/>
                    </a:lnTo>
                    <a:lnTo>
                      <a:pt x="44611" y="3779"/>
                    </a:lnTo>
                    <a:lnTo>
                      <a:pt x="40817" y="1"/>
                    </a:lnTo>
                    <a:close/>
                    <a:moveTo>
                      <a:pt x="22184" y="4099"/>
                    </a:moveTo>
                    <a:lnTo>
                      <a:pt x="18801" y="7482"/>
                    </a:lnTo>
                    <a:lnTo>
                      <a:pt x="22595" y="11275"/>
                    </a:lnTo>
                    <a:lnTo>
                      <a:pt x="25978" y="7878"/>
                    </a:lnTo>
                    <a:lnTo>
                      <a:pt x="22184" y="4099"/>
                    </a:lnTo>
                    <a:close/>
                    <a:moveTo>
                      <a:pt x="15983" y="10300"/>
                    </a:moveTo>
                    <a:lnTo>
                      <a:pt x="12585" y="13698"/>
                    </a:lnTo>
                    <a:lnTo>
                      <a:pt x="16379" y="17476"/>
                    </a:lnTo>
                    <a:lnTo>
                      <a:pt x="19776" y="14094"/>
                    </a:lnTo>
                    <a:lnTo>
                      <a:pt x="15983" y="10300"/>
                    </a:lnTo>
                    <a:close/>
                    <a:moveTo>
                      <a:pt x="9431" y="16852"/>
                    </a:moveTo>
                    <a:lnTo>
                      <a:pt x="6034" y="20249"/>
                    </a:lnTo>
                    <a:lnTo>
                      <a:pt x="15190" y="29406"/>
                    </a:lnTo>
                    <a:lnTo>
                      <a:pt x="18588" y="26008"/>
                    </a:lnTo>
                    <a:lnTo>
                      <a:pt x="9431" y="16852"/>
                    </a:lnTo>
                    <a:close/>
                    <a:moveTo>
                      <a:pt x="3383" y="22885"/>
                    </a:moveTo>
                    <a:lnTo>
                      <a:pt x="0" y="26283"/>
                    </a:lnTo>
                    <a:lnTo>
                      <a:pt x="9157" y="35440"/>
                    </a:lnTo>
                    <a:lnTo>
                      <a:pt x="12555" y="32057"/>
                    </a:lnTo>
                    <a:lnTo>
                      <a:pt x="3383" y="22885"/>
                    </a:lnTo>
                    <a:close/>
                  </a:path>
                </a:pathLst>
              </a:custGeom>
              <a:gradFill rotWithShape="0">
                <a:gsLst>
                  <a:gs pos="0">
                    <a:srgbClr val="9900FF">
                      <a:alpha val="47000"/>
                    </a:srgbClr>
                  </a:gs>
                  <a:gs pos="100000">
                    <a:srgbClr val="FFFFFF">
                      <a:alpha val="0"/>
                    </a:srgbClr>
                  </a:gs>
                </a:gsLst>
                <a:path path="circle">
                  <a:fillToRect l="50000" t="50000" r="50000" b="50000"/>
                </a:path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tIns="91440" bIns="91440" anchor="ctr">
                <a:noAutofit/>
              </a:bodyPr>
              <a:lstStyle/>
              <a:p>
                <a:pPr defTabSz="914400">
                  <a:lnSpc>
                    <a:spcPct val="100000"/>
                  </a:lnSpc>
                  <a:tabLst>
                    <a:tab pos="0" algn="l"/>
                  </a:tabLst>
                </a:pPr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OpenSymbol"/>
                </a:endParaRPr>
              </a:p>
            </p:txBody>
          </p:sp>
        </p:grpSp>
        <p:grpSp>
          <p:nvGrpSpPr>
            <p:cNvPr id="142" name="Google Shape;1297;p29"/>
            <p:cNvGrpSpPr/>
            <p:nvPr/>
          </p:nvGrpSpPr>
          <p:grpSpPr>
            <a:xfrm>
              <a:off x="-291600" y="-494280"/>
              <a:ext cx="1047240" cy="1351080"/>
              <a:chOff x="-291600" y="-494280"/>
              <a:chExt cx="1047240" cy="1351080"/>
            </a:xfrm>
          </p:grpSpPr>
          <p:sp>
            <p:nvSpPr>
              <p:cNvPr id="143" name="Google Shape;1298;p29"/>
              <p:cNvSpPr/>
              <p:nvPr/>
            </p:nvSpPr>
            <p:spPr>
              <a:xfrm rot="13500000">
                <a:off x="55080" y="159480"/>
                <a:ext cx="581760" cy="575640"/>
              </a:xfrm>
              <a:custGeom>
                <a:avLst/>
                <a:gdLst>
                  <a:gd name="textAreaLeft" fmla="*/ 0 w 581760"/>
                  <a:gd name="textAreaRight" fmla="*/ 582120 w 581760"/>
                  <a:gd name="textAreaTop" fmla="*/ 0 h 575640"/>
                  <a:gd name="textAreaBottom" fmla="*/ 576000 h 575640"/>
                </a:gdLst>
                <a:ahLst/>
                <a:cxnLst/>
                <a:rect l="textAreaLeft" t="textAreaTop" r="textAreaRight" b="textAreaBottom"/>
                <a:pathLst>
                  <a:path w="36171" h="35790">
                    <a:moveTo>
                      <a:pt x="34030" y="1"/>
                    </a:moveTo>
                    <a:cubicBezTo>
                      <a:pt x="33531" y="1"/>
                      <a:pt x="33032" y="191"/>
                      <a:pt x="32651" y="572"/>
                    </a:cubicBezTo>
                    <a:cubicBezTo>
                      <a:pt x="31890" y="1334"/>
                      <a:pt x="31890" y="2568"/>
                      <a:pt x="32651" y="3330"/>
                    </a:cubicBezTo>
                    <a:cubicBezTo>
                      <a:pt x="33032" y="3711"/>
                      <a:pt x="33531" y="3901"/>
                      <a:pt x="34030" y="3901"/>
                    </a:cubicBezTo>
                    <a:cubicBezTo>
                      <a:pt x="34529" y="3901"/>
                      <a:pt x="35028" y="3711"/>
                      <a:pt x="35409" y="3330"/>
                    </a:cubicBezTo>
                    <a:cubicBezTo>
                      <a:pt x="36171" y="2568"/>
                      <a:pt x="36171" y="1334"/>
                      <a:pt x="35409" y="572"/>
                    </a:cubicBezTo>
                    <a:cubicBezTo>
                      <a:pt x="35028" y="191"/>
                      <a:pt x="34529" y="1"/>
                      <a:pt x="34030" y="1"/>
                    </a:cubicBezTo>
                    <a:close/>
                    <a:moveTo>
                      <a:pt x="27662" y="6385"/>
                    </a:moveTo>
                    <a:cubicBezTo>
                      <a:pt x="27163" y="6385"/>
                      <a:pt x="26664" y="6575"/>
                      <a:pt x="26283" y="6956"/>
                    </a:cubicBezTo>
                    <a:cubicBezTo>
                      <a:pt x="25521" y="7718"/>
                      <a:pt x="25521" y="8952"/>
                      <a:pt x="26283" y="9714"/>
                    </a:cubicBezTo>
                    <a:cubicBezTo>
                      <a:pt x="26664" y="10095"/>
                      <a:pt x="27163" y="10285"/>
                      <a:pt x="27662" y="10285"/>
                    </a:cubicBezTo>
                    <a:cubicBezTo>
                      <a:pt x="28161" y="10285"/>
                      <a:pt x="28660" y="10095"/>
                      <a:pt x="29040" y="9714"/>
                    </a:cubicBezTo>
                    <a:cubicBezTo>
                      <a:pt x="29802" y="8952"/>
                      <a:pt x="29802" y="7718"/>
                      <a:pt x="29040" y="6956"/>
                    </a:cubicBezTo>
                    <a:cubicBezTo>
                      <a:pt x="28660" y="6575"/>
                      <a:pt x="28161" y="6385"/>
                      <a:pt x="27662" y="6385"/>
                    </a:cubicBezTo>
                    <a:close/>
                    <a:moveTo>
                      <a:pt x="21285" y="12753"/>
                    </a:moveTo>
                    <a:cubicBezTo>
                      <a:pt x="20783" y="12753"/>
                      <a:pt x="20280" y="12944"/>
                      <a:pt x="19899" y="13325"/>
                    </a:cubicBezTo>
                    <a:cubicBezTo>
                      <a:pt x="19137" y="14086"/>
                      <a:pt x="19137" y="15336"/>
                      <a:pt x="19899" y="16097"/>
                    </a:cubicBezTo>
                    <a:cubicBezTo>
                      <a:pt x="20280" y="16478"/>
                      <a:pt x="20783" y="16669"/>
                      <a:pt x="21285" y="16669"/>
                    </a:cubicBezTo>
                    <a:cubicBezTo>
                      <a:pt x="21788" y="16669"/>
                      <a:pt x="22291" y="16478"/>
                      <a:pt x="22672" y="16097"/>
                    </a:cubicBezTo>
                    <a:cubicBezTo>
                      <a:pt x="23434" y="15336"/>
                      <a:pt x="23434" y="14086"/>
                      <a:pt x="22672" y="13325"/>
                    </a:cubicBezTo>
                    <a:cubicBezTo>
                      <a:pt x="22291" y="12944"/>
                      <a:pt x="21788" y="12753"/>
                      <a:pt x="21285" y="12753"/>
                    </a:cubicBezTo>
                    <a:close/>
                    <a:moveTo>
                      <a:pt x="14917" y="19128"/>
                    </a:moveTo>
                    <a:cubicBezTo>
                      <a:pt x="14415" y="19128"/>
                      <a:pt x="13913" y="19318"/>
                      <a:pt x="13530" y="19693"/>
                    </a:cubicBezTo>
                    <a:cubicBezTo>
                      <a:pt x="12768" y="20455"/>
                      <a:pt x="12768" y="21689"/>
                      <a:pt x="13530" y="22451"/>
                    </a:cubicBezTo>
                    <a:cubicBezTo>
                      <a:pt x="13911" y="22832"/>
                      <a:pt x="14410" y="23022"/>
                      <a:pt x="14909" y="23022"/>
                    </a:cubicBezTo>
                    <a:cubicBezTo>
                      <a:pt x="15408" y="23022"/>
                      <a:pt x="15907" y="22832"/>
                      <a:pt x="16288" y="22451"/>
                    </a:cubicBezTo>
                    <a:cubicBezTo>
                      <a:pt x="17050" y="21689"/>
                      <a:pt x="17050" y="20455"/>
                      <a:pt x="16288" y="19693"/>
                    </a:cubicBezTo>
                    <a:cubicBezTo>
                      <a:pt x="15909" y="19314"/>
                      <a:pt x="15413" y="19128"/>
                      <a:pt x="14917" y="19128"/>
                    </a:cubicBezTo>
                    <a:close/>
                    <a:moveTo>
                      <a:pt x="8525" y="25506"/>
                    </a:moveTo>
                    <a:cubicBezTo>
                      <a:pt x="8026" y="25506"/>
                      <a:pt x="7527" y="25696"/>
                      <a:pt x="7146" y="26077"/>
                    </a:cubicBezTo>
                    <a:cubicBezTo>
                      <a:pt x="6385" y="26839"/>
                      <a:pt x="6385" y="28073"/>
                      <a:pt x="7146" y="28835"/>
                    </a:cubicBezTo>
                    <a:cubicBezTo>
                      <a:pt x="7527" y="29216"/>
                      <a:pt x="8026" y="29406"/>
                      <a:pt x="8525" y="29406"/>
                    </a:cubicBezTo>
                    <a:cubicBezTo>
                      <a:pt x="9024" y="29406"/>
                      <a:pt x="9523" y="29216"/>
                      <a:pt x="9904" y="28835"/>
                    </a:cubicBezTo>
                    <a:cubicBezTo>
                      <a:pt x="10666" y="28073"/>
                      <a:pt x="10666" y="26839"/>
                      <a:pt x="9904" y="26077"/>
                    </a:cubicBezTo>
                    <a:cubicBezTo>
                      <a:pt x="9523" y="25696"/>
                      <a:pt x="9024" y="25506"/>
                      <a:pt x="8525" y="25506"/>
                    </a:cubicBezTo>
                    <a:close/>
                    <a:moveTo>
                      <a:pt x="2141" y="31874"/>
                    </a:moveTo>
                    <a:cubicBezTo>
                      <a:pt x="1642" y="31874"/>
                      <a:pt x="1143" y="32065"/>
                      <a:pt x="763" y="32446"/>
                    </a:cubicBezTo>
                    <a:cubicBezTo>
                      <a:pt x="1" y="33207"/>
                      <a:pt x="1" y="34457"/>
                      <a:pt x="763" y="35219"/>
                    </a:cubicBezTo>
                    <a:cubicBezTo>
                      <a:pt x="1143" y="35599"/>
                      <a:pt x="1642" y="35790"/>
                      <a:pt x="2141" y="35790"/>
                    </a:cubicBezTo>
                    <a:cubicBezTo>
                      <a:pt x="2640" y="35790"/>
                      <a:pt x="3139" y="35599"/>
                      <a:pt x="3520" y="35219"/>
                    </a:cubicBezTo>
                    <a:cubicBezTo>
                      <a:pt x="4282" y="34457"/>
                      <a:pt x="4282" y="33207"/>
                      <a:pt x="3520" y="32446"/>
                    </a:cubicBezTo>
                    <a:cubicBezTo>
                      <a:pt x="3139" y="32065"/>
                      <a:pt x="2640" y="31874"/>
                      <a:pt x="2141" y="31874"/>
                    </a:cubicBezTo>
                    <a:close/>
                  </a:path>
                </a:pathLst>
              </a:custGeom>
              <a:gradFill rotWithShape="0">
                <a:gsLst>
                  <a:gs pos="0">
                    <a:srgbClr val="EB9109">
                      <a:alpha val="47000"/>
                    </a:srgbClr>
                  </a:gs>
                  <a:gs pos="78000">
                    <a:srgbClr val="F5F8FF">
                      <a:alpha val="47000"/>
                    </a:srgbClr>
                  </a:gs>
                  <a:gs pos="100000">
                    <a:srgbClr val="F5F8FF">
                      <a:alpha val="47000"/>
                    </a:srgbClr>
                  </a:gs>
                </a:gsLst>
                <a:lin ang="189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tIns="91440" bIns="91440" anchor="ctr">
                <a:noAutofit/>
              </a:bodyPr>
              <a:lstStyle/>
              <a:p>
                <a:pPr defTabSz="914400">
                  <a:lnSpc>
                    <a:spcPct val="100000"/>
                  </a:lnSpc>
                  <a:tabLst>
                    <a:tab pos="0" algn="l"/>
                  </a:tabLst>
                </a:pPr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OpenSymbol"/>
                </a:endParaRPr>
              </a:p>
            </p:txBody>
          </p:sp>
          <p:sp>
            <p:nvSpPr>
              <p:cNvPr id="144" name="Google Shape;1299;p29"/>
              <p:cNvSpPr/>
              <p:nvPr/>
            </p:nvSpPr>
            <p:spPr>
              <a:xfrm rot="13500000">
                <a:off x="-20520" y="-24480"/>
                <a:ext cx="581760" cy="575640"/>
              </a:xfrm>
              <a:custGeom>
                <a:avLst/>
                <a:gdLst>
                  <a:gd name="textAreaLeft" fmla="*/ 0 w 581760"/>
                  <a:gd name="textAreaRight" fmla="*/ 582120 w 581760"/>
                  <a:gd name="textAreaTop" fmla="*/ 0 h 575640"/>
                  <a:gd name="textAreaBottom" fmla="*/ 576000 h 575640"/>
                </a:gdLst>
                <a:ahLst/>
                <a:cxnLst/>
                <a:rect l="textAreaLeft" t="textAreaTop" r="textAreaRight" b="textAreaBottom"/>
                <a:pathLst>
                  <a:path w="36171" h="35790">
                    <a:moveTo>
                      <a:pt x="34030" y="1"/>
                    </a:moveTo>
                    <a:cubicBezTo>
                      <a:pt x="33531" y="1"/>
                      <a:pt x="33032" y="191"/>
                      <a:pt x="32651" y="572"/>
                    </a:cubicBezTo>
                    <a:cubicBezTo>
                      <a:pt x="31890" y="1334"/>
                      <a:pt x="31890" y="2568"/>
                      <a:pt x="32651" y="3330"/>
                    </a:cubicBezTo>
                    <a:cubicBezTo>
                      <a:pt x="33032" y="3711"/>
                      <a:pt x="33531" y="3901"/>
                      <a:pt x="34030" y="3901"/>
                    </a:cubicBezTo>
                    <a:cubicBezTo>
                      <a:pt x="34529" y="3901"/>
                      <a:pt x="35028" y="3711"/>
                      <a:pt x="35409" y="3330"/>
                    </a:cubicBezTo>
                    <a:cubicBezTo>
                      <a:pt x="36171" y="2568"/>
                      <a:pt x="36171" y="1334"/>
                      <a:pt x="35409" y="572"/>
                    </a:cubicBezTo>
                    <a:cubicBezTo>
                      <a:pt x="35028" y="191"/>
                      <a:pt x="34529" y="1"/>
                      <a:pt x="34030" y="1"/>
                    </a:cubicBezTo>
                    <a:close/>
                    <a:moveTo>
                      <a:pt x="27662" y="6385"/>
                    </a:moveTo>
                    <a:cubicBezTo>
                      <a:pt x="27163" y="6385"/>
                      <a:pt x="26664" y="6575"/>
                      <a:pt x="26283" y="6956"/>
                    </a:cubicBezTo>
                    <a:cubicBezTo>
                      <a:pt x="25521" y="7718"/>
                      <a:pt x="25521" y="8952"/>
                      <a:pt x="26283" y="9714"/>
                    </a:cubicBezTo>
                    <a:cubicBezTo>
                      <a:pt x="26664" y="10095"/>
                      <a:pt x="27163" y="10285"/>
                      <a:pt x="27662" y="10285"/>
                    </a:cubicBezTo>
                    <a:cubicBezTo>
                      <a:pt x="28161" y="10285"/>
                      <a:pt x="28660" y="10095"/>
                      <a:pt x="29040" y="9714"/>
                    </a:cubicBezTo>
                    <a:cubicBezTo>
                      <a:pt x="29802" y="8952"/>
                      <a:pt x="29802" y="7718"/>
                      <a:pt x="29040" y="6956"/>
                    </a:cubicBezTo>
                    <a:cubicBezTo>
                      <a:pt x="28660" y="6575"/>
                      <a:pt x="28161" y="6385"/>
                      <a:pt x="27662" y="6385"/>
                    </a:cubicBezTo>
                    <a:close/>
                    <a:moveTo>
                      <a:pt x="21285" y="12753"/>
                    </a:moveTo>
                    <a:cubicBezTo>
                      <a:pt x="20783" y="12753"/>
                      <a:pt x="20280" y="12944"/>
                      <a:pt x="19899" y="13325"/>
                    </a:cubicBezTo>
                    <a:cubicBezTo>
                      <a:pt x="19137" y="14086"/>
                      <a:pt x="19137" y="15336"/>
                      <a:pt x="19899" y="16097"/>
                    </a:cubicBezTo>
                    <a:cubicBezTo>
                      <a:pt x="20280" y="16478"/>
                      <a:pt x="20783" y="16669"/>
                      <a:pt x="21285" y="16669"/>
                    </a:cubicBezTo>
                    <a:cubicBezTo>
                      <a:pt x="21788" y="16669"/>
                      <a:pt x="22291" y="16478"/>
                      <a:pt x="22672" y="16097"/>
                    </a:cubicBezTo>
                    <a:cubicBezTo>
                      <a:pt x="23434" y="15336"/>
                      <a:pt x="23434" y="14086"/>
                      <a:pt x="22672" y="13325"/>
                    </a:cubicBezTo>
                    <a:cubicBezTo>
                      <a:pt x="22291" y="12944"/>
                      <a:pt x="21788" y="12753"/>
                      <a:pt x="21285" y="12753"/>
                    </a:cubicBezTo>
                    <a:close/>
                    <a:moveTo>
                      <a:pt x="14917" y="19128"/>
                    </a:moveTo>
                    <a:cubicBezTo>
                      <a:pt x="14415" y="19128"/>
                      <a:pt x="13913" y="19318"/>
                      <a:pt x="13530" y="19693"/>
                    </a:cubicBezTo>
                    <a:cubicBezTo>
                      <a:pt x="12768" y="20455"/>
                      <a:pt x="12768" y="21689"/>
                      <a:pt x="13530" y="22451"/>
                    </a:cubicBezTo>
                    <a:cubicBezTo>
                      <a:pt x="13911" y="22832"/>
                      <a:pt x="14410" y="23022"/>
                      <a:pt x="14909" y="23022"/>
                    </a:cubicBezTo>
                    <a:cubicBezTo>
                      <a:pt x="15408" y="23022"/>
                      <a:pt x="15907" y="22832"/>
                      <a:pt x="16288" y="22451"/>
                    </a:cubicBezTo>
                    <a:cubicBezTo>
                      <a:pt x="17050" y="21689"/>
                      <a:pt x="17050" y="20455"/>
                      <a:pt x="16288" y="19693"/>
                    </a:cubicBezTo>
                    <a:cubicBezTo>
                      <a:pt x="15909" y="19314"/>
                      <a:pt x="15413" y="19128"/>
                      <a:pt x="14917" y="19128"/>
                    </a:cubicBezTo>
                    <a:close/>
                    <a:moveTo>
                      <a:pt x="8525" y="25506"/>
                    </a:moveTo>
                    <a:cubicBezTo>
                      <a:pt x="8026" y="25506"/>
                      <a:pt x="7527" y="25696"/>
                      <a:pt x="7146" y="26077"/>
                    </a:cubicBezTo>
                    <a:cubicBezTo>
                      <a:pt x="6385" y="26839"/>
                      <a:pt x="6385" y="28073"/>
                      <a:pt x="7146" y="28835"/>
                    </a:cubicBezTo>
                    <a:cubicBezTo>
                      <a:pt x="7527" y="29216"/>
                      <a:pt x="8026" y="29406"/>
                      <a:pt x="8525" y="29406"/>
                    </a:cubicBezTo>
                    <a:cubicBezTo>
                      <a:pt x="9024" y="29406"/>
                      <a:pt x="9523" y="29216"/>
                      <a:pt x="9904" y="28835"/>
                    </a:cubicBezTo>
                    <a:cubicBezTo>
                      <a:pt x="10666" y="28073"/>
                      <a:pt x="10666" y="26839"/>
                      <a:pt x="9904" y="26077"/>
                    </a:cubicBezTo>
                    <a:cubicBezTo>
                      <a:pt x="9523" y="25696"/>
                      <a:pt x="9024" y="25506"/>
                      <a:pt x="8525" y="25506"/>
                    </a:cubicBezTo>
                    <a:close/>
                    <a:moveTo>
                      <a:pt x="2141" y="31874"/>
                    </a:moveTo>
                    <a:cubicBezTo>
                      <a:pt x="1642" y="31874"/>
                      <a:pt x="1143" y="32065"/>
                      <a:pt x="763" y="32446"/>
                    </a:cubicBezTo>
                    <a:cubicBezTo>
                      <a:pt x="1" y="33207"/>
                      <a:pt x="1" y="34457"/>
                      <a:pt x="763" y="35219"/>
                    </a:cubicBezTo>
                    <a:cubicBezTo>
                      <a:pt x="1143" y="35599"/>
                      <a:pt x="1642" y="35790"/>
                      <a:pt x="2141" y="35790"/>
                    </a:cubicBezTo>
                    <a:cubicBezTo>
                      <a:pt x="2640" y="35790"/>
                      <a:pt x="3139" y="35599"/>
                      <a:pt x="3520" y="35219"/>
                    </a:cubicBezTo>
                    <a:cubicBezTo>
                      <a:pt x="4282" y="34457"/>
                      <a:pt x="4282" y="33207"/>
                      <a:pt x="3520" y="32446"/>
                    </a:cubicBezTo>
                    <a:cubicBezTo>
                      <a:pt x="3139" y="32065"/>
                      <a:pt x="2640" y="31874"/>
                      <a:pt x="2141" y="31874"/>
                    </a:cubicBezTo>
                    <a:close/>
                  </a:path>
                </a:pathLst>
              </a:custGeom>
              <a:gradFill rotWithShape="0">
                <a:gsLst>
                  <a:gs pos="0">
                    <a:srgbClr val="EB9109">
                      <a:alpha val="47000"/>
                    </a:srgbClr>
                  </a:gs>
                  <a:gs pos="78000">
                    <a:srgbClr val="F5F8FF">
                      <a:alpha val="47000"/>
                    </a:srgbClr>
                  </a:gs>
                  <a:gs pos="100000">
                    <a:srgbClr val="F5F8FF">
                      <a:alpha val="47000"/>
                    </a:srgbClr>
                  </a:gs>
                </a:gsLst>
                <a:lin ang="189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tIns="91440" bIns="91440" anchor="ctr">
                <a:noAutofit/>
              </a:bodyPr>
              <a:lstStyle/>
              <a:p>
                <a:pPr defTabSz="914400">
                  <a:lnSpc>
                    <a:spcPct val="100000"/>
                  </a:lnSpc>
                  <a:tabLst>
                    <a:tab pos="0" algn="l"/>
                  </a:tabLst>
                </a:pPr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OpenSymbol"/>
                </a:endParaRPr>
              </a:p>
            </p:txBody>
          </p:sp>
          <p:sp>
            <p:nvSpPr>
              <p:cNvPr id="145" name="Google Shape;1300;p29"/>
              <p:cNvSpPr/>
              <p:nvPr/>
            </p:nvSpPr>
            <p:spPr>
              <a:xfrm rot="13500000">
                <a:off x="-96840" y="-188640"/>
                <a:ext cx="581760" cy="575640"/>
              </a:xfrm>
              <a:custGeom>
                <a:avLst/>
                <a:gdLst>
                  <a:gd name="textAreaLeft" fmla="*/ 0 w 581760"/>
                  <a:gd name="textAreaRight" fmla="*/ 582120 w 581760"/>
                  <a:gd name="textAreaTop" fmla="*/ 0 h 575640"/>
                  <a:gd name="textAreaBottom" fmla="*/ 576000 h 575640"/>
                </a:gdLst>
                <a:ahLst/>
                <a:cxnLst/>
                <a:rect l="textAreaLeft" t="textAreaTop" r="textAreaRight" b="textAreaBottom"/>
                <a:pathLst>
                  <a:path w="36171" h="35790">
                    <a:moveTo>
                      <a:pt x="34030" y="1"/>
                    </a:moveTo>
                    <a:cubicBezTo>
                      <a:pt x="33531" y="1"/>
                      <a:pt x="33032" y="191"/>
                      <a:pt x="32651" y="572"/>
                    </a:cubicBezTo>
                    <a:cubicBezTo>
                      <a:pt x="31890" y="1334"/>
                      <a:pt x="31890" y="2568"/>
                      <a:pt x="32651" y="3330"/>
                    </a:cubicBezTo>
                    <a:cubicBezTo>
                      <a:pt x="33032" y="3711"/>
                      <a:pt x="33531" y="3901"/>
                      <a:pt x="34030" y="3901"/>
                    </a:cubicBezTo>
                    <a:cubicBezTo>
                      <a:pt x="34529" y="3901"/>
                      <a:pt x="35028" y="3711"/>
                      <a:pt x="35409" y="3330"/>
                    </a:cubicBezTo>
                    <a:cubicBezTo>
                      <a:pt x="36171" y="2568"/>
                      <a:pt x="36171" y="1334"/>
                      <a:pt x="35409" y="572"/>
                    </a:cubicBezTo>
                    <a:cubicBezTo>
                      <a:pt x="35028" y="191"/>
                      <a:pt x="34529" y="1"/>
                      <a:pt x="34030" y="1"/>
                    </a:cubicBezTo>
                    <a:close/>
                    <a:moveTo>
                      <a:pt x="27662" y="6385"/>
                    </a:moveTo>
                    <a:cubicBezTo>
                      <a:pt x="27163" y="6385"/>
                      <a:pt x="26664" y="6575"/>
                      <a:pt x="26283" y="6956"/>
                    </a:cubicBezTo>
                    <a:cubicBezTo>
                      <a:pt x="25521" y="7718"/>
                      <a:pt x="25521" y="8952"/>
                      <a:pt x="26283" y="9714"/>
                    </a:cubicBezTo>
                    <a:cubicBezTo>
                      <a:pt x="26664" y="10095"/>
                      <a:pt x="27163" y="10285"/>
                      <a:pt x="27662" y="10285"/>
                    </a:cubicBezTo>
                    <a:cubicBezTo>
                      <a:pt x="28161" y="10285"/>
                      <a:pt x="28660" y="10095"/>
                      <a:pt x="29040" y="9714"/>
                    </a:cubicBezTo>
                    <a:cubicBezTo>
                      <a:pt x="29802" y="8952"/>
                      <a:pt x="29802" y="7718"/>
                      <a:pt x="29040" y="6956"/>
                    </a:cubicBezTo>
                    <a:cubicBezTo>
                      <a:pt x="28660" y="6575"/>
                      <a:pt x="28161" y="6385"/>
                      <a:pt x="27662" y="6385"/>
                    </a:cubicBezTo>
                    <a:close/>
                    <a:moveTo>
                      <a:pt x="21285" y="12753"/>
                    </a:moveTo>
                    <a:cubicBezTo>
                      <a:pt x="20783" y="12753"/>
                      <a:pt x="20280" y="12944"/>
                      <a:pt x="19899" y="13325"/>
                    </a:cubicBezTo>
                    <a:cubicBezTo>
                      <a:pt x="19137" y="14086"/>
                      <a:pt x="19137" y="15336"/>
                      <a:pt x="19899" y="16097"/>
                    </a:cubicBezTo>
                    <a:cubicBezTo>
                      <a:pt x="20280" y="16478"/>
                      <a:pt x="20783" y="16669"/>
                      <a:pt x="21285" y="16669"/>
                    </a:cubicBezTo>
                    <a:cubicBezTo>
                      <a:pt x="21788" y="16669"/>
                      <a:pt x="22291" y="16478"/>
                      <a:pt x="22672" y="16097"/>
                    </a:cubicBezTo>
                    <a:cubicBezTo>
                      <a:pt x="23434" y="15336"/>
                      <a:pt x="23434" y="14086"/>
                      <a:pt x="22672" y="13325"/>
                    </a:cubicBezTo>
                    <a:cubicBezTo>
                      <a:pt x="22291" y="12944"/>
                      <a:pt x="21788" y="12753"/>
                      <a:pt x="21285" y="12753"/>
                    </a:cubicBezTo>
                    <a:close/>
                    <a:moveTo>
                      <a:pt x="14917" y="19128"/>
                    </a:moveTo>
                    <a:cubicBezTo>
                      <a:pt x="14415" y="19128"/>
                      <a:pt x="13913" y="19318"/>
                      <a:pt x="13530" y="19693"/>
                    </a:cubicBezTo>
                    <a:cubicBezTo>
                      <a:pt x="12768" y="20455"/>
                      <a:pt x="12768" y="21689"/>
                      <a:pt x="13530" y="22451"/>
                    </a:cubicBezTo>
                    <a:cubicBezTo>
                      <a:pt x="13911" y="22832"/>
                      <a:pt x="14410" y="23022"/>
                      <a:pt x="14909" y="23022"/>
                    </a:cubicBezTo>
                    <a:cubicBezTo>
                      <a:pt x="15408" y="23022"/>
                      <a:pt x="15907" y="22832"/>
                      <a:pt x="16288" y="22451"/>
                    </a:cubicBezTo>
                    <a:cubicBezTo>
                      <a:pt x="17050" y="21689"/>
                      <a:pt x="17050" y="20455"/>
                      <a:pt x="16288" y="19693"/>
                    </a:cubicBezTo>
                    <a:cubicBezTo>
                      <a:pt x="15909" y="19314"/>
                      <a:pt x="15413" y="19128"/>
                      <a:pt x="14917" y="19128"/>
                    </a:cubicBezTo>
                    <a:close/>
                    <a:moveTo>
                      <a:pt x="8525" y="25506"/>
                    </a:moveTo>
                    <a:cubicBezTo>
                      <a:pt x="8026" y="25506"/>
                      <a:pt x="7527" y="25696"/>
                      <a:pt x="7146" y="26077"/>
                    </a:cubicBezTo>
                    <a:cubicBezTo>
                      <a:pt x="6385" y="26839"/>
                      <a:pt x="6385" y="28073"/>
                      <a:pt x="7146" y="28835"/>
                    </a:cubicBezTo>
                    <a:cubicBezTo>
                      <a:pt x="7527" y="29216"/>
                      <a:pt x="8026" y="29406"/>
                      <a:pt x="8525" y="29406"/>
                    </a:cubicBezTo>
                    <a:cubicBezTo>
                      <a:pt x="9024" y="29406"/>
                      <a:pt x="9523" y="29216"/>
                      <a:pt x="9904" y="28835"/>
                    </a:cubicBezTo>
                    <a:cubicBezTo>
                      <a:pt x="10666" y="28073"/>
                      <a:pt x="10666" y="26839"/>
                      <a:pt x="9904" y="26077"/>
                    </a:cubicBezTo>
                    <a:cubicBezTo>
                      <a:pt x="9523" y="25696"/>
                      <a:pt x="9024" y="25506"/>
                      <a:pt x="8525" y="25506"/>
                    </a:cubicBezTo>
                    <a:close/>
                    <a:moveTo>
                      <a:pt x="2141" y="31874"/>
                    </a:moveTo>
                    <a:cubicBezTo>
                      <a:pt x="1642" y="31874"/>
                      <a:pt x="1143" y="32065"/>
                      <a:pt x="763" y="32446"/>
                    </a:cubicBezTo>
                    <a:cubicBezTo>
                      <a:pt x="1" y="33207"/>
                      <a:pt x="1" y="34457"/>
                      <a:pt x="763" y="35219"/>
                    </a:cubicBezTo>
                    <a:cubicBezTo>
                      <a:pt x="1143" y="35599"/>
                      <a:pt x="1642" y="35790"/>
                      <a:pt x="2141" y="35790"/>
                    </a:cubicBezTo>
                    <a:cubicBezTo>
                      <a:pt x="2640" y="35790"/>
                      <a:pt x="3139" y="35599"/>
                      <a:pt x="3520" y="35219"/>
                    </a:cubicBezTo>
                    <a:cubicBezTo>
                      <a:pt x="4282" y="34457"/>
                      <a:pt x="4282" y="33207"/>
                      <a:pt x="3520" y="32446"/>
                    </a:cubicBezTo>
                    <a:cubicBezTo>
                      <a:pt x="3139" y="32065"/>
                      <a:pt x="2640" y="31874"/>
                      <a:pt x="2141" y="31874"/>
                    </a:cubicBezTo>
                    <a:close/>
                  </a:path>
                </a:pathLst>
              </a:custGeom>
              <a:gradFill rotWithShape="0">
                <a:gsLst>
                  <a:gs pos="0">
                    <a:srgbClr val="EB9109">
                      <a:alpha val="47000"/>
                    </a:srgbClr>
                  </a:gs>
                  <a:gs pos="78000">
                    <a:srgbClr val="F5F8FF">
                      <a:alpha val="47000"/>
                    </a:srgbClr>
                  </a:gs>
                  <a:gs pos="100000">
                    <a:srgbClr val="F5F8FF">
                      <a:alpha val="47000"/>
                    </a:srgbClr>
                  </a:gs>
                </a:gsLst>
                <a:lin ang="189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tIns="91440" bIns="91440" anchor="ctr">
                <a:noAutofit/>
              </a:bodyPr>
              <a:lstStyle/>
              <a:p>
                <a:pPr defTabSz="914400">
                  <a:lnSpc>
                    <a:spcPct val="100000"/>
                  </a:lnSpc>
                  <a:tabLst>
                    <a:tab pos="0" algn="l"/>
                  </a:tabLst>
                </a:pPr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OpenSymbol"/>
                </a:endParaRPr>
              </a:p>
            </p:txBody>
          </p:sp>
          <p:sp>
            <p:nvSpPr>
              <p:cNvPr id="146" name="Google Shape;1301;p29"/>
              <p:cNvSpPr/>
              <p:nvPr/>
            </p:nvSpPr>
            <p:spPr>
              <a:xfrm rot="13500000">
                <a:off x="-173160" y="-372960"/>
                <a:ext cx="581760" cy="575640"/>
              </a:xfrm>
              <a:custGeom>
                <a:avLst/>
                <a:gdLst>
                  <a:gd name="textAreaLeft" fmla="*/ 0 w 581760"/>
                  <a:gd name="textAreaRight" fmla="*/ 582120 w 581760"/>
                  <a:gd name="textAreaTop" fmla="*/ 0 h 575640"/>
                  <a:gd name="textAreaBottom" fmla="*/ 576000 h 575640"/>
                </a:gdLst>
                <a:ahLst/>
                <a:cxnLst/>
                <a:rect l="textAreaLeft" t="textAreaTop" r="textAreaRight" b="textAreaBottom"/>
                <a:pathLst>
                  <a:path w="36171" h="35790">
                    <a:moveTo>
                      <a:pt x="34030" y="1"/>
                    </a:moveTo>
                    <a:cubicBezTo>
                      <a:pt x="33531" y="1"/>
                      <a:pt x="33032" y="191"/>
                      <a:pt x="32651" y="572"/>
                    </a:cubicBezTo>
                    <a:cubicBezTo>
                      <a:pt x="31890" y="1334"/>
                      <a:pt x="31890" y="2568"/>
                      <a:pt x="32651" y="3330"/>
                    </a:cubicBezTo>
                    <a:cubicBezTo>
                      <a:pt x="33032" y="3711"/>
                      <a:pt x="33531" y="3901"/>
                      <a:pt x="34030" y="3901"/>
                    </a:cubicBezTo>
                    <a:cubicBezTo>
                      <a:pt x="34529" y="3901"/>
                      <a:pt x="35028" y="3711"/>
                      <a:pt x="35409" y="3330"/>
                    </a:cubicBezTo>
                    <a:cubicBezTo>
                      <a:pt x="36171" y="2568"/>
                      <a:pt x="36171" y="1334"/>
                      <a:pt x="35409" y="572"/>
                    </a:cubicBezTo>
                    <a:cubicBezTo>
                      <a:pt x="35028" y="191"/>
                      <a:pt x="34529" y="1"/>
                      <a:pt x="34030" y="1"/>
                    </a:cubicBezTo>
                    <a:close/>
                    <a:moveTo>
                      <a:pt x="27662" y="6385"/>
                    </a:moveTo>
                    <a:cubicBezTo>
                      <a:pt x="27163" y="6385"/>
                      <a:pt x="26664" y="6575"/>
                      <a:pt x="26283" y="6956"/>
                    </a:cubicBezTo>
                    <a:cubicBezTo>
                      <a:pt x="25521" y="7718"/>
                      <a:pt x="25521" y="8952"/>
                      <a:pt x="26283" y="9714"/>
                    </a:cubicBezTo>
                    <a:cubicBezTo>
                      <a:pt x="26664" y="10095"/>
                      <a:pt x="27163" y="10285"/>
                      <a:pt x="27662" y="10285"/>
                    </a:cubicBezTo>
                    <a:cubicBezTo>
                      <a:pt x="28161" y="10285"/>
                      <a:pt x="28660" y="10095"/>
                      <a:pt x="29040" y="9714"/>
                    </a:cubicBezTo>
                    <a:cubicBezTo>
                      <a:pt x="29802" y="8952"/>
                      <a:pt x="29802" y="7718"/>
                      <a:pt x="29040" y="6956"/>
                    </a:cubicBezTo>
                    <a:cubicBezTo>
                      <a:pt x="28660" y="6575"/>
                      <a:pt x="28161" y="6385"/>
                      <a:pt x="27662" y="6385"/>
                    </a:cubicBezTo>
                    <a:close/>
                    <a:moveTo>
                      <a:pt x="21285" y="12753"/>
                    </a:moveTo>
                    <a:cubicBezTo>
                      <a:pt x="20783" y="12753"/>
                      <a:pt x="20280" y="12944"/>
                      <a:pt x="19899" y="13325"/>
                    </a:cubicBezTo>
                    <a:cubicBezTo>
                      <a:pt x="19137" y="14086"/>
                      <a:pt x="19137" y="15336"/>
                      <a:pt x="19899" y="16097"/>
                    </a:cubicBezTo>
                    <a:cubicBezTo>
                      <a:pt x="20280" y="16478"/>
                      <a:pt x="20783" y="16669"/>
                      <a:pt x="21285" y="16669"/>
                    </a:cubicBezTo>
                    <a:cubicBezTo>
                      <a:pt x="21788" y="16669"/>
                      <a:pt x="22291" y="16478"/>
                      <a:pt x="22672" y="16097"/>
                    </a:cubicBezTo>
                    <a:cubicBezTo>
                      <a:pt x="23434" y="15336"/>
                      <a:pt x="23434" y="14086"/>
                      <a:pt x="22672" y="13325"/>
                    </a:cubicBezTo>
                    <a:cubicBezTo>
                      <a:pt x="22291" y="12944"/>
                      <a:pt x="21788" y="12753"/>
                      <a:pt x="21285" y="12753"/>
                    </a:cubicBezTo>
                    <a:close/>
                    <a:moveTo>
                      <a:pt x="14917" y="19128"/>
                    </a:moveTo>
                    <a:cubicBezTo>
                      <a:pt x="14415" y="19128"/>
                      <a:pt x="13913" y="19318"/>
                      <a:pt x="13530" y="19693"/>
                    </a:cubicBezTo>
                    <a:cubicBezTo>
                      <a:pt x="12768" y="20455"/>
                      <a:pt x="12768" y="21689"/>
                      <a:pt x="13530" y="22451"/>
                    </a:cubicBezTo>
                    <a:cubicBezTo>
                      <a:pt x="13911" y="22832"/>
                      <a:pt x="14410" y="23022"/>
                      <a:pt x="14909" y="23022"/>
                    </a:cubicBezTo>
                    <a:cubicBezTo>
                      <a:pt x="15408" y="23022"/>
                      <a:pt x="15907" y="22832"/>
                      <a:pt x="16288" y="22451"/>
                    </a:cubicBezTo>
                    <a:cubicBezTo>
                      <a:pt x="17050" y="21689"/>
                      <a:pt x="17050" y="20455"/>
                      <a:pt x="16288" y="19693"/>
                    </a:cubicBezTo>
                    <a:cubicBezTo>
                      <a:pt x="15909" y="19314"/>
                      <a:pt x="15413" y="19128"/>
                      <a:pt x="14917" y="19128"/>
                    </a:cubicBezTo>
                    <a:close/>
                    <a:moveTo>
                      <a:pt x="8525" y="25506"/>
                    </a:moveTo>
                    <a:cubicBezTo>
                      <a:pt x="8026" y="25506"/>
                      <a:pt x="7527" y="25696"/>
                      <a:pt x="7146" y="26077"/>
                    </a:cubicBezTo>
                    <a:cubicBezTo>
                      <a:pt x="6385" y="26839"/>
                      <a:pt x="6385" y="28073"/>
                      <a:pt x="7146" y="28835"/>
                    </a:cubicBezTo>
                    <a:cubicBezTo>
                      <a:pt x="7527" y="29216"/>
                      <a:pt x="8026" y="29406"/>
                      <a:pt x="8525" y="29406"/>
                    </a:cubicBezTo>
                    <a:cubicBezTo>
                      <a:pt x="9024" y="29406"/>
                      <a:pt x="9523" y="29216"/>
                      <a:pt x="9904" y="28835"/>
                    </a:cubicBezTo>
                    <a:cubicBezTo>
                      <a:pt x="10666" y="28073"/>
                      <a:pt x="10666" y="26839"/>
                      <a:pt x="9904" y="26077"/>
                    </a:cubicBezTo>
                    <a:cubicBezTo>
                      <a:pt x="9523" y="25696"/>
                      <a:pt x="9024" y="25506"/>
                      <a:pt x="8525" y="25506"/>
                    </a:cubicBezTo>
                    <a:close/>
                    <a:moveTo>
                      <a:pt x="2141" y="31874"/>
                    </a:moveTo>
                    <a:cubicBezTo>
                      <a:pt x="1642" y="31874"/>
                      <a:pt x="1143" y="32065"/>
                      <a:pt x="763" y="32446"/>
                    </a:cubicBezTo>
                    <a:cubicBezTo>
                      <a:pt x="1" y="33207"/>
                      <a:pt x="1" y="34457"/>
                      <a:pt x="763" y="35219"/>
                    </a:cubicBezTo>
                    <a:cubicBezTo>
                      <a:pt x="1143" y="35599"/>
                      <a:pt x="1642" y="35790"/>
                      <a:pt x="2141" y="35790"/>
                    </a:cubicBezTo>
                    <a:cubicBezTo>
                      <a:pt x="2640" y="35790"/>
                      <a:pt x="3139" y="35599"/>
                      <a:pt x="3520" y="35219"/>
                    </a:cubicBezTo>
                    <a:cubicBezTo>
                      <a:pt x="4282" y="34457"/>
                      <a:pt x="4282" y="33207"/>
                      <a:pt x="3520" y="32446"/>
                    </a:cubicBezTo>
                    <a:cubicBezTo>
                      <a:pt x="3139" y="32065"/>
                      <a:pt x="2640" y="31874"/>
                      <a:pt x="2141" y="31874"/>
                    </a:cubicBezTo>
                    <a:close/>
                  </a:path>
                </a:pathLst>
              </a:custGeom>
              <a:gradFill rotWithShape="0">
                <a:gsLst>
                  <a:gs pos="0">
                    <a:srgbClr val="EB9109">
                      <a:alpha val="47000"/>
                    </a:srgbClr>
                  </a:gs>
                  <a:gs pos="78000">
                    <a:srgbClr val="F5F8FF">
                      <a:alpha val="47000"/>
                    </a:srgbClr>
                  </a:gs>
                  <a:gs pos="100000">
                    <a:srgbClr val="F5F8FF">
                      <a:alpha val="47000"/>
                    </a:srgbClr>
                  </a:gs>
                </a:gsLst>
                <a:lin ang="189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tIns="91440" bIns="91440" anchor="ctr">
                <a:noAutofit/>
              </a:bodyPr>
              <a:lstStyle/>
              <a:p>
                <a:pPr defTabSz="914400">
                  <a:lnSpc>
                    <a:spcPct val="100000"/>
                  </a:lnSpc>
                  <a:tabLst>
                    <a:tab pos="0" algn="l"/>
                  </a:tabLst>
                </a:pPr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OpenSymbol"/>
                </a:endParaRPr>
              </a:p>
            </p:txBody>
          </p:sp>
        </p:grpSp>
        <p:grpSp>
          <p:nvGrpSpPr>
            <p:cNvPr id="147" name="Google Shape;1302;p29"/>
            <p:cNvGrpSpPr/>
            <p:nvPr/>
          </p:nvGrpSpPr>
          <p:grpSpPr>
            <a:xfrm>
              <a:off x="457560" y="455040"/>
              <a:ext cx="699120" cy="478080"/>
              <a:chOff x="457560" y="455040"/>
              <a:chExt cx="699120" cy="478080"/>
            </a:xfrm>
          </p:grpSpPr>
          <p:grpSp>
            <p:nvGrpSpPr>
              <p:cNvPr id="148" name="Google Shape;1303;p29"/>
              <p:cNvGrpSpPr/>
              <p:nvPr/>
            </p:nvGrpSpPr>
            <p:grpSpPr>
              <a:xfrm>
                <a:off x="457560" y="455040"/>
                <a:ext cx="478080" cy="478080"/>
                <a:chOff x="457560" y="455040"/>
                <a:chExt cx="478080" cy="478080"/>
              </a:xfrm>
            </p:grpSpPr>
            <p:sp>
              <p:nvSpPr>
                <p:cNvPr id="149" name="Google Shape;1304;p29"/>
                <p:cNvSpPr/>
                <p:nvPr/>
              </p:nvSpPr>
              <p:spPr>
                <a:xfrm rot="2700000">
                  <a:off x="523800" y="528480"/>
                  <a:ext cx="345240" cy="330840"/>
                </a:xfrm>
                <a:custGeom>
                  <a:avLst/>
                  <a:gdLst>
                    <a:gd name="textAreaLeft" fmla="*/ 0 w 345240"/>
                    <a:gd name="textAreaRight" fmla="*/ 345600 w 345240"/>
                    <a:gd name="textAreaTop" fmla="*/ 0 h 330840"/>
                    <a:gd name="textAreaBottom" fmla="*/ 331200 h 330840"/>
                  </a:gdLst>
                  <a:ahLst/>
                  <a:cxnLst/>
                  <a:rect l="textAreaLeft" t="textAreaTop" r="textAreaRight" b="textAreaBottom"/>
                  <a:pathLst>
                    <a:path w="36902" h="35337">
                      <a:moveTo>
                        <a:pt x="18449" y="1"/>
                      </a:moveTo>
                      <a:cubicBezTo>
                        <a:pt x="16409" y="1"/>
                        <a:pt x="14368" y="778"/>
                        <a:pt x="12814" y="2332"/>
                      </a:cubicBezTo>
                      <a:lnTo>
                        <a:pt x="3108" y="12037"/>
                      </a:lnTo>
                      <a:cubicBezTo>
                        <a:pt x="0" y="15145"/>
                        <a:pt x="0" y="20189"/>
                        <a:pt x="3108" y="23297"/>
                      </a:cubicBezTo>
                      <a:lnTo>
                        <a:pt x="12814" y="33017"/>
                      </a:lnTo>
                      <a:cubicBezTo>
                        <a:pt x="14368" y="34564"/>
                        <a:pt x="16405" y="35337"/>
                        <a:pt x="18443" y="35337"/>
                      </a:cubicBezTo>
                      <a:cubicBezTo>
                        <a:pt x="20481" y="35337"/>
                        <a:pt x="22519" y="34564"/>
                        <a:pt x="24073" y="33017"/>
                      </a:cubicBezTo>
                      <a:lnTo>
                        <a:pt x="33794" y="23297"/>
                      </a:lnTo>
                      <a:cubicBezTo>
                        <a:pt x="36902" y="20189"/>
                        <a:pt x="36902" y="15145"/>
                        <a:pt x="33794" y="12037"/>
                      </a:cubicBezTo>
                      <a:lnTo>
                        <a:pt x="24073" y="2332"/>
                      </a:lnTo>
                      <a:cubicBezTo>
                        <a:pt x="22527" y="778"/>
                        <a:pt x="20489" y="1"/>
                        <a:pt x="18449" y="1"/>
                      </a:cubicBezTo>
                      <a:close/>
                    </a:path>
                  </a:pathLst>
                </a:custGeom>
                <a:gradFill rotWithShape="0">
                  <a:gsLst>
                    <a:gs pos="0">
                      <a:srgbClr val="F5F8FF"/>
                    </a:gs>
                    <a:gs pos="18000">
                      <a:srgbClr val="F5F8FF"/>
                    </a:gs>
                    <a:gs pos="56000">
                      <a:srgbClr val="FFFFFF">
                        <a:alpha val="0"/>
                      </a:srgbClr>
                    </a:gs>
                    <a:gs pos="74000">
                      <a:srgbClr val="F5F8FF"/>
                    </a:gs>
                    <a:gs pos="100000">
                      <a:srgbClr val="9900FF">
                        <a:alpha val="29000"/>
                      </a:srgbClr>
                    </a:gs>
                  </a:gsLst>
                  <a:path path="circle">
                    <a:fillToRect r="100000" b="100000"/>
                  </a:path>
                </a:gradFill>
                <a:ln w="0"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91440" bIns="91440" anchor="ctr">
                  <a:noAutofit/>
                </a:bodyPr>
                <a:lstStyle/>
                <a:p>
                  <a:pPr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OpenSymbol"/>
                  </a:endParaRPr>
                </a:p>
              </p:txBody>
            </p:sp>
            <p:grpSp>
              <p:nvGrpSpPr>
                <p:cNvPr id="150" name="Google Shape;1305;p29"/>
                <p:cNvGrpSpPr/>
                <p:nvPr/>
              </p:nvGrpSpPr>
              <p:grpSpPr>
                <a:xfrm>
                  <a:off x="502200" y="556200"/>
                  <a:ext cx="387360" cy="222840"/>
                  <a:chOff x="502200" y="556200"/>
                  <a:chExt cx="387360" cy="222840"/>
                </a:xfrm>
              </p:grpSpPr>
              <p:sp>
                <p:nvSpPr>
                  <p:cNvPr id="151" name="Google Shape;1306;p29"/>
                  <p:cNvSpPr/>
                  <p:nvPr/>
                </p:nvSpPr>
                <p:spPr>
                  <a:xfrm rot="2700000">
                    <a:off x="534960" y="588600"/>
                    <a:ext cx="157680" cy="157680"/>
                  </a:xfrm>
                  <a:custGeom>
                    <a:avLst/>
                    <a:gdLst>
                      <a:gd name="textAreaLeft" fmla="*/ 0 w 157680"/>
                      <a:gd name="textAreaRight" fmla="*/ 158040 w 157680"/>
                      <a:gd name="textAreaTop" fmla="*/ 0 h 157680"/>
                      <a:gd name="textAreaBottom" fmla="*/ 158040 h 157680"/>
                    </a:gdLst>
                    <a:ahLst/>
                    <a:cxnLst/>
                    <a:rect l="textAreaLeft" t="textAreaTop" r="textAreaRight" b="textAreaBottom"/>
                    <a:pathLst>
                      <a:path w="27121" h="27121">
                        <a:moveTo>
                          <a:pt x="381" y="1"/>
                        </a:moveTo>
                        <a:lnTo>
                          <a:pt x="0" y="382"/>
                        </a:lnTo>
                        <a:lnTo>
                          <a:pt x="26739" y="27121"/>
                        </a:lnTo>
                        <a:lnTo>
                          <a:pt x="27120" y="26740"/>
                        </a:lnTo>
                        <a:lnTo>
                          <a:pt x="381" y="1"/>
                        </a:lnTo>
                        <a:close/>
                      </a:path>
                    </a:pathLst>
                  </a:custGeom>
                  <a:gradFill rotWithShape="0">
                    <a:gsLst>
                      <a:gs pos="0">
                        <a:srgbClr val="9900FF">
                          <a:alpha val="47000"/>
                        </a:srgbClr>
                      </a:gs>
                      <a:gs pos="100000">
                        <a:srgbClr val="FFFFFF">
                          <a:alpha val="47000"/>
                        </a:srgbClr>
                      </a:gs>
                    </a:gsLst>
                    <a:lin ang="5400000"/>
                  </a:gradFill>
                  <a:ln w="0"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/>
                </p:style>
                <p:txBody>
                  <a:bodyPr tIns="78840" bIns="78840" anchor="ctr">
                    <a:noAutofit/>
                  </a:bodyPr>
                  <a:lstStyle/>
                  <a:p>
                    <a:pPr defTabSz="914400">
                      <a:lnSpc>
                        <a:spcPct val="100000"/>
                      </a:lnSpc>
                      <a:tabLst>
                        <a:tab pos="0" algn="l"/>
                      </a:tabLst>
                    </a:pPr>
                    <a:endParaRPr lang="en-US" sz="1800" b="0" u="none" strike="noStrike">
                      <a:solidFill>
                        <a:srgbClr val="000000"/>
                      </a:solidFill>
                      <a:effectLst/>
                      <a:uFillTx/>
                      <a:latin typeface="OpenSymbol"/>
                    </a:endParaRPr>
                  </a:p>
                </p:txBody>
              </p:sp>
              <p:sp>
                <p:nvSpPr>
                  <p:cNvPr id="152" name="Google Shape;1307;p29"/>
                  <p:cNvSpPr/>
                  <p:nvPr/>
                </p:nvSpPr>
                <p:spPr>
                  <a:xfrm rot="2700000">
                    <a:off x="576000" y="588600"/>
                    <a:ext cx="157680" cy="157680"/>
                  </a:xfrm>
                  <a:custGeom>
                    <a:avLst/>
                    <a:gdLst>
                      <a:gd name="textAreaLeft" fmla="*/ 0 w 157680"/>
                      <a:gd name="textAreaRight" fmla="*/ 158040 w 157680"/>
                      <a:gd name="textAreaTop" fmla="*/ 0 h 157680"/>
                      <a:gd name="textAreaBottom" fmla="*/ 158040 h 157680"/>
                    </a:gdLst>
                    <a:ahLst/>
                    <a:cxnLst/>
                    <a:rect l="textAreaLeft" t="textAreaTop" r="textAreaRight" b="textAreaBottom"/>
                    <a:pathLst>
                      <a:path w="27121" h="27121">
                        <a:moveTo>
                          <a:pt x="366" y="1"/>
                        </a:moveTo>
                        <a:lnTo>
                          <a:pt x="0" y="382"/>
                        </a:lnTo>
                        <a:lnTo>
                          <a:pt x="26739" y="27121"/>
                        </a:lnTo>
                        <a:lnTo>
                          <a:pt x="27120" y="26740"/>
                        </a:lnTo>
                        <a:lnTo>
                          <a:pt x="366" y="1"/>
                        </a:lnTo>
                        <a:close/>
                      </a:path>
                    </a:pathLst>
                  </a:custGeom>
                  <a:gradFill rotWithShape="0">
                    <a:gsLst>
                      <a:gs pos="0">
                        <a:srgbClr val="9900FF">
                          <a:alpha val="47000"/>
                        </a:srgbClr>
                      </a:gs>
                      <a:gs pos="100000">
                        <a:srgbClr val="FFFFFF">
                          <a:alpha val="47000"/>
                        </a:srgbClr>
                      </a:gs>
                    </a:gsLst>
                    <a:lin ang="5400000"/>
                  </a:gradFill>
                  <a:ln w="0"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/>
                </p:style>
                <p:txBody>
                  <a:bodyPr tIns="78840" bIns="78840" anchor="ctr">
                    <a:noAutofit/>
                  </a:bodyPr>
                  <a:lstStyle/>
                  <a:p>
                    <a:pPr defTabSz="914400">
                      <a:lnSpc>
                        <a:spcPct val="100000"/>
                      </a:lnSpc>
                      <a:tabLst>
                        <a:tab pos="0" algn="l"/>
                      </a:tabLst>
                    </a:pPr>
                    <a:endParaRPr lang="en-US" sz="1800" b="0" u="none" strike="noStrike">
                      <a:solidFill>
                        <a:srgbClr val="000000"/>
                      </a:solidFill>
                      <a:effectLst/>
                      <a:uFillTx/>
                      <a:latin typeface="OpenSymbol"/>
                    </a:endParaRPr>
                  </a:p>
                </p:txBody>
              </p:sp>
              <p:sp>
                <p:nvSpPr>
                  <p:cNvPr id="153" name="Google Shape;1308;p29"/>
                  <p:cNvSpPr/>
                  <p:nvPr/>
                </p:nvSpPr>
                <p:spPr>
                  <a:xfrm rot="2700000">
                    <a:off x="617040" y="588600"/>
                    <a:ext cx="157680" cy="157680"/>
                  </a:xfrm>
                  <a:custGeom>
                    <a:avLst/>
                    <a:gdLst>
                      <a:gd name="textAreaLeft" fmla="*/ 0 w 157680"/>
                      <a:gd name="textAreaRight" fmla="*/ 158040 w 157680"/>
                      <a:gd name="textAreaTop" fmla="*/ 0 h 157680"/>
                      <a:gd name="textAreaBottom" fmla="*/ 158040 h 157680"/>
                    </a:gdLst>
                    <a:ahLst/>
                    <a:cxnLst/>
                    <a:rect l="textAreaLeft" t="textAreaTop" r="textAreaRight" b="textAreaBottom"/>
                    <a:pathLst>
                      <a:path w="27121" h="27121">
                        <a:moveTo>
                          <a:pt x="366" y="1"/>
                        </a:moveTo>
                        <a:lnTo>
                          <a:pt x="1" y="381"/>
                        </a:lnTo>
                        <a:lnTo>
                          <a:pt x="26740" y="27120"/>
                        </a:lnTo>
                        <a:lnTo>
                          <a:pt x="27121" y="26755"/>
                        </a:lnTo>
                        <a:lnTo>
                          <a:pt x="366" y="1"/>
                        </a:lnTo>
                        <a:close/>
                      </a:path>
                    </a:pathLst>
                  </a:custGeom>
                  <a:gradFill rotWithShape="0">
                    <a:gsLst>
                      <a:gs pos="0">
                        <a:srgbClr val="9900FF">
                          <a:alpha val="47000"/>
                        </a:srgbClr>
                      </a:gs>
                      <a:gs pos="100000">
                        <a:srgbClr val="FFFFFF">
                          <a:alpha val="47000"/>
                        </a:srgbClr>
                      </a:gs>
                    </a:gsLst>
                    <a:lin ang="5400000"/>
                  </a:gradFill>
                  <a:ln w="0"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/>
                </p:style>
                <p:txBody>
                  <a:bodyPr tIns="78840" bIns="78840" anchor="ctr">
                    <a:noAutofit/>
                  </a:bodyPr>
                  <a:lstStyle/>
                  <a:p>
                    <a:pPr defTabSz="914400">
                      <a:lnSpc>
                        <a:spcPct val="100000"/>
                      </a:lnSpc>
                      <a:tabLst>
                        <a:tab pos="0" algn="l"/>
                      </a:tabLst>
                    </a:pPr>
                    <a:endParaRPr lang="en-US" sz="1800" b="0" u="none" strike="noStrike">
                      <a:solidFill>
                        <a:srgbClr val="000000"/>
                      </a:solidFill>
                      <a:effectLst/>
                      <a:uFillTx/>
                      <a:latin typeface="OpenSymbol"/>
                    </a:endParaRPr>
                  </a:p>
                </p:txBody>
              </p:sp>
              <p:sp>
                <p:nvSpPr>
                  <p:cNvPr id="154" name="Google Shape;1309;p29"/>
                  <p:cNvSpPr/>
                  <p:nvPr/>
                </p:nvSpPr>
                <p:spPr>
                  <a:xfrm rot="2700000">
                    <a:off x="658080" y="588600"/>
                    <a:ext cx="157680" cy="157680"/>
                  </a:xfrm>
                  <a:custGeom>
                    <a:avLst/>
                    <a:gdLst>
                      <a:gd name="textAreaLeft" fmla="*/ 0 w 157680"/>
                      <a:gd name="textAreaRight" fmla="*/ 158040 w 157680"/>
                      <a:gd name="textAreaTop" fmla="*/ 0 h 157680"/>
                      <a:gd name="textAreaBottom" fmla="*/ 158040 h 157680"/>
                    </a:gdLst>
                    <a:ahLst/>
                    <a:cxnLst/>
                    <a:rect l="textAreaLeft" t="textAreaTop" r="textAreaRight" b="textAreaBottom"/>
                    <a:pathLst>
                      <a:path w="27121" h="27121">
                        <a:moveTo>
                          <a:pt x="381" y="1"/>
                        </a:moveTo>
                        <a:lnTo>
                          <a:pt x="0" y="382"/>
                        </a:lnTo>
                        <a:lnTo>
                          <a:pt x="26755" y="27121"/>
                        </a:lnTo>
                        <a:lnTo>
                          <a:pt x="27120" y="26755"/>
                        </a:lnTo>
                        <a:lnTo>
                          <a:pt x="381" y="1"/>
                        </a:lnTo>
                        <a:close/>
                      </a:path>
                    </a:pathLst>
                  </a:custGeom>
                  <a:gradFill rotWithShape="0">
                    <a:gsLst>
                      <a:gs pos="0">
                        <a:srgbClr val="9900FF">
                          <a:alpha val="47000"/>
                        </a:srgbClr>
                      </a:gs>
                      <a:gs pos="100000">
                        <a:srgbClr val="FFFFFF">
                          <a:alpha val="47000"/>
                        </a:srgbClr>
                      </a:gs>
                    </a:gsLst>
                    <a:lin ang="5400000"/>
                  </a:gradFill>
                  <a:ln w="0"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/>
                </p:style>
                <p:txBody>
                  <a:bodyPr tIns="78840" bIns="78840" anchor="ctr">
                    <a:noAutofit/>
                  </a:bodyPr>
                  <a:lstStyle/>
                  <a:p>
                    <a:pPr defTabSz="914400">
                      <a:lnSpc>
                        <a:spcPct val="100000"/>
                      </a:lnSpc>
                      <a:tabLst>
                        <a:tab pos="0" algn="l"/>
                      </a:tabLst>
                    </a:pPr>
                    <a:endParaRPr lang="en-US" sz="1800" b="0" u="none" strike="noStrike">
                      <a:solidFill>
                        <a:srgbClr val="000000"/>
                      </a:solidFill>
                      <a:effectLst/>
                      <a:uFillTx/>
                      <a:latin typeface="OpenSymbol"/>
                    </a:endParaRPr>
                  </a:p>
                </p:txBody>
              </p:sp>
              <p:sp>
                <p:nvSpPr>
                  <p:cNvPr id="155" name="Google Shape;1310;p29"/>
                  <p:cNvSpPr/>
                  <p:nvPr/>
                </p:nvSpPr>
                <p:spPr>
                  <a:xfrm rot="2700000">
                    <a:off x="699120" y="588600"/>
                    <a:ext cx="157680" cy="157680"/>
                  </a:xfrm>
                  <a:custGeom>
                    <a:avLst/>
                    <a:gdLst>
                      <a:gd name="textAreaLeft" fmla="*/ 0 w 157680"/>
                      <a:gd name="textAreaRight" fmla="*/ 158040 w 157680"/>
                      <a:gd name="textAreaTop" fmla="*/ 0 h 157680"/>
                      <a:gd name="textAreaBottom" fmla="*/ 158040 h 157680"/>
                    </a:gdLst>
                    <a:ahLst/>
                    <a:cxnLst/>
                    <a:rect l="textAreaLeft" t="textAreaTop" r="textAreaRight" b="textAreaBottom"/>
                    <a:pathLst>
                      <a:path w="27121" h="27121">
                        <a:moveTo>
                          <a:pt x="382" y="1"/>
                        </a:moveTo>
                        <a:lnTo>
                          <a:pt x="1" y="382"/>
                        </a:lnTo>
                        <a:lnTo>
                          <a:pt x="26740" y="27121"/>
                        </a:lnTo>
                        <a:lnTo>
                          <a:pt x="27121" y="26740"/>
                        </a:lnTo>
                        <a:lnTo>
                          <a:pt x="382" y="1"/>
                        </a:lnTo>
                        <a:close/>
                      </a:path>
                    </a:pathLst>
                  </a:custGeom>
                  <a:gradFill rotWithShape="0">
                    <a:gsLst>
                      <a:gs pos="0">
                        <a:srgbClr val="9900FF">
                          <a:alpha val="47000"/>
                        </a:srgbClr>
                      </a:gs>
                      <a:gs pos="100000">
                        <a:srgbClr val="FFFFFF">
                          <a:alpha val="47000"/>
                        </a:srgbClr>
                      </a:gs>
                    </a:gsLst>
                    <a:lin ang="5400000"/>
                  </a:gradFill>
                  <a:ln w="0"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/>
                </p:style>
                <p:txBody>
                  <a:bodyPr tIns="78840" bIns="78840" anchor="ctr">
                    <a:noAutofit/>
                  </a:bodyPr>
                  <a:lstStyle/>
                  <a:p>
                    <a:pPr defTabSz="914400">
                      <a:lnSpc>
                        <a:spcPct val="100000"/>
                      </a:lnSpc>
                      <a:tabLst>
                        <a:tab pos="0" algn="l"/>
                      </a:tabLst>
                    </a:pPr>
                    <a:endParaRPr lang="en-US" sz="1800" b="0" u="none" strike="noStrike">
                      <a:solidFill>
                        <a:srgbClr val="000000"/>
                      </a:solidFill>
                      <a:effectLst/>
                      <a:uFillTx/>
                      <a:latin typeface="OpenSymbol"/>
                    </a:endParaRPr>
                  </a:p>
                </p:txBody>
              </p:sp>
            </p:grpSp>
          </p:grpSp>
          <p:sp>
            <p:nvSpPr>
              <p:cNvPr id="156" name="Google Shape;1311;p29"/>
              <p:cNvSpPr/>
              <p:nvPr/>
            </p:nvSpPr>
            <p:spPr>
              <a:xfrm rot="18900000">
                <a:off x="788760" y="534600"/>
                <a:ext cx="324360" cy="257760"/>
              </a:xfrm>
              <a:custGeom>
                <a:avLst/>
                <a:gdLst>
                  <a:gd name="textAreaLeft" fmla="*/ 0 w 324360"/>
                  <a:gd name="textAreaRight" fmla="*/ 324720 w 324360"/>
                  <a:gd name="textAreaTop" fmla="*/ 0 h 257760"/>
                  <a:gd name="textAreaBottom" fmla="*/ 258120 h 257760"/>
                </a:gdLst>
                <a:ahLst/>
                <a:cxnLst/>
                <a:rect l="textAreaLeft" t="textAreaTop" r="textAreaRight" b="textAreaBottom"/>
                <a:pathLst>
                  <a:path w="44612" h="35440">
                    <a:moveTo>
                      <a:pt x="40817" y="1"/>
                    </a:moveTo>
                    <a:lnTo>
                      <a:pt x="37420" y="3383"/>
                    </a:lnTo>
                    <a:lnTo>
                      <a:pt x="41213" y="7177"/>
                    </a:lnTo>
                    <a:lnTo>
                      <a:pt x="44611" y="3779"/>
                    </a:lnTo>
                    <a:lnTo>
                      <a:pt x="40817" y="1"/>
                    </a:lnTo>
                    <a:close/>
                    <a:moveTo>
                      <a:pt x="22184" y="4099"/>
                    </a:moveTo>
                    <a:lnTo>
                      <a:pt x="18801" y="7482"/>
                    </a:lnTo>
                    <a:lnTo>
                      <a:pt x="22595" y="11275"/>
                    </a:lnTo>
                    <a:lnTo>
                      <a:pt x="25978" y="7878"/>
                    </a:lnTo>
                    <a:lnTo>
                      <a:pt x="22184" y="4099"/>
                    </a:lnTo>
                    <a:close/>
                    <a:moveTo>
                      <a:pt x="15983" y="10300"/>
                    </a:moveTo>
                    <a:lnTo>
                      <a:pt x="12585" y="13698"/>
                    </a:lnTo>
                    <a:lnTo>
                      <a:pt x="16379" y="17476"/>
                    </a:lnTo>
                    <a:lnTo>
                      <a:pt x="19776" y="14094"/>
                    </a:lnTo>
                    <a:lnTo>
                      <a:pt x="15983" y="10300"/>
                    </a:lnTo>
                    <a:close/>
                    <a:moveTo>
                      <a:pt x="9431" y="16852"/>
                    </a:moveTo>
                    <a:lnTo>
                      <a:pt x="6034" y="20249"/>
                    </a:lnTo>
                    <a:lnTo>
                      <a:pt x="15190" y="29406"/>
                    </a:lnTo>
                    <a:lnTo>
                      <a:pt x="18588" y="26008"/>
                    </a:lnTo>
                    <a:lnTo>
                      <a:pt x="9431" y="16852"/>
                    </a:lnTo>
                    <a:close/>
                    <a:moveTo>
                      <a:pt x="3383" y="22885"/>
                    </a:moveTo>
                    <a:lnTo>
                      <a:pt x="0" y="26283"/>
                    </a:lnTo>
                    <a:lnTo>
                      <a:pt x="9157" y="35440"/>
                    </a:lnTo>
                    <a:lnTo>
                      <a:pt x="12555" y="32057"/>
                    </a:lnTo>
                    <a:lnTo>
                      <a:pt x="3383" y="22885"/>
                    </a:lnTo>
                    <a:close/>
                  </a:path>
                </a:pathLst>
              </a:custGeom>
              <a:gradFill rotWithShape="0">
                <a:gsLst>
                  <a:gs pos="0">
                    <a:srgbClr val="9900FF">
                      <a:alpha val="47000"/>
                    </a:srgbClr>
                  </a:gs>
                  <a:gs pos="100000">
                    <a:srgbClr val="FFFFFF">
                      <a:alpha val="0"/>
                    </a:srgbClr>
                  </a:gs>
                </a:gsLst>
                <a:path path="circle">
                  <a:fillToRect l="50000" t="50000" r="50000" b="50000"/>
                </a:path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tIns="91440" bIns="91440" anchor="ctr">
                <a:noAutofit/>
              </a:bodyPr>
              <a:lstStyle/>
              <a:p>
                <a:pPr defTabSz="914400">
                  <a:lnSpc>
                    <a:spcPct val="100000"/>
                  </a:lnSpc>
                  <a:tabLst>
                    <a:tab pos="0" algn="l"/>
                  </a:tabLst>
                </a:pPr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OpenSymbol"/>
                </a:endParaRPr>
              </a:p>
            </p:txBody>
          </p:sp>
        </p:grpSp>
        <p:grpSp>
          <p:nvGrpSpPr>
            <p:cNvPr id="157" name="Google Shape;1312;p29"/>
            <p:cNvGrpSpPr/>
            <p:nvPr/>
          </p:nvGrpSpPr>
          <p:grpSpPr>
            <a:xfrm>
              <a:off x="-46800" y="511560"/>
              <a:ext cx="699120" cy="478080"/>
              <a:chOff x="-46800" y="511560"/>
              <a:chExt cx="699120" cy="478080"/>
            </a:xfrm>
          </p:grpSpPr>
          <p:grpSp>
            <p:nvGrpSpPr>
              <p:cNvPr id="158" name="Google Shape;1313;p29"/>
              <p:cNvGrpSpPr/>
              <p:nvPr/>
            </p:nvGrpSpPr>
            <p:grpSpPr>
              <a:xfrm>
                <a:off x="-46800" y="511560"/>
                <a:ext cx="478080" cy="478080"/>
                <a:chOff x="-46800" y="511560"/>
                <a:chExt cx="478080" cy="478080"/>
              </a:xfrm>
            </p:grpSpPr>
            <p:sp>
              <p:nvSpPr>
                <p:cNvPr id="159" name="Google Shape;1314;p29"/>
                <p:cNvSpPr/>
                <p:nvPr/>
              </p:nvSpPr>
              <p:spPr>
                <a:xfrm rot="2700000">
                  <a:off x="19440" y="585000"/>
                  <a:ext cx="345240" cy="330840"/>
                </a:xfrm>
                <a:custGeom>
                  <a:avLst/>
                  <a:gdLst>
                    <a:gd name="textAreaLeft" fmla="*/ 0 w 345240"/>
                    <a:gd name="textAreaRight" fmla="*/ 345600 w 345240"/>
                    <a:gd name="textAreaTop" fmla="*/ 0 h 330840"/>
                    <a:gd name="textAreaBottom" fmla="*/ 331200 h 330840"/>
                  </a:gdLst>
                  <a:ahLst/>
                  <a:cxnLst/>
                  <a:rect l="textAreaLeft" t="textAreaTop" r="textAreaRight" b="textAreaBottom"/>
                  <a:pathLst>
                    <a:path w="36902" h="35337">
                      <a:moveTo>
                        <a:pt x="18449" y="1"/>
                      </a:moveTo>
                      <a:cubicBezTo>
                        <a:pt x="16409" y="1"/>
                        <a:pt x="14368" y="778"/>
                        <a:pt x="12814" y="2332"/>
                      </a:cubicBezTo>
                      <a:lnTo>
                        <a:pt x="3108" y="12037"/>
                      </a:lnTo>
                      <a:cubicBezTo>
                        <a:pt x="0" y="15145"/>
                        <a:pt x="0" y="20189"/>
                        <a:pt x="3108" y="23297"/>
                      </a:cubicBezTo>
                      <a:lnTo>
                        <a:pt x="12814" y="33017"/>
                      </a:lnTo>
                      <a:cubicBezTo>
                        <a:pt x="14368" y="34564"/>
                        <a:pt x="16405" y="35337"/>
                        <a:pt x="18443" y="35337"/>
                      </a:cubicBezTo>
                      <a:cubicBezTo>
                        <a:pt x="20481" y="35337"/>
                        <a:pt x="22519" y="34564"/>
                        <a:pt x="24073" y="33017"/>
                      </a:cubicBezTo>
                      <a:lnTo>
                        <a:pt x="33794" y="23297"/>
                      </a:lnTo>
                      <a:cubicBezTo>
                        <a:pt x="36902" y="20189"/>
                        <a:pt x="36902" y="15145"/>
                        <a:pt x="33794" y="12037"/>
                      </a:cubicBezTo>
                      <a:lnTo>
                        <a:pt x="24073" y="2332"/>
                      </a:lnTo>
                      <a:cubicBezTo>
                        <a:pt x="22527" y="778"/>
                        <a:pt x="20489" y="1"/>
                        <a:pt x="18449" y="1"/>
                      </a:cubicBezTo>
                      <a:close/>
                    </a:path>
                  </a:pathLst>
                </a:custGeom>
                <a:gradFill rotWithShape="0">
                  <a:gsLst>
                    <a:gs pos="0">
                      <a:srgbClr val="F5F8FF"/>
                    </a:gs>
                    <a:gs pos="18000">
                      <a:srgbClr val="F5F8FF"/>
                    </a:gs>
                    <a:gs pos="56000">
                      <a:srgbClr val="FFFFFF">
                        <a:alpha val="0"/>
                      </a:srgbClr>
                    </a:gs>
                    <a:gs pos="74000">
                      <a:srgbClr val="F5F8FF"/>
                    </a:gs>
                    <a:gs pos="100000">
                      <a:srgbClr val="9900FF">
                        <a:alpha val="29000"/>
                      </a:srgbClr>
                    </a:gs>
                  </a:gsLst>
                  <a:path path="circle">
                    <a:fillToRect r="100000" b="100000"/>
                  </a:path>
                </a:gradFill>
                <a:ln w="0"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91440" bIns="91440" anchor="ctr">
                  <a:noAutofit/>
                </a:bodyPr>
                <a:lstStyle/>
                <a:p>
                  <a:pPr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OpenSymbol"/>
                  </a:endParaRPr>
                </a:p>
              </p:txBody>
            </p:sp>
            <p:grpSp>
              <p:nvGrpSpPr>
                <p:cNvPr id="160" name="Google Shape;1315;p29"/>
                <p:cNvGrpSpPr/>
                <p:nvPr/>
              </p:nvGrpSpPr>
              <p:grpSpPr>
                <a:xfrm>
                  <a:off x="-1800" y="612360"/>
                  <a:ext cx="387360" cy="223200"/>
                  <a:chOff x="-1800" y="612360"/>
                  <a:chExt cx="387360" cy="223200"/>
                </a:xfrm>
              </p:grpSpPr>
              <p:sp>
                <p:nvSpPr>
                  <p:cNvPr id="161" name="Google Shape;1316;p29"/>
                  <p:cNvSpPr/>
                  <p:nvPr/>
                </p:nvSpPr>
                <p:spPr>
                  <a:xfrm rot="2700000">
                    <a:off x="30600" y="644760"/>
                    <a:ext cx="157680" cy="157680"/>
                  </a:xfrm>
                  <a:custGeom>
                    <a:avLst/>
                    <a:gdLst>
                      <a:gd name="textAreaLeft" fmla="*/ 0 w 157680"/>
                      <a:gd name="textAreaRight" fmla="*/ 158040 w 157680"/>
                      <a:gd name="textAreaTop" fmla="*/ 0 h 157680"/>
                      <a:gd name="textAreaBottom" fmla="*/ 158040 h 157680"/>
                    </a:gdLst>
                    <a:ahLst/>
                    <a:cxnLst/>
                    <a:rect l="textAreaLeft" t="textAreaTop" r="textAreaRight" b="textAreaBottom"/>
                    <a:pathLst>
                      <a:path w="27121" h="27121">
                        <a:moveTo>
                          <a:pt x="381" y="1"/>
                        </a:moveTo>
                        <a:lnTo>
                          <a:pt x="0" y="382"/>
                        </a:lnTo>
                        <a:lnTo>
                          <a:pt x="26739" y="27121"/>
                        </a:lnTo>
                        <a:lnTo>
                          <a:pt x="27120" y="26740"/>
                        </a:lnTo>
                        <a:lnTo>
                          <a:pt x="381" y="1"/>
                        </a:lnTo>
                        <a:close/>
                      </a:path>
                    </a:pathLst>
                  </a:custGeom>
                  <a:gradFill rotWithShape="0">
                    <a:gsLst>
                      <a:gs pos="0">
                        <a:srgbClr val="9900FF">
                          <a:alpha val="47000"/>
                        </a:srgbClr>
                      </a:gs>
                      <a:gs pos="100000">
                        <a:srgbClr val="FFFFFF">
                          <a:alpha val="47000"/>
                        </a:srgbClr>
                      </a:gs>
                    </a:gsLst>
                    <a:lin ang="5400000"/>
                  </a:gradFill>
                  <a:ln w="0"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/>
                </p:style>
                <p:txBody>
                  <a:bodyPr tIns="78840" bIns="78840" anchor="ctr">
                    <a:noAutofit/>
                  </a:bodyPr>
                  <a:lstStyle/>
                  <a:p>
                    <a:pPr defTabSz="914400">
                      <a:lnSpc>
                        <a:spcPct val="100000"/>
                      </a:lnSpc>
                      <a:tabLst>
                        <a:tab pos="0" algn="l"/>
                      </a:tabLst>
                    </a:pPr>
                    <a:endParaRPr lang="en-US" sz="1800" b="0" u="none" strike="noStrike">
                      <a:solidFill>
                        <a:srgbClr val="000000"/>
                      </a:solidFill>
                      <a:effectLst/>
                      <a:uFillTx/>
                      <a:latin typeface="OpenSymbol"/>
                    </a:endParaRPr>
                  </a:p>
                </p:txBody>
              </p:sp>
              <p:sp>
                <p:nvSpPr>
                  <p:cNvPr id="162" name="Google Shape;1317;p29"/>
                  <p:cNvSpPr/>
                  <p:nvPr/>
                </p:nvSpPr>
                <p:spPr>
                  <a:xfrm rot="2700000">
                    <a:off x="71640" y="645120"/>
                    <a:ext cx="157680" cy="157680"/>
                  </a:xfrm>
                  <a:custGeom>
                    <a:avLst/>
                    <a:gdLst>
                      <a:gd name="textAreaLeft" fmla="*/ 0 w 157680"/>
                      <a:gd name="textAreaRight" fmla="*/ 158040 w 157680"/>
                      <a:gd name="textAreaTop" fmla="*/ 0 h 157680"/>
                      <a:gd name="textAreaBottom" fmla="*/ 158040 h 157680"/>
                    </a:gdLst>
                    <a:ahLst/>
                    <a:cxnLst/>
                    <a:rect l="textAreaLeft" t="textAreaTop" r="textAreaRight" b="textAreaBottom"/>
                    <a:pathLst>
                      <a:path w="27121" h="27121">
                        <a:moveTo>
                          <a:pt x="366" y="1"/>
                        </a:moveTo>
                        <a:lnTo>
                          <a:pt x="0" y="382"/>
                        </a:lnTo>
                        <a:lnTo>
                          <a:pt x="26739" y="27121"/>
                        </a:lnTo>
                        <a:lnTo>
                          <a:pt x="27120" y="26740"/>
                        </a:lnTo>
                        <a:lnTo>
                          <a:pt x="366" y="1"/>
                        </a:lnTo>
                        <a:close/>
                      </a:path>
                    </a:pathLst>
                  </a:custGeom>
                  <a:gradFill rotWithShape="0">
                    <a:gsLst>
                      <a:gs pos="0">
                        <a:srgbClr val="9900FF">
                          <a:alpha val="47000"/>
                        </a:srgbClr>
                      </a:gs>
                      <a:gs pos="100000">
                        <a:srgbClr val="FFFFFF">
                          <a:alpha val="47000"/>
                        </a:srgbClr>
                      </a:gs>
                    </a:gsLst>
                    <a:lin ang="5400000"/>
                  </a:gradFill>
                  <a:ln w="0"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/>
                </p:style>
                <p:txBody>
                  <a:bodyPr tIns="78840" bIns="78840" anchor="ctr">
                    <a:noAutofit/>
                  </a:bodyPr>
                  <a:lstStyle/>
                  <a:p>
                    <a:pPr defTabSz="914400">
                      <a:lnSpc>
                        <a:spcPct val="100000"/>
                      </a:lnSpc>
                      <a:tabLst>
                        <a:tab pos="0" algn="l"/>
                      </a:tabLst>
                    </a:pPr>
                    <a:endParaRPr lang="en-US" sz="1800" b="0" u="none" strike="noStrike">
                      <a:solidFill>
                        <a:srgbClr val="000000"/>
                      </a:solidFill>
                      <a:effectLst/>
                      <a:uFillTx/>
                      <a:latin typeface="OpenSymbol"/>
                    </a:endParaRPr>
                  </a:p>
                </p:txBody>
              </p:sp>
              <p:sp>
                <p:nvSpPr>
                  <p:cNvPr id="163" name="Google Shape;1318;p29"/>
                  <p:cNvSpPr/>
                  <p:nvPr/>
                </p:nvSpPr>
                <p:spPr>
                  <a:xfrm rot="2700000">
                    <a:off x="112680" y="644760"/>
                    <a:ext cx="157680" cy="157680"/>
                  </a:xfrm>
                  <a:custGeom>
                    <a:avLst/>
                    <a:gdLst>
                      <a:gd name="textAreaLeft" fmla="*/ 0 w 157680"/>
                      <a:gd name="textAreaRight" fmla="*/ 158040 w 157680"/>
                      <a:gd name="textAreaTop" fmla="*/ 0 h 157680"/>
                      <a:gd name="textAreaBottom" fmla="*/ 158040 h 157680"/>
                    </a:gdLst>
                    <a:ahLst/>
                    <a:cxnLst/>
                    <a:rect l="textAreaLeft" t="textAreaTop" r="textAreaRight" b="textAreaBottom"/>
                    <a:pathLst>
                      <a:path w="27121" h="27121">
                        <a:moveTo>
                          <a:pt x="366" y="1"/>
                        </a:moveTo>
                        <a:lnTo>
                          <a:pt x="1" y="381"/>
                        </a:lnTo>
                        <a:lnTo>
                          <a:pt x="26740" y="27120"/>
                        </a:lnTo>
                        <a:lnTo>
                          <a:pt x="27121" y="26755"/>
                        </a:lnTo>
                        <a:lnTo>
                          <a:pt x="366" y="1"/>
                        </a:lnTo>
                        <a:close/>
                      </a:path>
                    </a:pathLst>
                  </a:custGeom>
                  <a:gradFill rotWithShape="0">
                    <a:gsLst>
                      <a:gs pos="0">
                        <a:srgbClr val="9900FF">
                          <a:alpha val="47000"/>
                        </a:srgbClr>
                      </a:gs>
                      <a:gs pos="100000">
                        <a:srgbClr val="FFFFFF">
                          <a:alpha val="47000"/>
                        </a:srgbClr>
                      </a:gs>
                    </a:gsLst>
                    <a:lin ang="5400000"/>
                  </a:gradFill>
                  <a:ln w="0"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/>
                </p:style>
                <p:txBody>
                  <a:bodyPr tIns="78840" bIns="78840" anchor="ctr">
                    <a:noAutofit/>
                  </a:bodyPr>
                  <a:lstStyle/>
                  <a:p>
                    <a:pPr defTabSz="914400">
                      <a:lnSpc>
                        <a:spcPct val="100000"/>
                      </a:lnSpc>
                      <a:tabLst>
                        <a:tab pos="0" algn="l"/>
                      </a:tabLst>
                    </a:pPr>
                    <a:endParaRPr lang="en-US" sz="1800" b="0" u="none" strike="noStrike">
                      <a:solidFill>
                        <a:srgbClr val="000000"/>
                      </a:solidFill>
                      <a:effectLst/>
                      <a:uFillTx/>
                      <a:latin typeface="OpenSymbol"/>
                    </a:endParaRPr>
                  </a:p>
                </p:txBody>
              </p:sp>
              <p:sp>
                <p:nvSpPr>
                  <p:cNvPr id="164" name="Google Shape;1319;p29"/>
                  <p:cNvSpPr/>
                  <p:nvPr/>
                </p:nvSpPr>
                <p:spPr>
                  <a:xfrm rot="2700000">
                    <a:off x="153720" y="644760"/>
                    <a:ext cx="157680" cy="157680"/>
                  </a:xfrm>
                  <a:custGeom>
                    <a:avLst/>
                    <a:gdLst>
                      <a:gd name="textAreaLeft" fmla="*/ 0 w 157680"/>
                      <a:gd name="textAreaRight" fmla="*/ 158040 w 157680"/>
                      <a:gd name="textAreaTop" fmla="*/ 0 h 157680"/>
                      <a:gd name="textAreaBottom" fmla="*/ 158040 h 157680"/>
                    </a:gdLst>
                    <a:ahLst/>
                    <a:cxnLst/>
                    <a:rect l="textAreaLeft" t="textAreaTop" r="textAreaRight" b="textAreaBottom"/>
                    <a:pathLst>
                      <a:path w="27121" h="27121">
                        <a:moveTo>
                          <a:pt x="381" y="1"/>
                        </a:moveTo>
                        <a:lnTo>
                          <a:pt x="0" y="382"/>
                        </a:lnTo>
                        <a:lnTo>
                          <a:pt x="26755" y="27121"/>
                        </a:lnTo>
                        <a:lnTo>
                          <a:pt x="27120" y="26755"/>
                        </a:lnTo>
                        <a:lnTo>
                          <a:pt x="381" y="1"/>
                        </a:lnTo>
                        <a:close/>
                      </a:path>
                    </a:pathLst>
                  </a:custGeom>
                  <a:gradFill rotWithShape="0">
                    <a:gsLst>
                      <a:gs pos="0">
                        <a:srgbClr val="9900FF">
                          <a:alpha val="47000"/>
                        </a:srgbClr>
                      </a:gs>
                      <a:gs pos="100000">
                        <a:srgbClr val="FFFFFF">
                          <a:alpha val="47000"/>
                        </a:srgbClr>
                      </a:gs>
                    </a:gsLst>
                    <a:lin ang="5400000"/>
                  </a:gradFill>
                  <a:ln w="0"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/>
                </p:style>
                <p:txBody>
                  <a:bodyPr tIns="78840" bIns="78840" anchor="ctr">
                    <a:noAutofit/>
                  </a:bodyPr>
                  <a:lstStyle/>
                  <a:p>
                    <a:pPr defTabSz="914400">
                      <a:lnSpc>
                        <a:spcPct val="100000"/>
                      </a:lnSpc>
                      <a:tabLst>
                        <a:tab pos="0" algn="l"/>
                      </a:tabLst>
                    </a:pPr>
                    <a:endParaRPr lang="en-US" sz="1800" b="0" u="none" strike="noStrike">
                      <a:solidFill>
                        <a:srgbClr val="000000"/>
                      </a:solidFill>
                      <a:effectLst/>
                      <a:uFillTx/>
                      <a:latin typeface="OpenSymbol"/>
                    </a:endParaRPr>
                  </a:p>
                </p:txBody>
              </p:sp>
              <p:sp>
                <p:nvSpPr>
                  <p:cNvPr id="165" name="Google Shape;1320;p29"/>
                  <p:cNvSpPr/>
                  <p:nvPr/>
                </p:nvSpPr>
                <p:spPr>
                  <a:xfrm rot="2700000">
                    <a:off x="195120" y="645120"/>
                    <a:ext cx="157680" cy="157680"/>
                  </a:xfrm>
                  <a:custGeom>
                    <a:avLst/>
                    <a:gdLst>
                      <a:gd name="textAreaLeft" fmla="*/ 0 w 157680"/>
                      <a:gd name="textAreaRight" fmla="*/ 158040 w 157680"/>
                      <a:gd name="textAreaTop" fmla="*/ 0 h 157680"/>
                      <a:gd name="textAreaBottom" fmla="*/ 158040 h 157680"/>
                    </a:gdLst>
                    <a:ahLst/>
                    <a:cxnLst/>
                    <a:rect l="textAreaLeft" t="textAreaTop" r="textAreaRight" b="textAreaBottom"/>
                    <a:pathLst>
                      <a:path w="27121" h="27121">
                        <a:moveTo>
                          <a:pt x="382" y="1"/>
                        </a:moveTo>
                        <a:lnTo>
                          <a:pt x="1" y="382"/>
                        </a:lnTo>
                        <a:lnTo>
                          <a:pt x="26740" y="27121"/>
                        </a:lnTo>
                        <a:lnTo>
                          <a:pt x="27121" y="26740"/>
                        </a:lnTo>
                        <a:lnTo>
                          <a:pt x="382" y="1"/>
                        </a:lnTo>
                        <a:close/>
                      </a:path>
                    </a:pathLst>
                  </a:custGeom>
                  <a:gradFill rotWithShape="0">
                    <a:gsLst>
                      <a:gs pos="0">
                        <a:srgbClr val="9900FF">
                          <a:alpha val="47000"/>
                        </a:srgbClr>
                      </a:gs>
                      <a:gs pos="100000">
                        <a:srgbClr val="FFFFFF">
                          <a:alpha val="47000"/>
                        </a:srgbClr>
                      </a:gs>
                    </a:gsLst>
                    <a:lin ang="5400000"/>
                  </a:gradFill>
                  <a:ln w="0"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/>
                </p:style>
                <p:txBody>
                  <a:bodyPr tIns="78840" bIns="78840" anchor="ctr">
                    <a:noAutofit/>
                  </a:bodyPr>
                  <a:lstStyle/>
                  <a:p>
                    <a:pPr defTabSz="914400">
                      <a:lnSpc>
                        <a:spcPct val="100000"/>
                      </a:lnSpc>
                      <a:tabLst>
                        <a:tab pos="0" algn="l"/>
                      </a:tabLst>
                    </a:pPr>
                    <a:endParaRPr lang="en-US" sz="1800" b="0" u="none" strike="noStrike">
                      <a:solidFill>
                        <a:srgbClr val="000000"/>
                      </a:solidFill>
                      <a:effectLst/>
                      <a:uFillTx/>
                      <a:latin typeface="OpenSymbol"/>
                    </a:endParaRPr>
                  </a:p>
                </p:txBody>
              </p:sp>
            </p:grpSp>
          </p:grpSp>
          <p:sp>
            <p:nvSpPr>
              <p:cNvPr id="166" name="Google Shape;1321;p29"/>
              <p:cNvSpPr/>
              <p:nvPr/>
            </p:nvSpPr>
            <p:spPr>
              <a:xfrm rot="18900000">
                <a:off x="284400" y="590760"/>
                <a:ext cx="324360" cy="257760"/>
              </a:xfrm>
              <a:custGeom>
                <a:avLst/>
                <a:gdLst>
                  <a:gd name="textAreaLeft" fmla="*/ 0 w 324360"/>
                  <a:gd name="textAreaRight" fmla="*/ 324720 w 324360"/>
                  <a:gd name="textAreaTop" fmla="*/ 0 h 257760"/>
                  <a:gd name="textAreaBottom" fmla="*/ 258120 h 257760"/>
                </a:gdLst>
                <a:ahLst/>
                <a:cxnLst/>
                <a:rect l="textAreaLeft" t="textAreaTop" r="textAreaRight" b="textAreaBottom"/>
                <a:pathLst>
                  <a:path w="44612" h="35440">
                    <a:moveTo>
                      <a:pt x="40817" y="1"/>
                    </a:moveTo>
                    <a:lnTo>
                      <a:pt x="37420" y="3383"/>
                    </a:lnTo>
                    <a:lnTo>
                      <a:pt x="41213" y="7177"/>
                    </a:lnTo>
                    <a:lnTo>
                      <a:pt x="44611" y="3779"/>
                    </a:lnTo>
                    <a:lnTo>
                      <a:pt x="40817" y="1"/>
                    </a:lnTo>
                    <a:close/>
                    <a:moveTo>
                      <a:pt x="22184" y="4099"/>
                    </a:moveTo>
                    <a:lnTo>
                      <a:pt x="18801" y="7482"/>
                    </a:lnTo>
                    <a:lnTo>
                      <a:pt x="22595" y="11275"/>
                    </a:lnTo>
                    <a:lnTo>
                      <a:pt x="25978" y="7878"/>
                    </a:lnTo>
                    <a:lnTo>
                      <a:pt x="22184" y="4099"/>
                    </a:lnTo>
                    <a:close/>
                    <a:moveTo>
                      <a:pt x="15983" y="10300"/>
                    </a:moveTo>
                    <a:lnTo>
                      <a:pt x="12585" y="13698"/>
                    </a:lnTo>
                    <a:lnTo>
                      <a:pt x="16379" y="17476"/>
                    </a:lnTo>
                    <a:lnTo>
                      <a:pt x="19776" y="14094"/>
                    </a:lnTo>
                    <a:lnTo>
                      <a:pt x="15983" y="10300"/>
                    </a:lnTo>
                    <a:close/>
                    <a:moveTo>
                      <a:pt x="9431" y="16852"/>
                    </a:moveTo>
                    <a:lnTo>
                      <a:pt x="6034" y="20249"/>
                    </a:lnTo>
                    <a:lnTo>
                      <a:pt x="15190" y="29406"/>
                    </a:lnTo>
                    <a:lnTo>
                      <a:pt x="18588" y="26008"/>
                    </a:lnTo>
                    <a:lnTo>
                      <a:pt x="9431" y="16852"/>
                    </a:lnTo>
                    <a:close/>
                    <a:moveTo>
                      <a:pt x="3383" y="22885"/>
                    </a:moveTo>
                    <a:lnTo>
                      <a:pt x="0" y="26283"/>
                    </a:lnTo>
                    <a:lnTo>
                      <a:pt x="9157" y="35440"/>
                    </a:lnTo>
                    <a:lnTo>
                      <a:pt x="12555" y="32057"/>
                    </a:lnTo>
                    <a:lnTo>
                      <a:pt x="3383" y="22885"/>
                    </a:lnTo>
                    <a:close/>
                  </a:path>
                </a:pathLst>
              </a:custGeom>
              <a:gradFill rotWithShape="0">
                <a:gsLst>
                  <a:gs pos="0">
                    <a:srgbClr val="9900FF">
                      <a:alpha val="47000"/>
                    </a:srgbClr>
                  </a:gs>
                  <a:gs pos="100000">
                    <a:srgbClr val="FFFFFF">
                      <a:alpha val="0"/>
                    </a:srgbClr>
                  </a:gs>
                </a:gsLst>
                <a:path path="circle">
                  <a:fillToRect l="50000" t="50000" r="50000" b="50000"/>
                </a:path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tIns="91440" bIns="91440" anchor="ctr">
                <a:noAutofit/>
              </a:bodyPr>
              <a:lstStyle/>
              <a:p>
                <a:pPr defTabSz="914400">
                  <a:lnSpc>
                    <a:spcPct val="100000"/>
                  </a:lnSpc>
                  <a:tabLst>
                    <a:tab pos="0" algn="l"/>
                  </a:tabLst>
                </a:pPr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OpenSymbol"/>
                </a:endParaRPr>
              </a:p>
            </p:txBody>
          </p:sp>
        </p:grpSp>
      </p:grpSp>
      <p:grpSp>
        <p:nvGrpSpPr>
          <p:cNvPr id="167" name="Google Shape;1322;p29"/>
          <p:cNvGrpSpPr/>
          <p:nvPr/>
        </p:nvGrpSpPr>
        <p:grpSpPr>
          <a:xfrm>
            <a:off x="2660400" y="4275720"/>
            <a:ext cx="4950720" cy="2991960"/>
            <a:chOff x="2660400" y="4275720"/>
            <a:chExt cx="4950720" cy="2991960"/>
          </a:xfrm>
        </p:grpSpPr>
        <p:pic>
          <p:nvPicPr>
            <p:cNvPr id="168" name="Google Shape;1323;p29"/>
            <p:cNvPicPr/>
            <p:nvPr/>
          </p:nvPicPr>
          <p:blipFill>
            <a:blip r:embed="rId4"/>
            <a:srcRect l="16959" t="24713" r="7122" b="26173"/>
            <a:stretch/>
          </p:blipFill>
          <p:spPr>
            <a:xfrm rot="10800000">
              <a:off x="2660400" y="4275720"/>
              <a:ext cx="3548520" cy="2991960"/>
            </a:xfrm>
            <a:prstGeom prst="rect">
              <a:avLst/>
            </a:prstGeom>
            <a:noFill/>
            <a:ln w="0">
              <a:noFill/>
            </a:ln>
          </p:spPr>
        </p:pic>
        <p:grpSp>
          <p:nvGrpSpPr>
            <p:cNvPr id="169" name="Google Shape;1324;p29"/>
            <p:cNvGrpSpPr/>
            <p:nvPr/>
          </p:nvGrpSpPr>
          <p:grpSpPr>
            <a:xfrm>
              <a:off x="2952720" y="4719240"/>
              <a:ext cx="1517400" cy="906480"/>
              <a:chOff x="2952720" y="4719240"/>
              <a:chExt cx="1517400" cy="906480"/>
            </a:xfrm>
          </p:grpSpPr>
          <p:sp>
            <p:nvSpPr>
              <p:cNvPr id="170" name="Google Shape;1325;p29"/>
              <p:cNvSpPr/>
              <p:nvPr/>
            </p:nvSpPr>
            <p:spPr>
              <a:xfrm>
                <a:off x="2952720" y="4778280"/>
                <a:ext cx="581760" cy="556920"/>
              </a:xfrm>
              <a:custGeom>
                <a:avLst/>
                <a:gdLst>
                  <a:gd name="textAreaLeft" fmla="*/ 0 w 581760"/>
                  <a:gd name="textAreaRight" fmla="*/ 582120 w 581760"/>
                  <a:gd name="textAreaTop" fmla="*/ 0 h 556920"/>
                  <a:gd name="textAreaBottom" fmla="*/ 557280 h 556920"/>
                </a:gdLst>
                <a:ahLst/>
                <a:cxnLst/>
                <a:rect l="textAreaLeft" t="textAreaTop" r="textAreaRight" b="textAreaBottom"/>
                <a:pathLst>
                  <a:path w="36902" h="35337">
                    <a:moveTo>
                      <a:pt x="18449" y="1"/>
                    </a:moveTo>
                    <a:cubicBezTo>
                      <a:pt x="16409" y="1"/>
                      <a:pt x="14368" y="778"/>
                      <a:pt x="12814" y="2332"/>
                    </a:cubicBezTo>
                    <a:lnTo>
                      <a:pt x="3108" y="12037"/>
                    </a:lnTo>
                    <a:cubicBezTo>
                      <a:pt x="0" y="15145"/>
                      <a:pt x="0" y="20189"/>
                      <a:pt x="3108" y="23297"/>
                    </a:cubicBezTo>
                    <a:lnTo>
                      <a:pt x="12814" y="33017"/>
                    </a:lnTo>
                    <a:cubicBezTo>
                      <a:pt x="14368" y="34564"/>
                      <a:pt x="16405" y="35337"/>
                      <a:pt x="18443" y="35337"/>
                    </a:cubicBezTo>
                    <a:cubicBezTo>
                      <a:pt x="20481" y="35337"/>
                      <a:pt x="22519" y="34564"/>
                      <a:pt x="24073" y="33017"/>
                    </a:cubicBezTo>
                    <a:lnTo>
                      <a:pt x="33794" y="23297"/>
                    </a:lnTo>
                    <a:cubicBezTo>
                      <a:pt x="36902" y="20189"/>
                      <a:pt x="36902" y="15145"/>
                      <a:pt x="33794" y="12037"/>
                    </a:cubicBezTo>
                    <a:lnTo>
                      <a:pt x="24073" y="2332"/>
                    </a:lnTo>
                    <a:cubicBezTo>
                      <a:pt x="22527" y="778"/>
                      <a:pt x="20489" y="1"/>
                      <a:pt x="18449" y="1"/>
                    </a:cubicBezTo>
                    <a:close/>
                  </a:path>
                </a:pathLst>
              </a:custGeom>
              <a:gradFill rotWithShape="0">
                <a:gsLst>
                  <a:gs pos="0">
                    <a:srgbClr val="F5F8FF">
                      <a:alpha val="31000"/>
                    </a:srgbClr>
                  </a:gs>
                  <a:gs pos="22000">
                    <a:srgbClr val="F5F8FF">
                      <a:alpha val="31000"/>
                    </a:srgbClr>
                  </a:gs>
                  <a:gs pos="45000">
                    <a:srgbClr val="FFFFFF">
                      <a:alpha val="31000"/>
                    </a:srgbClr>
                  </a:gs>
                  <a:gs pos="100000">
                    <a:srgbClr val="0C0A9E">
                      <a:alpha val="31000"/>
                    </a:srgbClr>
                  </a:gs>
                </a:gsLst>
                <a:lin ang="8094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tIns="91440" bIns="91440" anchor="ctr">
                <a:noAutofit/>
              </a:bodyPr>
              <a:lstStyle/>
              <a:p>
                <a:pPr defTabSz="914400">
                  <a:lnSpc>
                    <a:spcPct val="100000"/>
                  </a:lnSpc>
                  <a:tabLst>
                    <a:tab pos="0" algn="l"/>
                  </a:tabLst>
                </a:pPr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OpenSymbol"/>
                </a:endParaRPr>
              </a:p>
            </p:txBody>
          </p:sp>
          <p:sp>
            <p:nvSpPr>
              <p:cNvPr id="171" name="Google Shape;1326;p29"/>
              <p:cNvSpPr/>
              <p:nvPr/>
            </p:nvSpPr>
            <p:spPr>
              <a:xfrm>
                <a:off x="3530880" y="4835160"/>
                <a:ext cx="339840" cy="325440"/>
              </a:xfrm>
              <a:custGeom>
                <a:avLst/>
                <a:gdLst>
                  <a:gd name="textAreaLeft" fmla="*/ 0 w 339840"/>
                  <a:gd name="textAreaRight" fmla="*/ 340200 w 339840"/>
                  <a:gd name="textAreaTop" fmla="*/ 0 h 325440"/>
                  <a:gd name="textAreaBottom" fmla="*/ 325800 h 325440"/>
                </a:gdLst>
                <a:ahLst/>
                <a:cxnLst/>
                <a:rect l="textAreaLeft" t="textAreaTop" r="textAreaRight" b="textAreaBottom"/>
                <a:pathLst>
                  <a:path w="36902" h="35337">
                    <a:moveTo>
                      <a:pt x="18449" y="1"/>
                    </a:moveTo>
                    <a:cubicBezTo>
                      <a:pt x="16409" y="1"/>
                      <a:pt x="14368" y="778"/>
                      <a:pt x="12814" y="2332"/>
                    </a:cubicBezTo>
                    <a:lnTo>
                      <a:pt x="3108" y="12037"/>
                    </a:lnTo>
                    <a:cubicBezTo>
                      <a:pt x="0" y="15145"/>
                      <a:pt x="0" y="20189"/>
                      <a:pt x="3108" y="23297"/>
                    </a:cubicBezTo>
                    <a:lnTo>
                      <a:pt x="12814" y="33017"/>
                    </a:lnTo>
                    <a:cubicBezTo>
                      <a:pt x="14368" y="34564"/>
                      <a:pt x="16405" y="35337"/>
                      <a:pt x="18443" y="35337"/>
                    </a:cubicBezTo>
                    <a:cubicBezTo>
                      <a:pt x="20481" y="35337"/>
                      <a:pt x="22519" y="34564"/>
                      <a:pt x="24073" y="33017"/>
                    </a:cubicBezTo>
                    <a:lnTo>
                      <a:pt x="33794" y="23297"/>
                    </a:lnTo>
                    <a:cubicBezTo>
                      <a:pt x="36902" y="20189"/>
                      <a:pt x="36902" y="15145"/>
                      <a:pt x="33794" y="12037"/>
                    </a:cubicBezTo>
                    <a:lnTo>
                      <a:pt x="24073" y="2332"/>
                    </a:lnTo>
                    <a:cubicBezTo>
                      <a:pt x="22527" y="778"/>
                      <a:pt x="20489" y="1"/>
                      <a:pt x="18449" y="1"/>
                    </a:cubicBezTo>
                    <a:close/>
                  </a:path>
                </a:pathLst>
              </a:custGeom>
              <a:gradFill rotWithShape="0">
                <a:gsLst>
                  <a:gs pos="0">
                    <a:srgbClr val="F5F8FF"/>
                  </a:gs>
                  <a:gs pos="22000">
                    <a:srgbClr val="F5F8FF"/>
                  </a:gs>
                  <a:gs pos="45000">
                    <a:srgbClr val="FFFFFF">
                      <a:alpha val="0"/>
                    </a:srgbClr>
                  </a:gs>
                  <a:gs pos="100000">
                    <a:srgbClr val="0C0A9E">
                      <a:alpha val="50000"/>
                    </a:srgbClr>
                  </a:gs>
                </a:gsLst>
                <a:lin ang="8094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tIns="91440" bIns="91440" anchor="ctr">
                <a:noAutofit/>
              </a:bodyPr>
              <a:lstStyle/>
              <a:p>
                <a:pPr defTabSz="914400">
                  <a:lnSpc>
                    <a:spcPct val="100000"/>
                  </a:lnSpc>
                  <a:tabLst>
                    <a:tab pos="0" algn="l"/>
                  </a:tabLst>
                </a:pPr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OpenSymbol"/>
                </a:endParaRPr>
              </a:p>
            </p:txBody>
          </p:sp>
          <p:sp>
            <p:nvSpPr>
              <p:cNvPr id="172" name="Google Shape;1327;p29"/>
              <p:cNvSpPr/>
              <p:nvPr/>
            </p:nvSpPr>
            <p:spPr>
              <a:xfrm>
                <a:off x="3409920" y="5068800"/>
                <a:ext cx="581760" cy="556920"/>
              </a:xfrm>
              <a:custGeom>
                <a:avLst/>
                <a:gdLst>
                  <a:gd name="textAreaLeft" fmla="*/ 0 w 581760"/>
                  <a:gd name="textAreaRight" fmla="*/ 582120 w 581760"/>
                  <a:gd name="textAreaTop" fmla="*/ 0 h 556920"/>
                  <a:gd name="textAreaBottom" fmla="*/ 557280 h 556920"/>
                </a:gdLst>
                <a:ahLst/>
                <a:cxnLst/>
                <a:rect l="textAreaLeft" t="textAreaTop" r="textAreaRight" b="textAreaBottom"/>
                <a:pathLst>
                  <a:path w="36902" h="35337">
                    <a:moveTo>
                      <a:pt x="18449" y="1"/>
                    </a:moveTo>
                    <a:cubicBezTo>
                      <a:pt x="16409" y="1"/>
                      <a:pt x="14368" y="778"/>
                      <a:pt x="12814" y="2332"/>
                    </a:cubicBezTo>
                    <a:lnTo>
                      <a:pt x="3108" y="12037"/>
                    </a:lnTo>
                    <a:cubicBezTo>
                      <a:pt x="0" y="15145"/>
                      <a:pt x="0" y="20189"/>
                      <a:pt x="3108" y="23297"/>
                    </a:cubicBezTo>
                    <a:lnTo>
                      <a:pt x="12814" y="33017"/>
                    </a:lnTo>
                    <a:cubicBezTo>
                      <a:pt x="14368" y="34564"/>
                      <a:pt x="16405" y="35337"/>
                      <a:pt x="18443" y="35337"/>
                    </a:cubicBezTo>
                    <a:cubicBezTo>
                      <a:pt x="20481" y="35337"/>
                      <a:pt x="22519" y="34564"/>
                      <a:pt x="24073" y="33017"/>
                    </a:cubicBezTo>
                    <a:lnTo>
                      <a:pt x="33794" y="23297"/>
                    </a:lnTo>
                    <a:cubicBezTo>
                      <a:pt x="36902" y="20189"/>
                      <a:pt x="36902" y="15145"/>
                      <a:pt x="33794" y="12037"/>
                    </a:cubicBezTo>
                    <a:lnTo>
                      <a:pt x="24073" y="2332"/>
                    </a:lnTo>
                    <a:cubicBezTo>
                      <a:pt x="22527" y="778"/>
                      <a:pt x="20489" y="1"/>
                      <a:pt x="18449" y="1"/>
                    </a:cubicBezTo>
                    <a:close/>
                  </a:path>
                </a:pathLst>
              </a:custGeom>
              <a:gradFill rotWithShape="0">
                <a:gsLst>
                  <a:gs pos="0">
                    <a:srgbClr val="F5F8FF">
                      <a:alpha val="31000"/>
                    </a:srgbClr>
                  </a:gs>
                  <a:gs pos="22000">
                    <a:srgbClr val="F5F8FF">
                      <a:alpha val="31000"/>
                    </a:srgbClr>
                  </a:gs>
                  <a:gs pos="45000">
                    <a:srgbClr val="FFFFFF">
                      <a:alpha val="31000"/>
                    </a:srgbClr>
                  </a:gs>
                  <a:gs pos="100000">
                    <a:srgbClr val="0C0A9E">
                      <a:alpha val="31000"/>
                    </a:srgbClr>
                  </a:gs>
                </a:gsLst>
                <a:lin ang="8094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tIns="91440" bIns="91440" anchor="ctr">
                <a:noAutofit/>
              </a:bodyPr>
              <a:lstStyle/>
              <a:p>
                <a:pPr defTabSz="914400">
                  <a:lnSpc>
                    <a:spcPct val="100000"/>
                  </a:lnSpc>
                  <a:tabLst>
                    <a:tab pos="0" algn="l"/>
                  </a:tabLst>
                </a:pPr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OpenSymbol"/>
                </a:endParaRPr>
              </a:p>
            </p:txBody>
          </p:sp>
          <p:sp>
            <p:nvSpPr>
              <p:cNvPr id="173" name="Google Shape;1328;p29"/>
              <p:cNvSpPr/>
              <p:nvPr/>
            </p:nvSpPr>
            <p:spPr>
              <a:xfrm>
                <a:off x="3888360" y="4719240"/>
                <a:ext cx="581760" cy="556920"/>
              </a:xfrm>
              <a:custGeom>
                <a:avLst/>
                <a:gdLst>
                  <a:gd name="textAreaLeft" fmla="*/ 0 w 581760"/>
                  <a:gd name="textAreaRight" fmla="*/ 582120 w 581760"/>
                  <a:gd name="textAreaTop" fmla="*/ 0 h 556920"/>
                  <a:gd name="textAreaBottom" fmla="*/ 557280 h 556920"/>
                </a:gdLst>
                <a:ahLst/>
                <a:cxnLst/>
                <a:rect l="textAreaLeft" t="textAreaTop" r="textAreaRight" b="textAreaBottom"/>
                <a:pathLst>
                  <a:path w="36902" h="35337">
                    <a:moveTo>
                      <a:pt x="18449" y="1"/>
                    </a:moveTo>
                    <a:cubicBezTo>
                      <a:pt x="16409" y="1"/>
                      <a:pt x="14368" y="778"/>
                      <a:pt x="12814" y="2332"/>
                    </a:cubicBezTo>
                    <a:lnTo>
                      <a:pt x="3108" y="12037"/>
                    </a:lnTo>
                    <a:cubicBezTo>
                      <a:pt x="0" y="15145"/>
                      <a:pt x="0" y="20189"/>
                      <a:pt x="3108" y="23297"/>
                    </a:cubicBezTo>
                    <a:lnTo>
                      <a:pt x="12814" y="33017"/>
                    </a:lnTo>
                    <a:cubicBezTo>
                      <a:pt x="14368" y="34564"/>
                      <a:pt x="16405" y="35337"/>
                      <a:pt x="18443" y="35337"/>
                    </a:cubicBezTo>
                    <a:cubicBezTo>
                      <a:pt x="20481" y="35337"/>
                      <a:pt x="22519" y="34564"/>
                      <a:pt x="24073" y="33017"/>
                    </a:cubicBezTo>
                    <a:lnTo>
                      <a:pt x="33794" y="23297"/>
                    </a:lnTo>
                    <a:cubicBezTo>
                      <a:pt x="36902" y="20189"/>
                      <a:pt x="36902" y="15145"/>
                      <a:pt x="33794" y="12037"/>
                    </a:cubicBezTo>
                    <a:lnTo>
                      <a:pt x="24073" y="2332"/>
                    </a:lnTo>
                    <a:cubicBezTo>
                      <a:pt x="22527" y="778"/>
                      <a:pt x="20489" y="1"/>
                      <a:pt x="18449" y="1"/>
                    </a:cubicBezTo>
                    <a:close/>
                  </a:path>
                </a:pathLst>
              </a:custGeom>
              <a:gradFill rotWithShape="0">
                <a:gsLst>
                  <a:gs pos="0">
                    <a:srgbClr val="F5F8FF"/>
                  </a:gs>
                  <a:gs pos="22000">
                    <a:srgbClr val="F5F8FF"/>
                  </a:gs>
                  <a:gs pos="45000">
                    <a:srgbClr val="FFFFFF">
                      <a:alpha val="0"/>
                    </a:srgbClr>
                  </a:gs>
                  <a:gs pos="100000">
                    <a:srgbClr val="0C0A9E">
                      <a:alpha val="50000"/>
                    </a:srgbClr>
                  </a:gs>
                </a:gsLst>
                <a:lin ang="8094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tIns="91440" bIns="91440" anchor="ctr">
                <a:noAutofit/>
              </a:bodyPr>
              <a:lstStyle/>
              <a:p>
                <a:pPr defTabSz="914400">
                  <a:lnSpc>
                    <a:spcPct val="100000"/>
                  </a:lnSpc>
                  <a:tabLst>
                    <a:tab pos="0" algn="l"/>
                  </a:tabLst>
                </a:pPr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OpenSymbol"/>
                </a:endParaRPr>
              </a:p>
            </p:txBody>
          </p:sp>
        </p:grpSp>
        <p:grpSp>
          <p:nvGrpSpPr>
            <p:cNvPr id="174" name="Google Shape;1329;p29"/>
            <p:cNvGrpSpPr/>
            <p:nvPr/>
          </p:nvGrpSpPr>
          <p:grpSpPr>
            <a:xfrm>
              <a:off x="4778280" y="4462560"/>
              <a:ext cx="2832840" cy="1420560"/>
              <a:chOff x="4778280" y="4462560"/>
              <a:chExt cx="2832840" cy="1420560"/>
            </a:xfrm>
          </p:grpSpPr>
          <p:sp>
            <p:nvSpPr>
              <p:cNvPr id="175" name="Google Shape;1330;p29"/>
              <p:cNvSpPr/>
              <p:nvPr/>
            </p:nvSpPr>
            <p:spPr>
              <a:xfrm rot="16200000">
                <a:off x="5484240" y="3756240"/>
                <a:ext cx="1420560" cy="2832840"/>
              </a:xfrm>
              <a:custGeom>
                <a:avLst/>
                <a:gdLst>
                  <a:gd name="textAreaLeft" fmla="*/ 0 w 1420560"/>
                  <a:gd name="textAreaRight" fmla="*/ 1420920 w 1420560"/>
                  <a:gd name="textAreaTop" fmla="*/ 0 h 2832840"/>
                  <a:gd name="textAreaBottom" fmla="*/ 2833200 h 2832840"/>
                </a:gdLst>
                <a:ahLst/>
                <a:cxnLst/>
                <a:rect l="textAreaLeft" t="textAreaTop" r="textAreaRight" b="textAreaBottom"/>
                <a:pathLst>
                  <a:path w="34647" h="69081">
                    <a:moveTo>
                      <a:pt x="34434" y="1"/>
                    </a:moveTo>
                    <a:lnTo>
                      <a:pt x="25429" y="8990"/>
                    </a:lnTo>
                    <a:lnTo>
                      <a:pt x="25383" y="9051"/>
                    </a:lnTo>
                    <a:lnTo>
                      <a:pt x="25383" y="32651"/>
                    </a:lnTo>
                    <a:lnTo>
                      <a:pt x="15130" y="42920"/>
                    </a:lnTo>
                    <a:lnTo>
                      <a:pt x="15084" y="42951"/>
                    </a:lnTo>
                    <a:lnTo>
                      <a:pt x="15084" y="60472"/>
                    </a:lnTo>
                    <a:lnTo>
                      <a:pt x="9614" y="65957"/>
                    </a:lnTo>
                    <a:lnTo>
                      <a:pt x="0" y="65957"/>
                    </a:lnTo>
                    <a:lnTo>
                      <a:pt x="0" y="69080"/>
                    </a:lnTo>
                    <a:lnTo>
                      <a:pt x="320" y="69080"/>
                    </a:lnTo>
                    <a:lnTo>
                      <a:pt x="320" y="66262"/>
                    </a:lnTo>
                    <a:lnTo>
                      <a:pt x="9751" y="66262"/>
                    </a:lnTo>
                    <a:lnTo>
                      <a:pt x="15389" y="60609"/>
                    </a:lnTo>
                    <a:lnTo>
                      <a:pt x="15389" y="43088"/>
                    </a:lnTo>
                    <a:lnTo>
                      <a:pt x="25658" y="32819"/>
                    </a:lnTo>
                    <a:lnTo>
                      <a:pt x="25688" y="32788"/>
                    </a:lnTo>
                    <a:lnTo>
                      <a:pt x="25688" y="9188"/>
                    </a:lnTo>
                    <a:lnTo>
                      <a:pt x="34647" y="214"/>
                    </a:lnTo>
                    <a:lnTo>
                      <a:pt x="34434" y="1"/>
                    </a:lnTo>
                    <a:close/>
                  </a:path>
                </a:pathLst>
              </a:custGeom>
              <a:gradFill rotWithShape="0">
                <a:gsLst>
                  <a:gs pos="0">
                    <a:srgbClr val="EB9109"/>
                  </a:gs>
                  <a:gs pos="40000">
                    <a:srgbClr val="FF9900">
                      <a:alpha val="41000"/>
                    </a:srgbClr>
                  </a:gs>
                  <a:gs pos="100000">
                    <a:srgbClr val="FFFFFF">
                      <a:alpha val="0"/>
                    </a:srgbClr>
                  </a:gs>
                </a:gsLst>
                <a:lin ang="13494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tIns="91440" bIns="91440" anchor="ctr">
                <a:noAutofit/>
              </a:bodyPr>
              <a:lstStyle/>
              <a:p>
                <a:pPr defTabSz="914400">
                  <a:lnSpc>
                    <a:spcPct val="100000"/>
                  </a:lnSpc>
                  <a:tabLst>
                    <a:tab pos="0" algn="l"/>
                  </a:tabLst>
                </a:pPr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OpenSymbol"/>
                </a:endParaRPr>
              </a:p>
            </p:txBody>
          </p:sp>
          <p:grpSp>
            <p:nvGrpSpPr>
              <p:cNvPr id="176" name="Google Shape;1331;p29"/>
              <p:cNvGrpSpPr/>
              <p:nvPr/>
            </p:nvGrpSpPr>
            <p:grpSpPr>
              <a:xfrm>
                <a:off x="6455160" y="5174280"/>
                <a:ext cx="161640" cy="161640"/>
                <a:chOff x="6455160" y="5174280"/>
                <a:chExt cx="161640" cy="161640"/>
              </a:xfrm>
            </p:grpSpPr>
            <p:sp>
              <p:nvSpPr>
                <p:cNvPr id="177" name="Google Shape;1332;p29"/>
                <p:cNvSpPr/>
                <p:nvPr/>
              </p:nvSpPr>
              <p:spPr>
                <a:xfrm rot="10800000">
                  <a:off x="6455160" y="5174280"/>
                  <a:ext cx="161640" cy="161640"/>
                </a:xfrm>
                <a:custGeom>
                  <a:avLst/>
                  <a:gdLst>
                    <a:gd name="textAreaLeft" fmla="*/ 0 w 161640"/>
                    <a:gd name="textAreaRight" fmla="*/ 162000 w 161640"/>
                    <a:gd name="textAreaTop" fmla="*/ 0 h 161640"/>
                    <a:gd name="textAreaBottom" fmla="*/ 162000 h 161640"/>
                  </a:gdLst>
                  <a:ahLst/>
                  <a:cxnLst/>
                  <a:rect l="textAreaLeft" t="textAreaTop" r="textAreaRight" b="textAreaBottom"/>
                  <a:pathLst>
                    <a:path w="17568" h="17564">
                      <a:moveTo>
                        <a:pt x="8792" y="1291"/>
                      </a:moveTo>
                      <a:cubicBezTo>
                        <a:pt x="10711" y="1291"/>
                        <a:pt x="12631" y="2008"/>
                        <a:pt x="14094" y="3501"/>
                      </a:cubicBezTo>
                      <a:cubicBezTo>
                        <a:pt x="15526" y="4902"/>
                        <a:pt x="16303" y="6807"/>
                        <a:pt x="16303" y="8803"/>
                      </a:cubicBezTo>
                      <a:cubicBezTo>
                        <a:pt x="16303" y="10814"/>
                        <a:pt x="15526" y="12688"/>
                        <a:pt x="14094" y="14120"/>
                      </a:cubicBezTo>
                      <a:cubicBezTo>
                        <a:pt x="12692" y="15552"/>
                        <a:pt x="10788" y="16329"/>
                        <a:pt x="8792" y="16329"/>
                      </a:cubicBezTo>
                      <a:cubicBezTo>
                        <a:pt x="6780" y="16329"/>
                        <a:pt x="4906" y="15552"/>
                        <a:pt x="3474" y="14120"/>
                      </a:cubicBezTo>
                      <a:cubicBezTo>
                        <a:pt x="2042" y="12718"/>
                        <a:pt x="1265" y="10814"/>
                        <a:pt x="1265" y="8803"/>
                      </a:cubicBezTo>
                      <a:cubicBezTo>
                        <a:pt x="1265" y="6807"/>
                        <a:pt x="2042" y="4918"/>
                        <a:pt x="3474" y="3501"/>
                      </a:cubicBezTo>
                      <a:cubicBezTo>
                        <a:pt x="4937" y="2023"/>
                        <a:pt x="6857" y="1291"/>
                        <a:pt x="8792" y="1291"/>
                      </a:cubicBezTo>
                      <a:close/>
                      <a:moveTo>
                        <a:pt x="8784" y="0"/>
                      </a:moveTo>
                      <a:cubicBezTo>
                        <a:pt x="6537" y="0"/>
                        <a:pt x="4289" y="857"/>
                        <a:pt x="2575" y="2571"/>
                      </a:cubicBezTo>
                      <a:cubicBezTo>
                        <a:pt x="915" y="4232"/>
                        <a:pt x="1" y="6441"/>
                        <a:pt x="1" y="8788"/>
                      </a:cubicBezTo>
                      <a:cubicBezTo>
                        <a:pt x="1" y="11134"/>
                        <a:pt x="915" y="13343"/>
                        <a:pt x="2575" y="15004"/>
                      </a:cubicBezTo>
                      <a:cubicBezTo>
                        <a:pt x="4236" y="16649"/>
                        <a:pt x="6445" y="17563"/>
                        <a:pt x="8792" y="17563"/>
                      </a:cubicBezTo>
                      <a:cubicBezTo>
                        <a:pt x="11123" y="17563"/>
                        <a:pt x="13332" y="16649"/>
                        <a:pt x="14993" y="15004"/>
                      </a:cubicBezTo>
                      <a:cubicBezTo>
                        <a:pt x="16653" y="13343"/>
                        <a:pt x="17568" y="11134"/>
                        <a:pt x="17568" y="8788"/>
                      </a:cubicBezTo>
                      <a:cubicBezTo>
                        <a:pt x="17568" y="6441"/>
                        <a:pt x="16653" y="4232"/>
                        <a:pt x="14993" y="2571"/>
                      </a:cubicBezTo>
                      <a:cubicBezTo>
                        <a:pt x="13279" y="857"/>
                        <a:pt x="11031" y="0"/>
                        <a:pt x="8784" y="0"/>
                      </a:cubicBezTo>
                      <a:close/>
                    </a:path>
                  </a:pathLst>
                </a:custGeom>
                <a:gradFill rotWithShape="0">
                  <a:gsLst>
                    <a:gs pos="0">
                      <a:srgbClr val="EB9109"/>
                    </a:gs>
                    <a:gs pos="78000">
                      <a:srgbClr val="F5F8FF"/>
                    </a:gs>
                    <a:gs pos="100000">
                      <a:srgbClr val="F5F8FF"/>
                    </a:gs>
                  </a:gsLst>
                  <a:lin ang="0"/>
                </a:gradFill>
                <a:ln w="0"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81000" bIns="81000" anchor="ctr">
                  <a:noAutofit/>
                </a:bodyPr>
                <a:lstStyle/>
                <a:p>
                  <a:pPr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178" name="Google Shape;1333;p29"/>
                <p:cNvSpPr/>
                <p:nvPr/>
              </p:nvSpPr>
              <p:spPr>
                <a:xfrm rot="10800000">
                  <a:off x="6487560" y="5211000"/>
                  <a:ext cx="96480" cy="88200"/>
                </a:xfrm>
                <a:custGeom>
                  <a:avLst/>
                  <a:gdLst>
                    <a:gd name="textAreaLeft" fmla="*/ 0 w 96480"/>
                    <a:gd name="textAreaRight" fmla="*/ 96840 w 96480"/>
                    <a:gd name="textAreaTop" fmla="*/ 0 h 88200"/>
                    <a:gd name="textAreaBottom" fmla="*/ 88560 h 88200"/>
                  </a:gdLst>
                  <a:ahLst/>
                  <a:cxnLst/>
                  <a:rect l="textAreaLeft" t="textAreaTop" r="textAreaRight" b="textAreaBottom"/>
                  <a:pathLst>
                    <a:path w="10514" h="9588">
                      <a:moveTo>
                        <a:pt x="5257" y="1269"/>
                      </a:moveTo>
                      <a:cubicBezTo>
                        <a:pt x="6171" y="1269"/>
                        <a:pt x="7054" y="1604"/>
                        <a:pt x="7771" y="2290"/>
                      </a:cubicBezTo>
                      <a:cubicBezTo>
                        <a:pt x="9127" y="3692"/>
                        <a:pt x="9127" y="5931"/>
                        <a:pt x="7771" y="7302"/>
                      </a:cubicBezTo>
                      <a:cubicBezTo>
                        <a:pt x="7070" y="7988"/>
                        <a:pt x="6159" y="8331"/>
                        <a:pt x="5253" y="8331"/>
                      </a:cubicBezTo>
                      <a:cubicBezTo>
                        <a:pt x="4346" y="8331"/>
                        <a:pt x="3444" y="7988"/>
                        <a:pt x="2758" y="7302"/>
                      </a:cubicBezTo>
                      <a:cubicBezTo>
                        <a:pt x="1387" y="5916"/>
                        <a:pt x="1387" y="3661"/>
                        <a:pt x="2758" y="2290"/>
                      </a:cubicBezTo>
                      <a:cubicBezTo>
                        <a:pt x="3444" y="1604"/>
                        <a:pt x="4342" y="1269"/>
                        <a:pt x="5257" y="1269"/>
                      </a:cubicBezTo>
                      <a:close/>
                      <a:moveTo>
                        <a:pt x="5255" y="1"/>
                      </a:moveTo>
                      <a:cubicBezTo>
                        <a:pt x="4026" y="1"/>
                        <a:pt x="2796" y="469"/>
                        <a:pt x="1859" y="1406"/>
                      </a:cubicBezTo>
                      <a:cubicBezTo>
                        <a:pt x="0" y="3265"/>
                        <a:pt x="0" y="6312"/>
                        <a:pt x="1859" y="8186"/>
                      </a:cubicBezTo>
                      <a:cubicBezTo>
                        <a:pt x="2788" y="9116"/>
                        <a:pt x="4038" y="9588"/>
                        <a:pt x="5257" y="9588"/>
                      </a:cubicBezTo>
                      <a:cubicBezTo>
                        <a:pt x="6491" y="9588"/>
                        <a:pt x="7710" y="9131"/>
                        <a:pt x="8639" y="8186"/>
                      </a:cubicBezTo>
                      <a:cubicBezTo>
                        <a:pt x="10513" y="6312"/>
                        <a:pt x="10513" y="3265"/>
                        <a:pt x="8639" y="1406"/>
                      </a:cubicBezTo>
                      <a:cubicBezTo>
                        <a:pt x="7710" y="469"/>
                        <a:pt x="6483" y="1"/>
                        <a:pt x="5255" y="1"/>
                      </a:cubicBezTo>
                      <a:close/>
                    </a:path>
                  </a:pathLst>
                </a:custGeom>
                <a:gradFill rotWithShape="0">
                  <a:gsLst>
                    <a:gs pos="0">
                      <a:srgbClr val="EB9109"/>
                    </a:gs>
                    <a:gs pos="78000">
                      <a:srgbClr val="F5F8FF"/>
                    </a:gs>
                    <a:gs pos="100000">
                      <a:srgbClr val="F5F8FF"/>
                    </a:gs>
                  </a:gsLst>
                  <a:lin ang="0"/>
                </a:gradFill>
                <a:ln w="0"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44280" bIns="44280" anchor="ctr">
                  <a:noAutofit/>
                </a:bodyPr>
                <a:lstStyle/>
                <a:p>
                  <a:pPr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OpenSymbol"/>
                  </a:endParaRPr>
                </a:p>
              </p:txBody>
            </p:sp>
          </p:grpSp>
          <p:grpSp>
            <p:nvGrpSpPr>
              <p:cNvPr id="179" name="Google Shape;1334;p29"/>
              <p:cNvGrpSpPr/>
              <p:nvPr/>
            </p:nvGrpSpPr>
            <p:grpSpPr>
              <a:xfrm>
                <a:off x="5072400" y="4755960"/>
                <a:ext cx="161640" cy="161640"/>
                <a:chOff x="5072400" y="4755960"/>
                <a:chExt cx="161640" cy="161640"/>
              </a:xfrm>
            </p:grpSpPr>
            <p:sp>
              <p:nvSpPr>
                <p:cNvPr id="180" name="Google Shape;1335;p29"/>
                <p:cNvSpPr/>
                <p:nvPr/>
              </p:nvSpPr>
              <p:spPr>
                <a:xfrm>
                  <a:off x="5072400" y="4755960"/>
                  <a:ext cx="161640" cy="161640"/>
                </a:xfrm>
                <a:custGeom>
                  <a:avLst/>
                  <a:gdLst>
                    <a:gd name="textAreaLeft" fmla="*/ 0 w 161640"/>
                    <a:gd name="textAreaRight" fmla="*/ 162000 w 161640"/>
                    <a:gd name="textAreaTop" fmla="*/ 0 h 161640"/>
                    <a:gd name="textAreaBottom" fmla="*/ 162000 h 161640"/>
                  </a:gdLst>
                  <a:ahLst/>
                  <a:cxnLst/>
                  <a:rect l="textAreaLeft" t="textAreaTop" r="textAreaRight" b="textAreaBottom"/>
                  <a:pathLst>
                    <a:path w="17568" h="17564">
                      <a:moveTo>
                        <a:pt x="8792" y="1291"/>
                      </a:moveTo>
                      <a:cubicBezTo>
                        <a:pt x="10711" y="1291"/>
                        <a:pt x="12631" y="2008"/>
                        <a:pt x="14094" y="3501"/>
                      </a:cubicBezTo>
                      <a:cubicBezTo>
                        <a:pt x="15526" y="4902"/>
                        <a:pt x="16303" y="6807"/>
                        <a:pt x="16303" y="8803"/>
                      </a:cubicBezTo>
                      <a:cubicBezTo>
                        <a:pt x="16303" y="10814"/>
                        <a:pt x="15526" y="12688"/>
                        <a:pt x="14094" y="14120"/>
                      </a:cubicBezTo>
                      <a:cubicBezTo>
                        <a:pt x="12692" y="15552"/>
                        <a:pt x="10788" y="16329"/>
                        <a:pt x="8792" y="16329"/>
                      </a:cubicBezTo>
                      <a:cubicBezTo>
                        <a:pt x="6780" y="16329"/>
                        <a:pt x="4906" y="15552"/>
                        <a:pt x="3474" y="14120"/>
                      </a:cubicBezTo>
                      <a:cubicBezTo>
                        <a:pt x="2042" y="12718"/>
                        <a:pt x="1265" y="10814"/>
                        <a:pt x="1265" y="8803"/>
                      </a:cubicBezTo>
                      <a:cubicBezTo>
                        <a:pt x="1265" y="6807"/>
                        <a:pt x="2042" y="4918"/>
                        <a:pt x="3474" y="3501"/>
                      </a:cubicBezTo>
                      <a:cubicBezTo>
                        <a:pt x="4937" y="2023"/>
                        <a:pt x="6857" y="1291"/>
                        <a:pt x="8792" y="1291"/>
                      </a:cubicBezTo>
                      <a:close/>
                      <a:moveTo>
                        <a:pt x="8784" y="0"/>
                      </a:moveTo>
                      <a:cubicBezTo>
                        <a:pt x="6537" y="0"/>
                        <a:pt x="4289" y="857"/>
                        <a:pt x="2575" y="2571"/>
                      </a:cubicBezTo>
                      <a:cubicBezTo>
                        <a:pt x="915" y="4232"/>
                        <a:pt x="1" y="6441"/>
                        <a:pt x="1" y="8788"/>
                      </a:cubicBezTo>
                      <a:cubicBezTo>
                        <a:pt x="1" y="11134"/>
                        <a:pt x="915" y="13343"/>
                        <a:pt x="2575" y="15004"/>
                      </a:cubicBezTo>
                      <a:cubicBezTo>
                        <a:pt x="4236" y="16649"/>
                        <a:pt x="6445" y="17563"/>
                        <a:pt x="8792" y="17563"/>
                      </a:cubicBezTo>
                      <a:cubicBezTo>
                        <a:pt x="11123" y="17563"/>
                        <a:pt x="13332" y="16649"/>
                        <a:pt x="14993" y="15004"/>
                      </a:cubicBezTo>
                      <a:cubicBezTo>
                        <a:pt x="16653" y="13343"/>
                        <a:pt x="17568" y="11134"/>
                        <a:pt x="17568" y="8788"/>
                      </a:cubicBezTo>
                      <a:cubicBezTo>
                        <a:pt x="17568" y="6441"/>
                        <a:pt x="16653" y="4232"/>
                        <a:pt x="14993" y="2571"/>
                      </a:cubicBezTo>
                      <a:cubicBezTo>
                        <a:pt x="13279" y="857"/>
                        <a:pt x="11031" y="0"/>
                        <a:pt x="8784" y="0"/>
                      </a:cubicBezTo>
                      <a:close/>
                    </a:path>
                  </a:pathLst>
                </a:custGeom>
                <a:gradFill rotWithShape="0">
                  <a:gsLst>
                    <a:gs pos="0">
                      <a:srgbClr val="EB9109"/>
                    </a:gs>
                    <a:gs pos="78000">
                      <a:srgbClr val="F5F8FF"/>
                    </a:gs>
                    <a:gs pos="100000">
                      <a:srgbClr val="F5F8FF"/>
                    </a:gs>
                  </a:gsLst>
                  <a:lin ang="0"/>
                </a:gradFill>
                <a:ln w="0"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81000" bIns="81000" anchor="ctr">
                  <a:noAutofit/>
                </a:bodyPr>
                <a:lstStyle/>
                <a:p>
                  <a:pPr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181" name="Google Shape;1336;p29"/>
                <p:cNvSpPr/>
                <p:nvPr/>
              </p:nvSpPr>
              <p:spPr>
                <a:xfrm>
                  <a:off x="5104800" y="4792680"/>
                  <a:ext cx="96480" cy="88200"/>
                </a:xfrm>
                <a:custGeom>
                  <a:avLst/>
                  <a:gdLst>
                    <a:gd name="textAreaLeft" fmla="*/ 0 w 96480"/>
                    <a:gd name="textAreaRight" fmla="*/ 96840 w 96480"/>
                    <a:gd name="textAreaTop" fmla="*/ 0 h 88200"/>
                    <a:gd name="textAreaBottom" fmla="*/ 88560 h 88200"/>
                  </a:gdLst>
                  <a:ahLst/>
                  <a:cxnLst/>
                  <a:rect l="textAreaLeft" t="textAreaTop" r="textAreaRight" b="textAreaBottom"/>
                  <a:pathLst>
                    <a:path w="10514" h="9588">
                      <a:moveTo>
                        <a:pt x="5257" y="1269"/>
                      </a:moveTo>
                      <a:cubicBezTo>
                        <a:pt x="6171" y="1269"/>
                        <a:pt x="7054" y="1604"/>
                        <a:pt x="7771" y="2290"/>
                      </a:cubicBezTo>
                      <a:cubicBezTo>
                        <a:pt x="9127" y="3692"/>
                        <a:pt x="9127" y="5931"/>
                        <a:pt x="7771" y="7302"/>
                      </a:cubicBezTo>
                      <a:cubicBezTo>
                        <a:pt x="7070" y="7988"/>
                        <a:pt x="6159" y="8331"/>
                        <a:pt x="5253" y="8331"/>
                      </a:cubicBezTo>
                      <a:cubicBezTo>
                        <a:pt x="4346" y="8331"/>
                        <a:pt x="3444" y="7988"/>
                        <a:pt x="2758" y="7302"/>
                      </a:cubicBezTo>
                      <a:cubicBezTo>
                        <a:pt x="1387" y="5916"/>
                        <a:pt x="1387" y="3661"/>
                        <a:pt x="2758" y="2290"/>
                      </a:cubicBezTo>
                      <a:cubicBezTo>
                        <a:pt x="3444" y="1604"/>
                        <a:pt x="4342" y="1269"/>
                        <a:pt x="5257" y="1269"/>
                      </a:cubicBezTo>
                      <a:close/>
                      <a:moveTo>
                        <a:pt x="5255" y="1"/>
                      </a:moveTo>
                      <a:cubicBezTo>
                        <a:pt x="4026" y="1"/>
                        <a:pt x="2796" y="469"/>
                        <a:pt x="1859" y="1406"/>
                      </a:cubicBezTo>
                      <a:cubicBezTo>
                        <a:pt x="0" y="3265"/>
                        <a:pt x="0" y="6312"/>
                        <a:pt x="1859" y="8186"/>
                      </a:cubicBezTo>
                      <a:cubicBezTo>
                        <a:pt x="2788" y="9116"/>
                        <a:pt x="4038" y="9588"/>
                        <a:pt x="5257" y="9588"/>
                      </a:cubicBezTo>
                      <a:cubicBezTo>
                        <a:pt x="6491" y="9588"/>
                        <a:pt x="7710" y="9131"/>
                        <a:pt x="8639" y="8186"/>
                      </a:cubicBezTo>
                      <a:cubicBezTo>
                        <a:pt x="10513" y="6312"/>
                        <a:pt x="10513" y="3265"/>
                        <a:pt x="8639" y="1406"/>
                      </a:cubicBezTo>
                      <a:cubicBezTo>
                        <a:pt x="7710" y="469"/>
                        <a:pt x="6483" y="1"/>
                        <a:pt x="5255" y="1"/>
                      </a:cubicBezTo>
                      <a:close/>
                    </a:path>
                  </a:pathLst>
                </a:custGeom>
                <a:gradFill rotWithShape="0">
                  <a:gsLst>
                    <a:gs pos="0">
                      <a:srgbClr val="EB9109"/>
                    </a:gs>
                    <a:gs pos="78000">
                      <a:srgbClr val="F5F8FF"/>
                    </a:gs>
                    <a:gs pos="100000">
                      <a:srgbClr val="F5F8FF"/>
                    </a:gs>
                  </a:gsLst>
                  <a:lin ang="0"/>
                </a:gradFill>
                <a:ln w="0"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44280" bIns="44280" anchor="ctr">
                  <a:noAutofit/>
                </a:bodyPr>
                <a:lstStyle/>
                <a:p>
                  <a:pPr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OpenSymbol"/>
                  </a:endParaRPr>
                </a:p>
              </p:txBody>
            </p:sp>
          </p:grpSp>
        </p:grpSp>
      </p:grpSp>
      <p:sp>
        <p:nvSpPr>
          <p:cNvPr id="182" name="Google Shape;1337;p29"/>
          <p:cNvSpPr/>
          <p:nvPr/>
        </p:nvSpPr>
        <p:spPr>
          <a:xfrm>
            <a:off x="1157400" y="3476880"/>
            <a:ext cx="5319720" cy="6051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tIns="91440" bIns="91440" anchor="t">
            <a:noAutofit/>
          </a:bodyPr>
          <a:lstStyle/>
          <a:p>
            <a:pPr defTabSz="914400">
              <a:lnSpc>
                <a:spcPct val="115000"/>
              </a:lnSpc>
              <a:spcBef>
                <a:spcPts val="300"/>
              </a:spcBef>
              <a:tabLst>
                <a:tab pos="0" algn="l"/>
              </a:tabLst>
            </a:pPr>
            <a:r>
              <a:rPr lang="en" sz="1200" b="1" u="none" strike="noStrike">
                <a:solidFill>
                  <a:schemeClr val="dk1"/>
                </a:solidFill>
                <a:effectLst/>
                <a:uFillTx/>
                <a:latin typeface="Poppins"/>
                <a:ea typeface="Poppins"/>
              </a:rPr>
              <a:t>CREDITS: </a:t>
            </a:r>
            <a:r>
              <a:rPr lang="en" sz="1200" b="0" u="none" strike="noStrike">
                <a:solidFill>
                  <a:schemeClr val="dk1"/>
                </a:solidFill>
                <a:effectLst/>
                <a:uFillTx/>
                <a:latin typeface="Poppins"/>
                <a:ea typeface="Poppins"/>
              </a:rPr>
              <a:t>This presentation template was created by </a:t>
            </a:r>
            <a:r>
              <a:rPr lang="en" sz="1200" b="1" u="sng" strike="noStrike">
                <a:solidFill>
                  <a:schemeClr val="dk1"/>
                </a:solidFill>
                <a:effectLst/>
                <a:uFillTx/>
                <a:latin typeface="Poppins"/>
                <a:ea typeface="Poppins"/>
                <a:hlinkClick r:id="rId5"/>
              </a:rPr>
              <a:t>Slidesgo</a:t>
            </a:r>
            <a:r>
              <a:rPr lang="en" sz="1200" b="0" u="none" strike="noStrike">
                <a:solidFill>
                  <a:schemeClr val="dk1"/>
                </a:solidFill>
                <a:effectLst/>
                <a:uFillTx/>
                <a:latin typeface="Poppins"/>
                <a:ea typeface="Poppins"/>
              </a:rPr>
              <a:t>, and includes icons, infographics &amp; images by</a:t>
            </a:r>
            <a:r>
              <a:rPr lang="en" sz="1200" b="1" u="none" strike="noStrike">
                <a:solidFill>
                  <a:schemeClr val="dk1"/>
                </a:solidFill>
                <a:effectLst/>
                <a:uFillTx/>
                <a:latin typeface="Poppins"/>
                <a:ea typeface="Poppins"/>
              </a:rPr>
              <a:t> </a:t>
            </a:r>
            <a:r>
              <a:rPr lang="en" sz="1200" b="1" u="sng" strike="noStrike">
                <a:solidFill>
                  <a:schemeClr val="dk1"/>
                </a:solidFill>
                <a:effectLst/>
                <a:uFillTx/>
                <a:latin typeface="Poppins"/>
                <a:ea typeface="Poppins"/>
                <a:hlinkClick r:id="rId6"/>
              </a:rPr>
              <a:t>Freepik</a:t>
            </a:r>
            <a:r>
              <a:rPr lang="en" sz="1200" b="1" u="sng" strike="noStrike">
                <a:solidFill>
                  <a:schemeClr val="dk1"/>
                </a:solidFill>
                <a:effectLst/>
                <a:uFillTx/>
                <a:latin typeface="Poppins"/>
                <a:ea typeface="Poppins"/>
              </a:rPr>
              <a:t> 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OpenSymbol"/>
            </a:endParaRPr>
          </a:p>
        </p:txBody>
      </p:sp>
      <p:sp>
        <p:nvSpPr>
          <p:cNvPr id="183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8229240" cy="2982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fr-FR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fr-FR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fr-FR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fr-FR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fr-F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fr-F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fr-F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53" r:id="rId1"/>
    <p:sldLayoutId id="2147483654" r:id="rId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4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PlaceHolder 1"/>
          <p:cNvSpPr>
            <a:spLocks noGrp="1"/>
          </p:cNvSpPr>
          <p:nvPr>
            <p:ph type="title"/>
          </p:nvPr>
        </p:nvSpPr>
        <p:spPr>
          <a:xfrm>
            <a:off x="720000" y="444960"/>
            <a:ext cx="7703640" cy="57240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t">
            <a:noAutofit/>
          </a:bodyPr>
          <a:lstStyle/>
          <a:p>
            <a:pPr indent="0">
              <a:buNone/>
            </a:pPr>
            <a:r>
              <a:rPr lang="fr-FR" sz="30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Click to edit the title text format</a:t>
            </a:r>
          </a:p>
        </p:txBody>
      </p:sp>
      <p:sp>
        <p:nvSpPr>
          <p:cNvPr id="187" name="PlaceHolder 2"/>
          <p:cNvSpPr>
            <a:spLocks noGrp="1"/>
          </p:cNvSpPr>
          <p:nvPr>
            <p:ph type="body"/>
          </p:nvPr>
        </p:nvSpPr>
        <p:spPr>
          <a:xfrm>
            <a:off x="720000" y="1139400"/>
            <a:ext cx="7703640" cy="41112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t">
            <a:noAutofit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fr-FR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fr-FR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fr-FR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fr-FR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fr-FR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fr-FR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fr-FR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</a:p>
        </p:txBody>
      </p:sp>
      <p:grpSp>
        <p:nvGrpSpPr>
          <p:cNvPr id="188" name="Google Shape;143;p4"/>
          <p:cNvGrpSpPr/>
          <p:nvPr/>
        </p:nvGrpSpPr>
        <p:grpSpPr>
          <a:xfrm>
            <a:off x="7365240" y="-1147680"/>
            <a:ext cx="3732840" cy="6536520"/>
            <a:chOff x="7365240" y="-1147680"/>
            <a:chExt cx="3732840" cy="6536520"/>
          </a:xfrm>
        </p:grpSpPr>
        <p:pic>
          <p:nvPicPr>
            <p:cNvPr id="189" name="Google Shape;144;p4"/>
            <p:cNvPicPr/>
            <p:nvPr/>
          </p:nvPicPr>
          <p:blipFill>
            <a:blip r:embed="rId3"/>
            <a:srcRect l="16959" t="24713" r="7122" b="26173"/>
            <a:stretch/>
          </p:blipFill>
          <p:spPr>
            <a:xfrm>
              <a:off x="7365240" y="-1147680"/>
              <a:ext cx="3732840" cy="2848680"/>
            </a:xfrm>
            <a:prstGeom prst="rect">
              <a:avLst/>
            </a:prstGeom>
            <a:noFill/>
            <a:ln w="0">
              <a:noFill/>
            </a:ln>
          </p:spPr>
        </p:pic>
        <p:grpSp>
          <p:nvGrpSpPr>
            <p:cNvPr id="190" name="Google Shape;145;p4"/>
            <p:cNvGrpSpPr/>
            <p:nvPr/>
          </p:nvGrpSpPr>
          <p:grpSpPr>
            <a:xfrm>
              <a:off x="7544880" y="540000"/>
              <a:ext cx="1518120" cy="3030120"/>
              <a:chOff x="7544880" y="540000"/>
              <a:chExt cx="1518120" cy="3030120"/>
            </a:xfrm>
          </p:grpSpPr>
          <p:sp>
            <p:nvSpPr>
              <p:cNvPr id="191" name="Google Shape;146;p4"/>
              <p:cNvSpPr/>
              <p:nvPr/>
            </p:nvSpPr>
            <p:spPr>
              <a:xfrm rot="10800000">
                <a:off x="7642440" y="737280"/>
                <a:ext cx="1420560" cy="2832840"/>
              </a:xfrm>
              <a:custGeom>
                <a:avLst/>
                <a:gdLst>
                  <a:gd name="textAreaLeft" fmla="*/ 0 w 1420560"/>
                  <a:gd name="textAreaRight" fmla="*/ 1420920 w 1420560"/>
                  <a:gd name="textAreaTop" fmla="*/ 0 h 2832840"/>
                  <a:gd name="textAreaBottom" fmla="*/ 2833200 h 2832840"/>
                </a:gdLst>
                <a:ahLst/>
                <a:cxnLst/>
                <a:rect l="textAreaLeft" t="textAreaTop" r="textAreaRight" b="textAreaBottom"/>
                <a:pathLst>
                  <a:path w="34647" h="69081">
                    <a:moveTo>
                      <a:pt x="34434" y="1"/>
                    </a:moveTo>
                    <a:lnTo>
                      <a:pt x="25429" y="8990"/>
                    </a:lnTo>
                    <a:lnTo>
                      <a:pt x="25383" y="9051"/>
                    </a:lnTo>
                    <a:lnTo>
                      <a:pt x="25383" y="32651"/>
                    </a:lnTo>
                    <a:lnTo>
                      <a:pt x="15130" y="42920"/>
                    </a:lnTo>
                    <a:lnTo>
                      <a:pt x="15084" y="42951"/>
                    </a:lnTo>
                    <a:lnTo>
                      <a:pt x="15084" y="60472"/>
                    </a:lnTo>
                    <a:lnTo>
                      <a:pt x="9614" y="65957"/>
                    </a:lnTo>
                    <a:lnTo>
                      <a:pt x="0" y="65957"/>
                    </a:lnTo>
                    <a:lnTo>
                      <a:pt x="0" y="69080"/>
                    </a:lnTo>
                    <a:lnTo>
                      <a:pt x="320" y="69080"/>
                    </a:lnTo>
                    <a:lnTo>
                      <a:pt x="320" y="66262"/>
                    </a:lnTo>
                    <a:lnTo>
                      <a:pt x="9751" y="66262"/>
                    </a:lnTo>
                    <a:lnTo>
                      <a:pt x="15389" y="60609"/>
                    </a:lnTo>
                    <a:lnTo>
                      <a:pt x="15389" y="43088"/>
                    </a:lnTo>
                    <a:lnTo>
                      <a:pt x="25658" y="32819"/>
                    </a:lnTo>
                    <a:lnTo>
                      <a:pt x="25688" y="32788"/>
                    </a:lnTo>
                    <a:lnTo>
                      <a:pt x="25688" y="9188"/>
                    </a:lnTo>
                    <a:lnTo>
                      <a:pt x="34647" y="214"/>
                    </a:lnTo>
                    <a:lnTo>
                      <a:pt x="34434" y="1"/>
                    </a:lnTo>
                    <a:close/>
                  </a:path>
                </a:pathLst>
              </a:custGeom>
              <a:gradFill rotWithShape="0">
                <a:gsLst>
                  <a:gs pos="0">
                    <a:srgbClr val="0C0A9E"/>
                  </a:gs>
                  <a:gs pos="100000">
                    <a:srgbClr val="FFFFFF">
                      <a:alpha val="0"/>
                    </a:srgbClr>
                  </a:gs>
                </a:gsLst>
                <a:lin ang="162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tIns="91440" bIns="91440" anchor="ctr">
                <a:noAutofit/>
              </a:bodyPr>
              <a:lstStyle/>
              <a:p>
                <a:pPr defTabSz="914400">
                  <a:lnSpc>
                    <a:spcPct val="100000"/>
                  </a:lnSpc>
                  <a:tabLst>
                    <a:tab pos="0" algn="l"/>
                  </a:tabLst>
                </a:pPr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OpenSymbol"/>
                </a:endParaRPr>
              </a:p>
            </p:txBody>
          </p:sp>
          <p:sp>
            <p:nvSpPr>
              <p:cNvPr id="192" name="Google Shape;147;p4"/>
              <p:cNvSpPr/>
              <p:nvPr/>
            </p:nvSpPr>
            <p:spPr>
              <a:xfrm rot="10800000">
                <a:off x="7544880" y="540000"/>
                <a:ext cx="1420560" cy="2832840"/>
              </a:xfrm>
              <a:custGeom>
                <a:avLst/>
                <a:gdLst>
                  <a:gd name="textAreaLeft" fmla="*/ 0 w 1420560"/>
                  <a:gd name="textAreaRight" fmla="*/ 1420920 w 1420560"/>
                  <a:gd name="textAreaTop" fmla="*/ 0 h 2832840"/>
                  <a:gd name="textAreaBottom" fmla="*/ 2833200 h 2832840"/>
                </a:gdLst>
                <a:ahLst/>
                <a:cxnLst/>
                <a:rect l="textAreaLeft" t="textAreaTop" r="textAreaRight" b="textAreaBottom"/>
                <a:pathLst>
                  <a:path w="34647" h="69081">
                    <a:moveTo>
                      <a:pt x="34434" y="1"/>
                    </a:moveTo>
                    <a:lnTo>
                      <a:pt x="25429" y="8990"/>
                    </a:lnTo>
                    <a:lnTo>
                      <a:pt x="25383" y="9051"/>
                    </a:lnTo>
                    <a:lnTo>
                      <a:pt x="25383" y="32651"/>
                    </a:lnTo>
                    <a:lnTo>
                      <a:pt x="15130" y="42920"/>
                    </a:lnTo>
                    <a:lnTo>
                      <a:pt x="15084" y="42951"/>
                    </a:lnTo>
                    <a:lnTo>
                      <a:pt x="15084" y="60472"/>
                    </a:lnTo>
                    <a:lnTo>
                      <a:pt x="9614" y="65957"/>
                    </a:lnTo>
                    <a:lnTo>
                      <a:pt x="0" y="65957"/>
                    </a:lnTo>
                    <a:lnTo>
                      <a:pt x="0" y="69080"/>
                    </a:lnTo>
                    <a:lnTo>
                      <a:pt x="320" y="69080"/>
                    </a:lnTo>
                    <a:lnTo>
                      <a:pt x="320" y="66262"/>
                    </a:lnTo>
                    <a:lnTo>
                      <a:pt x="9751" y="66262"/>
                    </a:lnTo>
                    <a:lnTo>
                      <a:pt x="15389" y="60609"/>
                    </a:lnTo>
                    <a:lnTo>
                      <a:pt x="15389" y="43088"/>
                    </a:lnTo>
                    <a:lnTo>
                      <a:pt x="25658" y="32819"/>
                    </a:lnTo>
                    <a:lnTo>
                      <a:pt x="25688" y="32788"/>
                    </a:lnTo>
                    <a:lnTo>
                      <a:pt x="25688" y="9188"/>
                    </a:lnTo>
                    <a:lnTo>
                      <a:pt x="34647" y="214"/>
                    </a:lnTo>
                    <a:lnTo>
                      <a:pt x="34434" y="1"/>
                    </a:lnTo>
                    <a:close/>
                  </a:path>
                </a:pathLst>
              </a:custGeom>
              <a:gradFill rotWithShape="0">
                <a:gsLst>
                  <a:gs pos="0">
                    <a:srgbClr val="0C0A9E"/>
                  </a:gs>
                  <a:gs pos="100000">
                    <a:srgbClr val="FFFFFF">
                      <a:alpha val="0"/>
                    </a:srgbClr>
                  </a:gs>
                </a:gsLst>
                <a:lin ang="162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tIns="91440" bIns="91440" anchor="ctr">
                <a:noAutofit/>
              </a:bodyPr>
              <a:lstStyle/>
              <a:p>
                <a:pPr defTabSz="914400">
                  <a:lnSpc>
                    <a:spcPct val="100000"/>
                  </a:lnSpc>
                  <a:tabLst>
                    <a:tab pos="0" algn="l"/>
                  </a:tabLst>
                </a:pPr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OpenSymbol"/>
                </a:endParaRPr>
              </a:p>
            </p:txBody>
          </p:sp>
        </p:grpSp>
        <p:sp>
          <p:nvSpPr>
            <p:cNvPr id="193" name="Google Shape;148;p4"/>
            <p:cNvSpPr/>
            <p:nvPr/>
          </p:nvSpPr>
          <p:spPr>
            <a:xfrm rot="5400000">
              <a:off x="8250840" y="-876960"/>
              <a:ext cx="1420560" cy="2832840"/>
            </a:xfrm>
            <a:custGeom>
              <a:avLst/>
              <a:gdLst>
                <a:gd name="textAreaLeft" fmla="*/ 0 w 1420560"/>
                <a:gd name="textAreaRight" fmla="*/ 1420920 w 1420560"/>
                <a:gd name="textAreaTop" fmla="*/ 0 h 2832840"/>
                <a:gd name="textAreaBottom" fmla="*/ 2833200 h 2832840"/>
              </a:gdLst>
              <a:ahLst/>
              <a:cxnLst/>
              <a:rect l="textAreaLeft" t="textAreaTop" r="textAreaRight" b="textAreaBottom"/>
              <a:pathLst>
                <a:path w="34647" h="69081">
                  <a:moveTo>
                    <a:pt x="34434" y="1"/>
                  </a:moveTo>
                  <a:lnTo>
                    <a:pt x="25429" y="8990"/>
                  </a:lnTo>
                  <a:lnTo>
                    <a:pt x="25383" y="9051"/>
                  </a:lnTo>
                  <a:lnTo>
                    <a:pt x="25383" y="32651"/>
                  </a:lnTo>
                  <a:lnTo>
                    <a:pt x="15130" y="42920"/>
                  </a:lnTo>
                  <a:lnTo>
                    <a:pt x="15084" y="42951"/>
                  </a:lnTo>
                  <a:lnTo>
                    <a:pt x="15084" y="60472"/>
                  </a:lnTo>
                  <a:lnTo>
                    <a:pt x="9614" y="65957"/>
                  </a:lnTo>
                  <a:lnTo>
                    <a:pt x="0" y="65957"/>
                  </a:lnTo>
                  <a:lnTo>
                    <a:pt x="0" y="69080"/>
                  </a:lnTo>
                  <a:lnTo>
                    <a:pt x="320" y="69080"/>
                  </a:lnTo>
                  <a:lnTo>
                    <a:pt x="320" y="66262"/>
                  </a:lnTo>
                  <a:lnTo>
                    <a:pt x="9751" y="66262"/>
                  </a:lnTo>
                  <a:lnTo>
                    <a:pt x="15389" y="60609"/>
                  </a:lnTo>
                  <a:lnTo>
                    <a:pt x="15389" y="43088"/>
                  </a:lnTo>
                  <a:lnTo>
                    <a:pt x="25658" y="32819"/>
                  </a:lnTo>
                  <a:lnTo>
                    <a:pt x="25688" y="32788"/>
                  </a:lnTo>
                  <a:lnTo>
                    <a:pt x="25688" y="9188"/>
                  </a:lnTo>
                  <a:lnTo>
                    <a:pt x="34647" y="214"/>
                  </a:lnTo>
                  <a:lnTo>
                    <a:pt x="34434" y="1"/>
                  </a:lnTo>
                  <a:close/>
                </a:path>
              </a:pathLst>
            </a:custGeom>
            <a:gradFill rotWithShape="0">
              <a:gsLst>
                <a:gs pos="0">
                  <a:srgbClr val="0C0A9E"/>
                </a:gs>
                <a:gs pos="100000">
                  <a:srgbClr val="FFFFFF">
                    <a:alpha val="0"/>
                  </a:srgbClr>
                </a:gs>
              </a:gsLst>
              <a:lin ang="10800000"/>
            </a:gra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grpSp>
          <p:nvGrpSpPr>
            <p:cNvPr id="194" name="Google Shape;149;p4"/>
            <p:cNvGrpSpPr/>
            <p:nvPr/>
          </p:nvGrpSpPr>
          <p:grpSpPr>
            <a:xfrm>
              <a:off x="7893360" y="270000"/>
              <a:ext cx="3152880" cy="5118840"/>
              <a:chOff x="7893360" y="270000"/>
              <a:chExt cx="3152880" cy="5118840"/>
            </a:xfrm>
          </p:grpSpPr>
          <p:sp>
            <p:nvSpPr>
              <p:cNvPr id="195" name="Google Shape;150;p4"/>
              <p:cNvSpPr/>
              <p:nvPr/>
            </p:nvSpPr>
            <p:spPr>
              <a:xfrm>
                <a:off x="7893360" y="270000"/>
                <a:ext cx="3152880" cy="5118840"/>
              </a:xfrm>
              <a:custGeom>
                <a:avLst/>
                <a:gdLst>
                  <a:gd name="textAreaLeft" fmla="*/ 0 w 3152880"/>
                  <a:gd name="textAreaRight" fmla="*/ 3153240 w 3152880"/>
                  <a:gd name="textAreaTop" fmla="*/ 0 h 5118840"/>
                  <a:gd name="textAreaBottom" fmla="*/ 5119200 h 5118840"/>
                </a:gdLst>
                <a:ahLst/>
                <a:cxnLst/>
                <a:rect l="textAreaLeft" t="textAreaTop" r="textAreaRight" b="textAreaBottom"/>
                <a:pathLst>
                  <a:path w="76882" h="124813">
                    <a:moveTo>
                      <a:pt x="76668" y="0"/>
                    </a:moveTo>
                    <a:lnTo>
                      <a:pt x="63260" y="13408"/>
                    </a:lnTo>
                    <a:cubicBezTo>
                      <a:pt x="62879" y="13789"/>
                      <a:pt x="62879" y="14398"/>
                      <a:pt x="63260" y="14779"/>
                    </a:cubicBezTo>
                    <a:lnTo>
                      <a:pt x="69857" y="21376"/>
                    </a:lnTo>
                    <a:cubicBezTo>
                      <a:pt x="70116" y="21620"/>
                      <a:pt x="70116" y="22046"/>
                      <a:pt x="69857" y="22305"/>
                    </a:cubicBezTo>
                    <a:lnTo>
                      <a:pt x="46546" y="45616"/>
                    </a:lnTo>
                    <a:cubicBezTo>
                      <a:pt x="46417" y="45738"/>
                      <a:pt x="46245" y="45799"/>
                      <a:pt x="46074" y="45799"/>
                    </a:cubicBezTo>
                    <a:cubicBezTo>
                      <a:pt x="45903" y="45799"/>
                      <a:pt x="45731" y="45738"/>
                      <a:pt x="45602" y="45616"/>
                    </a:cubicBezTo>
                    <a:lnTo>
                      <a:pt x="39020" y="39019"/>
                    </a:lnTo>
                    <a:cubicBezTo>
                      <a:pt x="38822" y="38836"/>
                      <a:pt x="38593" y="38745"/>
                      <a:pt x="38334" y="38745"/>
                    </a:cubicBezTo>
                    <a:cubicBezTo>
                      <a:pt x="38060" y="38745"/>
                      <a:pt x="37831" y="38836"/>
                      <a:pt x="37649" y="39019"/>
                    </a:cubicBezTo>
                    <a:lnTo>
                      <a:pt x="23357" y="53311"/>
                    </a:lnTo>
                    <a:cubicBezTo>
                      <a:pt x="22976" y="53691"/>
                      <a:pt x="22976" y="54301"/>
                      <a:pt x="23357" y="54682"/>
                    </a:cubicBezTo>
                    <a:lnTo>
                      <a:pt x="40833" y="72142"/>
                    </a:lnTo>
                    <a:cubicBezTo>
                      <a:pt x="40939" y="72279"/>
                      <a:pt x="41016" y="72432"/>
                      <a:pt x="41016" y="72614"/>
                    </a:cubicBezTo>
                    <a:cubicBezTo>
                      <a:pt x="41016" y="72812"/>
                      <a:pt x="40955" y="72965"/>
                      <a:pt x="40833" y="73102"/>
                    </a:cubicBezTo>
                    <a:lnTo>
                      <a:pt x="27090" y="86830"/>
                    </a:lnTo>
                    <a:cubicBezTo>
                      <a:pt x="26907" y="87028"/>
                      <a:pt x="26816" y="87256"/>
                      <a:pt x="26816" y="87515"/>
                    </a:cubicBezTo>
                    <a:lnTo>
                      <a:pt x="26816" y="96276"/>
                    </a:lnTo>
                    <a:cubicBezTo>
                      <a:pt x="26816" y="96459"/>
                      <a:pt x="26755" y="96611"/>
                      <a:pt x="26618" y="96748"/>
                    </a:cubicBezTo>
                    <a:lnTo>
                      <a:pt x="13225" y="110140"/>
                    </a:lnTo>
                    <a:cubicBezTo>
                      <a:pt x="13103" y="110270"/>
                      <a:pt x="12940" y="110335"/>
                      <a:pt x="12772" y="110335"/>
                    </a:cubicBezTo>
                    <a:cubicBezTo>
                      <a:pt x="12604" y="110335"/>
                      <a:pt x="12433" y="110270"/>
                      <a:pt x="12296" y="110140"/>
                    </a:cubicBezTo>
                    <a:lnTo>
                      <a:pt x="7618" y="105448"/>
                    </a:lnTo>
                    <a:cubicBezTo>
                      <a:pt x="7428" y="105257"/>
                      <a:pt x="7180" y="105162"/>
                      <a:pt x="6933" y="105162"/>
                    </a:cubicBezTo>
                    <a:cubicBezTo>
                      <a:pt x="6685" y="105162"/>
                      <a:pt x="6438" y="105257"/>
                      <a:pt x="6247" y="105448"/>
                    </a:cubicBezTo>
                    <a:lnTo>
                      <a:pt x="381" y="111314"/>
                    </a:lnTo>
                    <a:cubicBezTo>
                      <a:pt x="1" y="111695"/>
                      <a:pt x="1" y="112304"/>
                      <a:pt x="381" y="112685"/>
                    </a:cubicBezTo>
                    <a:lnTo>
                      <a:pt x="5059" y="117378"/>
                    </a:lnTo>
                    <a:cubicBezTo>
                      <a:pt x="5181" y="117515"/>
                      <a:pt x="5257" y="117667"/>
                      <a:pt x="5257" y="117850"/>
                    </a:cubicBezTo>
                    <a:cubicBezTo>
                      <a:pt x="5257" y="118048"/>
                      <a:pt x="5196" y="118200"/>
                      <a:pt x="5059" y="118322"/>
                    </a:cubicBezTo>
                    <a:lnTo>
                      <a:pt x="3231" y="120150"/>
                    </a:lnTo>
                    <a:cubicBezTo>
                      <a:pt x="2850" y="120531"/>
                      <a:pt x="2850" y="121141"/>
                      <a:pt x="3231" y="121522"/>
                    </a:cubicBezTo>
                    <a:lnTo>
                      <a:pt x="5059" y="123365"/>
                    </a:lnTo>
                    <a:cubicBezTo>
                      <a:pt x="5333" y="123609"/>
                      <a:pt x="5333" y="124020"/>
                      <a:pt x="5059" y="124295"/>
                    </a:cubicBezTo>
                    <a:cubicBezTo>
                      <a:pt x="4914" y="124432"/>
                      <a:pt x="4754" y="124489"/>
                      <a:pt x="4602" y="124489"/>
                    </a:cubicBezTo>
                    <a:cubicBezTo>
                      <a:pt x="4449" y="124489"/>
                      <a:pt x="4305" y="124432"/>
                      <a:pt x="4190" y="124340"/>
                    </a:cubicBezTo>
                    <a:cubicBezTo>
                      <a:pt x="3962" y="124173"/>
                      <a:pt x="3825" y="123838"/>
                      <a:pt x="4038" y="123487"/>
                    </a:cubicBezTo>
                    <a:lnTo>
                      <a:pt x="3764" y="123335"/>
                    </a:lnTo>
                    <a:lnTo>
                      <a:pt x="3764" y="123335"/>
                    </a:lnTo>
                    <a:cubicBezTo>
                      <a:pt x="3459" y="123838"/>
                      <a:pt x="3672" y="124356"/>
                      <a:pt x="3992" y="124599"/>
                    </a:cubicBezTo>
                    <a:cubicBezTo>
                      <a:pt x="4175" y="124736"/>
                      <a:pt x="4373" y="124813"/>
                      <a:pt x="4602" y="124813"/>
                    </a:cubicBezTo>
                    <a:cubicBezTo>
                      <a:pt x="4830" y="124813"/>
                      <a:pt x="5059" y="124736"/>
                      <a:pt x="5272" y="124477"/>
                    </a:cubicBezTo>
                    <a:cubicBezTo>
                      <a:pt x="5455" y="124295"/>
                      <a:pt x="5562" y="124066"/>
                      <a:pt x="5562" y="123792"/>
                    </a:cubicBezTo>
                    <a:cubicBezTo>
                      <a:pt x="5562" y="123533"/>
                      <a:pt x="5455" y="123304"/>
                      <a:pt x="5272" y="123106"/>
                    </a:cubicBezTo>
                    <a:lnTo>
                      <a:pt x="3444" y="121278"/>
                    </a:lnTo>
                    <a:cubicBezTo>
                      <a:pt x="3170" y="121034"/>
                      <a:pt x="3170" y="120623"/>
                      <a:pt x="3444" y="120349"/>
                    </a:cubicBezTo>
                    <a:lnTo>
                      <a:pt x="5272" y="118520"/>
                    </a:lnTo>
                    <a:cubicBezTo>
                      <a:pt x="5455" y="118337"/>
                      <a:pt x="5562" y="118094"/>
                      <a:pt x="5562" y="117835"/>
                    </a:cubicBezTo>
                    <a:cubicBezTo>
                      <a:pt x="5562" y="117576"/>
                      <a:pt x="5455" y="117332"/>
                      <a:pt x="5272" y="117149"/>
                    </a:cubicBezTo>
                    <a:lnTo>
                      <a:pt x="579" y="112456"/>
                    </a:lnTo>
                    <a:cubicBezTo>
                      <a:pt x="320" y="112213"/>
                      <a:pt x="320" y="111801"/>
                      <a:pt x="579" y="111527"/>
                    </a:cubicBezTo>
                    <a:lnTo>
                      <a:pt x="6445" y="105661"/>
                    </a:lnTo>
                    <a:cubicBezTo>
                      <a:pt x="6575" y="105532"/>
                      <a:pt x="6742" y="105467"/>
                      <a:pt x="6912" y="105467"/>
                    </a:cubicBezTo>
                    <a:cubicBezTo>
                      <a:pt x="7081" y="105467"/>
                      <a:pt x="7253" y="105532"/>
                      <a:pt x="7390" y="105661"/>
                    </a:cubicBezTo>
                    <a:lnTo>
                      <a:pt x="12067" y="110354"/>
                    </a:lnTo>
                    <a:cubicBezTo>
                      <a:pt x="12265" y="110537"/>
                      <a:pt x="12494" y="110643"/>
                      <a:pt x="12753" y="110643"/>
                    </a:cubicBezTo>
                    <a:cubicBezTo>
                      <a:pt x="13027" y="110643"/>
                      <a:pt x="13256" y="110537"/>
                      <a:pt x="13439" y="110354"/>
                    </a:cubicBezTo>
                    <a:lnTo>
                      <a:pt x="26831" y="96961"/>
                    </a:lnTo>
                    <a:cubicBezTo>
                      <a:pt x="27014" y="96779"/>
                      <a:pt x="27120" y="96550"/>
                      <a:pt x="27120" y="96276"/>
                    </a:cubicBezTo>
                    <a:lnTo>
                      <a:pt x="27120" y="87469"/>
                    </a:lnTo>
                    <a:cubicBezTo>
                      <a:pt x="27120" y="87287"/>
                      <a:pt x="27166" y="87134"/>
                      <a:pt x="27303" y="86997"/>
                    </a:cubicBezTo>
                    <a:lnTo>
                      <a:pt x="41031" y="73270"/>
                    </a:lnTo>
                    <a:cubicBezTo>
                      <a:pt x="41412" y="72889"/>
                      <a:pt x="41412" y="72279"/>
                      <a:pt x="41031" y="71898"/>
                    </a:cubicBezTo>
                    <a:lnTo>
                      <a:pt x="23571" y="54438"/>
                    </a:lnTo>
                    <a:cubicBezTo>
                      <a:pt x="23312" y="54194"/>
                      <a:pt x="23312" y="53768"/>
                      <a:pt x="23571" y="53509"/>
                    </a:cubicBezTo>
                    <a:lnTo>
                      <a:pt x="37862" y="39217"/>
                    </a:lnTo>
                    <a:cubicBezTo>
                      <a:pt x="37984" y="39095"/>
                      <a:pt x="38155" y="39035"/>
                      <a:pt x="38327" y="39035"/>
                    </a:cubicBezTo>
                    <a:cubicBezTo>
                      <a:pt x="38498" y="39035"/>
                      <a:pt x="38669" y="39095"/>
                      <a:pt x="38791" y="39217"/>
                    </a:cubicBezTo>
                    <a:lnTo>
                      <a:pt x="45373" y="45830"/>
                    </a:lnTo>
                    <a:cubicBezTo>
                      <a:pt x="45571" y="46013"/>
                      <a:pt x="45800" y="46119"/>
                      <a:pt x="46059" y="46119"/>
                    </a:cubicBezTo>
                    <a:cubicBezTo>
                      <a:pt x="46333" y="46119"/>
                      <a:pt x="46562" y="46013"/>
                      <a:pt x="46744" y="45830"/>
                    </a:cubicBezTo>
                    <a:lnTo>
                      <a:pt x="70055" y="22519"/>
                    </a:lnTo>
                    <a:cubicBezTo>
                      <a:pt x="70436" y="22138"/>
                      <a:pt x="70436" y="21528"/>
                      <a:pt x="70055" y="21148"/>
                    </a:cubicBezTo>
                    <a:lnTo>
                      <a:pt x="63473" y="14550"/>
                    </a:lnTo>
                    <a:cubicBezTo>
                      <a:pt x="63199" y="14307"/>
                      <a:pt x="63199" y="13895"/>
                      <a:pt x="63473" y="13621"/>
                    </a:cubicBezTo>
                    <a:lnTo>
                      <a:pt x="76881" y="213"/>
                    </a:lnTo>
                    <a:lnTo>
                      <a:pt x="76668" y="0"/>
                    </a:lnTo>
                    <a:close/>
                  </a:path>
                </a:pathLst>
              </a:custGeom>
              <a:gradFill rotWithShape="0">
                <a:gsLst>
                  <a:gs pos="0">
                    <a:srgbClr val="9900FF">
                      <a:alpha val="47000"/>
                    </a:srgbClr>
                  </a:gs>
                  <a:gs pos="100000">
                    <a:srgbClr val="FFFFFF">
                      <a:alpha val="0"/>
                    </a:srgbClr>
                  </a:gs>
                </a:gsLst>
                <a:path path="circle">
                  <a:fillToRect l="50000" t="50000" r="50000" b="50000"/>
                </a:path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tIns="91440" bIns="91440" anchor="ctr">
                <a:noAutofit/>
              </a:bodyPr>
              <a:lstStyle/>
              <a:p>
                <a:pPr defTabSz="914400">
                  <a:lnSpc>
                    <a:spcPct val="100000"/>
                  </a:lnSpc>
                  <a:tabLst>
                    <a:tab pos="0" algn="l"/>
                  </a:tabLst>
                </a:pPr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OpenSymbol"/>
                </a:endParaRPr>
              </a:p>
            </p:txBody>
          </p:sp>
          <p:grpSp>
            <p:nvGrpSpPr>
              <p:cNvPr id="196" name="Google Shape;151;p4"/>
              <p:cNvGrpSpPr/>
              <p:nvPr/>
            </p:nvGrpSpPr>
            <p:grpSpPr>
              <a:xfrm>
                <a:off x="8345160" y="4736520"/>
                <a:ext cx="133560" cy="133560"/>
                <a:chOff x="8345160" y="4736520"/>
                <a:chExt cx="133560" cy="133560"/>
              </a:xfrm>
            </p:grpSpPr>
            <p:sp>
              <p:nvSpPr>
                <p:cNvPr id="197" name="Google Shape;152;p4"/>
                <p:cNvSpPr/>
                <p:nvPr/>
              </p:nvSpPr>
              <p:spPr>
                <a:xfrm>
                  <a:off x="8345160" y="4736520"/>
                  <a:ext cx="133560" cy="133560"/>
                </a:xfrm>
                <a:prstGeom prst="ellipse">
                  <a:avLst/>
                </a:prstGeom>
                <a:noFill/>
                <a:ln w="9525">
                  <a:solidFill>
                    <a:srgbClr val="8208D5"/>
                  </a:solidFill>
                  <a:round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47160" bIns="47160" anchor="ctr">
                  <a:noAutofit/>
                </a:bodyPr>
                <a:lstStyle/>
                <a:p>
                  <a:pPr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198" name="Google Shape;153;p4"/>
                <p:cNvSpPr/>
                <p:nvPr/>
              </p:nvSpPr>
              <p:spPr>
                <a:xfrm>
                  <a:off x="8364240" y="4755240"/>
                  <a:ext cx="95760" cy="95760"/>
                </a:xfrm>
                <a:prstGeom prst="ellipse">
                  <a:avLst/>
                </a:prstGeom>
                <a:gradFill rotWithShape="0">
                  <a:gsLst>
                    <a:gs pos="0">
                      <a:srgbClr val="9900FF">
                        <a:alpha val="47000"/>
                      </a:srgbClr>
                    </a:gs>
                    <a:gs pos="100000">
                      <a:srgbClr val="FFFFFF">
                        <a:alpha val="0"/>
                      </a:srgbClr>
                    </a:gs>
                  </a:gsLst>
                  <a:path path="circle">
                    <a:fillToRect l="50000" t="50000" r="50000" b="50000"/>
                  </a:path>
                </a:gradFill>
                <a:ln w="0"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33840" bIns="33840" anchor="ctr">
                  <a:noAutofit/>
                </a:bodyPr>
                <a:lstStyle/>
                <a:p>
                  <a:pPr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OpenSymbol"/>
                  </a:endParaRPr>
                </a:p>
              </p:txBody>
            </p:sp>
          </p:grpSp>
          <p:grpSp>
            <p:nvGrpSpPr>
              <p:cNvPr id="199" name="Google Shape;154;p4"/>
              <p:cNvGrpSpPr/>
              <p:nvPr/>
            </p:nvGrpSpPr>
            <p:grpSpPr>
              <a:xfrm>
                <a:off x="8940600" y="3794760"/>
                <a:ext cx="133560" cy="133560"/>
                <a:chOff x="8940600" y="3794760"/>
                <a:chExt cx="133560" cy="133560"/>
              </a:xfrm>
            </p:grpSpPr>
            <p:sp>
              <p:nvSpPr>
                <p:cNvPr id="200" name="Google Shape;155;p4"/>
                <p:cNvSpPr/>
                <p:nvPr/>
              </p:nvSpPr>
              <p:spPr>
                <a:xfrm>
                  <a:off x="8940600" y="3794760"/>
                  <a:ext cx="133560" cy="133560"/>
                </a:xfrm>
                <a:prstGeom prst="ellipse">
                  <a:avLst/>
                </a:prstGeom>
                <a:noFill/>
                <a:ln w="9525">
                  <a:solidFill>
                    <a:srgbClr val="8208D5"/>
                  </a:solidFill>
                  <a:round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47160" bIns="47160" anchor="ctr">
                  <a:noAutofit/>
                </a:bodyPr>
                <a:lstStyle/>
                <a:p>
                  <a:pPr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201" name="Google Shape;156;p4"/>
                <p:cNvSpPr/>
                <p:nvPr/>
              </p:nvSpPr>
              <p:spPr>
                <a:xfrm>
                  <a:off x="8959680" y="3813480"/>
                  <a:ext cx="95760" cy="95760"/>
                </a:xfrm>
                <a:prstGeom prst="ellipse">
                  <a:avLst/>
                </a:prstGeom>
                <a:gradFill rotWithShape="0">
                  <a:gsLst>
                    <a:gs pos="0">
                      <a:srgbClr val="9900FF">
                        <a:alpha val="47000"/>
                      </a:srgbClr>
                    </a:gs>
                    <a:gs pos="100000">
                      <a:srgbClr val="FFFFFF">
                        <a:alpha val="0"/>
                      </a:srgbClr>
                    </a:gs>
                  </a:gsLst>
                  <a:path path="circle">
                    <a:fillToRect l="50000" t="50000" r="50000" b="50000"/>
                  </a:path>
                </a:gradFill>
                <a:ln w="0"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33840" bIns="33840" anchor="ctr">
                  <a:noAutofit/>
                </a:bodyPr>
                <a:lstStyle/>
                <a:p>
                  <a:pPr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OpenSymbol"/>
                  </a:endParaRPr>
                </a:p>
              </p:txBody>
            </p:sp>
          </p:grpSp>
          <p:grpSp>
            <p:nvGrpSpPr>
              <p:cNvPr id="202" name="Google Shape;157;p4"/>
              <p:cNvGrpSpPr/>
              <p:nvPr/>
            </p:nvGrpSpPr>
            <p:grpSpPr>
              <a:xfrm>
                <a:off x="8806680" y="2424600"/>
                <a:ext cx="133560" cy="133560"/>
                <a:chOff x="8806680" y="2424600"/>
                <a:chExt cx="133560" cy="133560"/>
              </a:xfrm>
            </p:grpSpPr>
            <p:sp>
              <p:nvSpPr>
                <p:cNvPr id="203" name="Google Shape;158;p4"/>
                <p:cNvSpPr/>
                <p:nvPr/>
              </p:nvSpPr>
              <p:spPr>
                <a:xfrm>
                  <a:off x="8806680" y="2424600"/>
                  <a:ext cx="133560" cy="133560"/>
                </a:xfrm>
                <a:prstGeom prst="ellipse">
                  <a:avLst/>
                </a:prstGeom>
                <a:noFill/>
                <a:ln w="9525">
                  <a:solidFill>
                    <a:srgbClr val="8208D5"/>
                  </a:solidFill>
                  <a:round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47160" bIns="47160" anchor="ctr">
                  <a:noAutofit/>
                </a:bodyPr>
                <a:lstStyle/>
                <a:p>
                  <a:pPr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204" name="Google Shape;159;p4"/>
                <p:cNvSpPr/>
                <p:nvPr/>
              </p:nvSpPr>
              <p:spPr>
                <a:xfrm>
                  <a:off x="8825400" y="2443680"/>
                  <a:ext cx="95760" cy="95760"/>
                </a:xfrm>
                <a:prstGeom prst="ellipse">
                  <a:avLst/>
                </a:prstGeom>
                <a:gradFill rotWithShape="0">
                  <a:gsLst>
                    <a:gs pos="0">
                      <a:srgbClr val="9900FF">
                        <a:alpha val="47000"/>
                      </a:srgbClr>
                    </a:gs>
                    <a:gs pos="100000">
                      <a:srgbClr val="FFFFFF">
                        <a:alpha val="0"/>
                      </a:srgbClr>
                    </a:gs>
                  </a:gsLst>
                  <a:path path="circle">
                    <a:fillToRect l="50000" t="50000" r="50000" b="50000"/>
                  </a:path>
                </a:gradFill>
                <a:ln w="0"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33840" bIns="33840" anchor="ctr">
                  <a:noAutofit/>
                </a:bodyPr>
                <a:lstStyle/>
                <a:p>
                  <a:pPr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OpenSymbol"/>
                  </a:endParaRPr>
                </a:p>
              </p:txBody>
            </p:sp>
          </p:grpSp>
        </p:grpSp>
      </p:grpSp>
      <p:grpSp>
        <p:nvGrpSpPr>
          <p:cNvPr id="205" name="Google Shape;160;p4"/>
          <p:cNvGrpSpPr/>
          <p:nvPr/>
        </p:nvGrpSpPr>
        <p:grpSpPr>
          <a:xfrm>
            <a:off x="-575640" y="3774240"/>
            <a:ext cx="1954800" cy="2072160"/>
            <a:chOff x="-575640" y="3774240"/>
            <a:chExt cx="1954800" cy="2072160"/>
          </a:xfrm>
        </p:grpSpPr>
        <p:sp>
          <p:nvSpPr>
            <p:cNvPr id="206" name="Google Shape;161;p4"/>
            <p:cNvSpPr/>
            <p:nvPr/>
          </p:nvSpPr>
          <p:spPr>
            <a:xfrm rot="8271000">
              <a:off x="275400" y="3614760"/>
              <a:ext cx="396360" cy="2260080"/>
            </a:xfrm>
            <a:custGeom>
              <a:avLst/>
              <a:gdLst>
                <a:gd name="textAreaLeft" fmla="*/ 0 w 396360"/>
                <a:gd name="textAreaRight" fmla="*/ 396720 w 396360"/>
                <a:gd name="textAreaTop" fmla="*/ 0 h 2260080"/>
                <a:gd name="textAreaBottom" fmla="*/ 2260440 h 2260080"/>
              </a:gdLst>
              <a:ahLst/>
              <a:cxnLst/>
              <a:rect l="textAreaLeft" t="textAreaTop" r="textAreaRight" b="textAreaBottom"/>
              <a:pathLst>
                <a:path w="14079" h="48146">
                  <a:moveTo>
                    <a:pt x="13866" y="0"/>
                  </a:moveTo>
                  <a:lnTo>
                    <a:pt x="5867" y="7999"/>
                  </a:lnTo>
                  <a:lnTo>
                    <a:pt x="5836" y="8045"/>
                  </a:lnTo>
                  <a:lnTo>
                    <a:pt x="5836" y="31737"/>
                  </a:lnTo>
                  <a:lnTo>
                    <a:pt x="1" y="37541"/>
                  </a:lnTo>
                  <a:lnTo>
                    <a:pt x="1" y="48146"/>
                  </a:lnTo>
                  <a:lnTo>
                    <a:pt x="306" y="48146"/>
                  </a:lnTo>
                  <a:lnTo>
                    <a:pt x="306" y="37679"/>
                  </a:lnTo>
                  <a:lnTo>
                    <a:pt x="6141" y="31874"/>
                  </a:lnTo>
                  <a:lnTo>
                    <a:pt x="6141" y="8167"/>
                  </a:lnTo>
                  <a:lnTo>
                    <a:pt x="14079" y="229"/>
                  </a:lnTo>
                  <a:lnTo>
                    <a:pt x="13866" y="0"/>
                  </a:lnTo>
                  <a:close/>
                </a:path>
              </a:pathLst>
            </a:custGeom>
            <a:gradFill rotWithShape="0">
              <a:gsLst>
                <a:gs pos="0">
                  <a:srgbClr val="0C0A9E"/>
                </a:gs>
                <a:gs pos="100000">
                  <a:srgbClr val="FFFFFF">
                    <a:alpha val="0"/>
                  </a:srgbClr>
                </a:gs>
              </a:gsLst>
              <a:lin ang="16200000"/>
            </a:gra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207" name="Google Shape;162;p4"/>
            <p:cNvSpPr/>
            <p:nvPr/>
          </p:nvSpPr>
          <p:spPr>
            <a:xfrm rot="8271000">
              <a:off x="131040" y="3745440"/>
              <a:ext cx="396360" cy="2260080"/>
            </a:xfrm>
            <a:custGeom>
              <a:avLst/>
              <a:gdLst>
                <a:gd name="textAreaLeft" fmla="*/ 0 w 396360"/>
                <a:gd name="textAreaRight" fmla="*/ 396720 w 396360"/>
                <a:gd name="textAreaTop" fmla="*/ 0 h 2260080"/>
                <a:gd name="textAreaBottom" fmla="*/ 2260440 h 2260080"/>
              </a:gdLst>
              <a:ahLst/>
              <a:cxnLst/>
              <a:rect l="textAreaLeft" t="textAreaTop" r="textAreaRight" b="textAreaBottom"/>
              <a:pathLst>
                <a:path w="14079" h="48146">
                  <a:moveTo>
                    <a:pt x="13866" y="0"/>
                  </a:moveTo>
                  <a:lnTo>
                    <a:pt x="5867" y="7999"/>
                  </a:lnTo>
                  <a:lnTo>
                    <a:pt x="5836" y="8045"/>
                  </a:lnTo>
                  <a:lnTo>
                    <a:pt x="5836" y="31737"/>
                  </a:lnTo>
                  <a:lnTo>
                    <a:pt x="1" y="37541"/>
                  </a:lnTo>
                  <a:lnTo>
                    <a:pt x="1" y="48146"/>
                  </a:lnTo>
                  <a:lnTo>
                    <a:pt x="306" y="48146"/>
                  </a:lnTo>
                  <a:lnTo>
                    <a:pt x="306" y="37679"/>
                  </a:lnTo>
                  <a:lnTo>
                    <a:pt x="6141" y="31874"/>
                  </a:lnTo>
                  <a:lnTo>
                    <a:pt x="6141" y="8167"/>
                  </a:lnTo>
                  <a:lnTo>
                    <a:pt x="14079" y="229"/>
                  </a:lnTo>
                  <a:lnTo>
                    <a:pt x="13866" y="0"/>
                  </a:lnTo>
                  <a:close/>
                </a:path>
              </a:pathLst>
            </a:custGeom>
            <a:gradFill rotWithShape="0">
              <a:gsLst>
                <a:gs pos="0">
                  <a:srgbClr val="0C0A9E"/>
                </a:gs>
                <a:gs pos="100000">
                  <a:srgbClr val="FFFFFF">
                    <a:alpha val="0"/>
                  </a:srgbClr>
                </a:gs>
              </a:gsLst>
              <a:lin ang="16200000"/>
            </a:gra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</p:grpSp>
      <p:grpSp>
        <p:nvGrpSpPr>
          <p:cNvPr id="208" name="Google Shape;163;p4"/>
          <p:cNvGrpSpPr/>
          <p:nvPr/>
        </p:nvGrpSpPr>
        <p:grpSpPr>
          <a:xfrm>
            <a:off x="-519840" y="-573120"/>
            <a:ext cx="1501560" cy="2806920"/>
            <a:chOff x="-519840" y="-573120"/>
            <a:chExt cx="1501560" cy="2806920"/>
          </a:xfrm>
        </p:grpSpPr>
        <p:grpSp>
          <p:nvGrpSpPr>
            <p:cNvPr id="209" name="Google Shape;164;p4"/>
            <p:cNvGrpSpPr/>
            <p:nvPr/>
          </p:nvGrpSpPr>
          <p:grpSpPr>
            <a:xfrm>
              <a:off x="-343440" y="1508040"/>
              <a:ext cx="904320" cy="725760"/>
              <a:chOff x="-343440" y="1508040"/>
              <a:chExt cx="904320" cy="725760"/>
            </a:xfrm>
          </p:grpSpPr>
          <p:sp>
            <p:nvSpPr>
              <p:cNvPr id="210" name="Google Shape;165;p4"/>
              <p:cNvSpPr/>
              <p:nvPr/>
            </p:nvSpPr>
            <p:spPr>
              <a:xfrm rot="10800000">
                <a:off x="-343440" y="1508040"/>
                <a:ext cx="672840" cy="582480"/>
              </a:xfrm>
              <a:custGeom>
                <a:avLst/>
                <a:gdLst>
                  <a:gd name="textAreaLeft" fmla="*/ 0 w 672840"/>
                  <a:gd name="textAreaRight" fmla="*/ 673200 w 672840"/>
                  <a:gd name="textAreaTop" fmla="*/ 0 h 582480"/>
                  <a:gd name="textAreaBottom" fmla="*/ 582840 h 582480"/>
                </a:gdLst>
                <a:ahLst/>
                <a:cxnLst/>
                <a:rect l="textAreaLeft" t="textAreaTop" r="textAreaRight" b="textAreaBottom"/>
                <a:pathLst>
                  <a:path w="51285" h="44413">
                    <a:moveTo>
                      <a:pt x="12814" y="0"/>
                    </a:moveTo>
                    <a:lnTo>
                      <a:pt x="0" y="22199"/>
                    </a:lnTo>
                    <a:lnTo>
                      <a:pt x="12814" y="44413"/>
                    </a:lnTo>
                    <a:lnTo>
                      <a:pt x="38471" y="44413"/>
                    </a:lnTo>
                    <a:lnTo>
                      <a:pt x="51285" y="22199"/>
                    </a:lnTo>
                    <a:lnTo>
                      <a:pt x="38471" y="0"/>
                    </a:lnTo>
                    <a:close/>
                  </a:path>
                </a:pathLst>
              </a:custGeom>
              <a:gradFill rotWithShape="0">
                <a:gsLst>
                  <a:gs pos="0">
                    <a:srgbClr val="F5F8FF"/>
                  </a:gs>
                  <a:gs pos="22000">
                    <a:srgbClr val="F5F8FF"/>
                  </a:gs>
                  <a:gs pos="45000">
                    <a:srgbClr val="FFFFFF">
                      <a:alpha val="0"/>
                    </a:srgbClr>
                  </a:gs>
                  <a:gs pos="100000">
                    <a:srgbClr val="0C0A9E">
                      <a:alpha val="50000"/>
                    </a:srgbClr>
                  </a:gs>
                </a:gsLst>
                <a:lin ang="27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tIns="91440" bIns="91440" anchor="ctr">
                <a:noAutofit/>
              </a:bodyPr>
              <a:lstStyle/>
              <a:p>
                <a:pPr defTabSz="914400">
                  <a:lnSpc>
                    <a:spcPct val="100000"/>
                  </a:lnSpc>
                  <a:tabLst>
                    <a:tab pos="0" algn="l"/>
                  </a:tabLst>
                </a:pPr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OpenSymbol"/>
                </a:endParaRPr>
              </a:p>
            </p:txBody>
          </p:sp>
          <p:sp>
            <p:nvSpPr>
              <p:cNvPr id="211" name="Google Shape;166;p4"/>
              <p:cNvSpPr/>
              <p:nvPr/>
            </p:nvSpPr>
            <p:spPr>
              <a:xfrm rot="10800000">
                <a:off x="-138960" y="1817640"/>
                <a:ext cx="480600" cy="416160"/>
              </a:xfrm>
              <a:custGeom>
                <a:avLst/>
                <a:gdLst>
                  <a:gd name="textAreaLeft" fmla="*/ 0 w 480600"/>
                  <a:gd name="textAreaRight" fmla="*/ 480960 w 480600"/>
                  <a:gd name="textAreaTop" fmla="*/ 0 h 416160"/>
                  <a:gd name="textAreaBottom" fmla="*/ 416520 h 416160"/>
                </a:gdLst>
                <a:ahLst/>
                <a:cxnLst/>
                <a:rect l="textAreaLeft" t="textAreaTop" r="textAreaRight" b="textAreaBottom"/>
                <a:pathLst>
                  <a:path w="51285" h="44413">
                    <a:moveTo>
                      <a:pt x="12814" y="0"/>
                    </a:moveTo>
                    <a:lnTo>
                      <a:pt x="0" y="22199"/>
                    </a:lnTo>
                    <a:lnTo>
                      <a:pt x="12814" y="44413"/>
                    </a:lnTo>
                    <a:lnTo>
                      <a:pt x="38471" y="44413"/>
                    </a:lnTo>
                    <a:lnTo>
                      <a:pt x="51285" y="22199"/>
                    </a:lnTo>
                    <a:lnTo>
                      <a:pt x="38471" y="0"/>
                    </a:lnTo>
                    <a:close/>
                  </a:path>
                </a:pathLst>
              </a:custGeom>
              <a:gradFill rotWithShape="0">
                <a:gsLst>
                  <a:gs pos="0">
                    <a:srgbClr val="F5F8FF"/>
                  </a:gs>
                  <a:gs pos="22000">
                    <a:srgbClr val="F5F8FF"/>
                  </a:gs>
                  <a:gs pos="45000">
                    <a:srgbClr val="FFFFFF">
                      <a:alpha val="0"/>
                    </a:srgbClr>
                  </a:gs>
                  <a:gs pos="100000">
                    <a:srgbClr val="0C0A9E">
                      <a:alpha val="50000"/>
                    </a:srgbClr>
                  </a:gs>
                </a:gsLst>
                <a:lin ang="27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tIns="91440" bIns="91440" anchor="ctr">
                <a:noAutofit/>
              </a:bodyPr>
              <a:lstStyle/>
              <a:p>
                <a:pPr defTabSz="914400">
                  <a:lnSpc>
                    <a:spcPct val="100000"/>
                  </a:lnSpc>
                  <a:tabLst>
                    <a:tab pos="0" algn="l"/>
                  </a:tabLst>
                </a:pPr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OpenSymbol"/>
                </a:endParaRPr>
              </a:p>
            </p:txBody>
          </p:sp>
          <p:sp>
            <p:nvSpPr>
              <p:cNvPr id="212" name="Google Shape;167;p4"/>
              <p:cNvSpPr/>
              <p:nvPr/>
            </p:nvSpPr>
            <p:spPr>
              <a:xfrm rot="10800000">
                <a:off x="80280" y="1674360"/>
                <a:ext cx="480600" cy="416160"/>
              </a:xfrm>
              <a:custGeom>
                <a:avLst/>
                <a:gdLst>
                  <a:gd name="textAreaLeft" fmla="*/ 0 w 480600"/>
                  <a:gd name="textAreaRight" fmla="*/ 480960 w 480600"/>
                  <a:gd name="textAreaTop" fmla="*/ 0 h 416160"/>
                  <a:gd name="textAreaBottom" fmla="*/ 416520 h 416160"/>
                </a:gdLst>
                <a:ahLst/>
                <a:cxnLst/>
                <a:rect l="textAreaLeft" t="textAreaTop" r="textAreaRight" b="textAreaBottom"/>
                <a:pathLst>
                  <a:path w="51285" h="44413">
                    <a:moveTo>
                      <a:pt x="12814" y="0"/>
                    </a:moveTo>
                    <a:lnTo>
                      <a:pt x="0" y="22199"/>
                    </a:lnTo>
                    <a:lnTo>
                      <a:pt x="12814" y="44413"/>
                    </a:lnTo>
                    <a:lnTo>
                      <a:pt x="38471" y="44413"/>
                    </a:lnTo>
                    <a:lnTo>
                      <a:pt x="51285" y="22199"/>
                    </a:lnTo>
                    <a:lnTo>
                      <a:pt x="38471" y="0"/>
                    </a:lnTo>
                    <a:close/>
                  </a:path>
                </a:pathLst>
              </a:custGeom>
              <a:gradFill rotWithShape="0">
                <a:gsLst>
                  <a:gs pos="0">
                    <a:srgbClr val="F5F8FF"/>
                  </a:gs>
                  <a:gs pos="22000">
                    <a:srgbClr val="F5F8FF"/>
                  </a:gs>
                  <a:gs pos="45000">
                    <a:srgbClr val="FFFFFF">
                      <a:alpha val="0"/>
                    </a:srgbClr>
                  </a:gs>
                  <a:gs pos="100000">
                    <a:srgbClr val="0C0A9E">
                      <a:alpha val="50000"/>
                    </a:srgbClr>
                  </a:gs>
                </a:gsLst>
                <a:lin ang="27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tIns="91440" bIns="91440" anchor="ctr">
                <a:noAutofit/>
              </a:bodyPr>
              <a:lstStyle/>
              <a:p>
                <a:pPr defTabSz="914400">
                  <a:lnSpc>
                    <a:spcPct val="100000"/>
                  </a:lnSpc>
                  <a:tabLst>
                    <a:tab pos="0" algn="l"/>
                  </a:tabLst>
                </a:pPr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OpenSymbol"/>
                </a:endParaRPr>
              </a:p>
            </p:txBody>
          </p:sp>
        </p:grpSp>
        <p:sp>
          <p:nvSpPr>
            <p:cNvPr id="213" name="Google Shape;168;p4"/>
            <p:cNvSpPr/>
            <p:nvPr/>
          </p:nvSpPr>
          <p:spPr>
            <a:xfrm>
              <a:off x="360" y="-572400"/>
              <a:ext cx="981360" cy="2307600"/>
            </a:xfrm>
            <a:custGeom>
              <a:avLst/>
              <a:gdLst>
                <a:gd name="textAreaLeft" fmla="*/ 0 w 981360"/>
                <a:gd name="textAreaRight" fmla="*/ 981720 w 981360"/>
                <a:gd name="textAreaTop" fmla="*/ 0 h 2307600"/>
                <a:gd name="textAreaBottom" fmla="*/ 2307960 h 2307600"/>
              </a:gdLst>
              <a:ahLst/>
              <a:cxnLst/>
              <a:rect l="textAreaLeft" t="textAreaTop" r="textAreaRight" b="textAreaBottom"/>
              <a:pathLst>
                <a:path w="23937" h="56267">
                  <a:moveTo>
                    <a:pt x="12997" y="1"/>
                  </a:moveTo>
                  <a:lnTo>
                    <a:pt x="12784" y="214"/>
                  </a:lnTo>
                  <a:lnTo>
                    <a:pt x="23098" y="10513"/>
                  </a:lnTo>
                  <a:cubicBezTo>
                    <a:pt x="23434" y="10864"/>
                    <a:pt x="23632" y="11321"/>
                    <a:pt x="23632" y="11808"/>
                  </a:cubicBezTo>
                  <a:cubicBezTo>
                    <a:pt x="23632" y="12311"/>
                    <a:pt x="23434" y="12768"/>
                    <a:pt x="23098" y="13104"/>
                  </a:cubicBezTo>
                  <a:lnTo>
                    <a:pt x="21925" y="14261"/>
                  </a:lnTo>
                  <a:cubicBezTo>
                    <a:pt x="21575" y="14627"/>
                    <a:pt x="21110" y="14810"/>
                    <a:pt x="20642" y="14810"/>
                  </a:cubicBezTo>
                  <a:cubicBezTo>
                    <a:pt x="20173" y="14810"/>
                    <a:pt x="19701" y="14627"/>
                    <a:pt x="19335" y="14261"/>
                  </a:cubicBezTo>
                  <a:lnTo>
                    <a:pt x="16958" y="11885"/>
                  </a:lnTo>
                  <a:cubicBezTo>
                    <a:pt x="16547" y="11489"/>
                    <a:pt x="16029" y="11260"/>
                    <a:pt x="15435" y="11260"/>
                  </a:cubicBezTo>
                  <a:cubicBezTo>
                    <a:pt x="14841" y="11260"/>
                    <a:pt x="14307" y="11489"/>
                    <a:pt x="13911" y="11885"/>
                  </a:cubicBezTo>
                  <a:lnTo>
                    <a:pt x="12525" y="13271"/>
                  </a:lnTo>
                  <a:cubicBezTo>
                    <a:pt x="12129" y="13698"/>
                    <a:pt x="11900" y="14231"/>
                    <a:pt x="11900" y="14795"/>
                  </a:cubicBezTo>
                  <a:cubicBezTo>
                    <a:pt x="11900" y="15374"/>
                    <a:pt x="12129" y="15922"/>
                    <a:pt x="12525" y="16318"/>
                  </a:cubicBezTo>
                  <a:cubicBezTo>
                    <a:pt x="12860" y="16669"/>
                    <a:pt x="13058" y="17126"/>
                    <a:pt x="13058" y="17629"/>
                  </a:cubicBezTo>
                  <a:cubicBezTo>
                    <a:pt x="13058" y="18116"/>
                    <a:pt x="12860" y="18573"/>
                    <a:pt x="12525" y="18924"/>
                  </a:cubicBezTo>
                  <a:lnTo>
                    <a:pt x="11489" y="19944"/>
                  </a:lnTo>
                  <a:cubicBezTo>
                    <a:pt x="11154" y="20295"/>
                    <a:pt x="10696" y="20478"/>
                    <a:pt x="10209" y="20478"/>
                  </a:cubicBezTo>
                  <a:lnTo>
                    <a:pt x="9569" y="20478"/>
                  </a:lnTo>
                  <a:cubicBezTo>
                    <a:pt x="8990" y="20478"/>
                    <a:pt x="8457" y="20706"/>
                    <a:pt x="8045" y="21102"/>
                  </a:cubicBezTo>
                  <a:lnTo>
                    <a:pt x="3353" y="25810"/>
                  </a:lnTo>
                  <a:cubicBezTo>
                    <a:pt x="2515" y="26648"/>
                    <a:pt x="2515" y="28004"/>
                    <a:pt x="3353" y="28842"/>
                  </a:cubicBezTo>
                  <a:lnTo>
                    <a:pt x="10529" y="36018"/>
                  </a:lnTo>
                  <a:cubicBezTo>
                    <a:pt x="10864" y="36369"/>
                    <a:pt x="11062" y="36826"/>
                    <a:pt x="11062" y="37313"/>
                  </a:cubicBezTo>
                  <a:cubicBezTo>
                    <a:pt x="11062" y="37801"/>
                    <a:pt x="10864" y="38273"/>
                    <a:pt x="10529" y="38608"/>
                  </a:cubicBezTo>
                  <a:lnTo>
                    <a:pt x="8198" y="40940"/>
                  </a:lnTo>
                  <a:cubicBezTo>
                    <a:pt x="7802" y="41351"/>
                    <a:pt x="7573" y="41884"/>
                    <a:pt x="7573" y="42463"/>
                  </a:cubicBezTo>
                  <a:lnTo>
                    <a:pt x="7573" y="47720"/>
                  </a:lnTo>
                  <a:cubicBezTo>
                    <a:pt x="7573" y="48207"/>
                    <a:pt x="7390" y="48664"/>
                    <a:pt x="7040" y="49015"/>
                  </a:cubicBezTo>
                  <a:lnTo>
                    <a:pt x="1" y="56054"/>
                  </a:lnTo>
                  <a:lnTo>
                    <a:pt x="199" y="56267"/>
                  </a:lnTo>
                  <a:lnTo>
                    <a:pt x="7268" y="49274"/>
                  </a:lnTo>
                  <a:cubicBezTo>
                    <a:pt x="7664" y="48862"/>
                    <a:pt x="7893" y="48329"/>
                    <a:pt x="7893" y="47750"/>
                  </a:cubicBezTo>
                  <a:lnTo>
                    <a:pt x="7893" y="42494"/>
                  </a:lnTo>
                  <a:cubicBezTo>
                    <a:pt x="7893" y="42006"/>
                    <a:pt x="8091" y="41549"/>
                    <a:pt x="8426" y="41199"/>
                  </a:cubicBezTo>
                  <a:lnTo>
                    <a:pt x="10757" y="38883"/>
                  </a:lnTo>
                  <a:cubicBezTo>
                    <a:pt x="11154" y="38456"/>
                    <a:pt x="11382" y="37923"/>
                    <a:pt x="11382" y="37359"/>
                  </a:cubicBezTo>
                  <a:cubicBezTo>
                    <a:pt x="11382" y="36765"/>
                    <a:pt x="11154" y="36232"/>
                    <a:pt x="10757" y="35835"/>
                  </a:cubicBezTo>
                  <a:lnTo>
                    <a:pt x="3581" y="28644"/>
                  </a:lnTo>
                  <a:cubicBezTo>
                    <a:pt x="2850" y="27943"/>
                    <a:pt x="2850" y="26785"/>
                    <a:pt x="3581" y="26054"/>
                  </a:cubicBezTo>
                  <a:lnTo>
                    <a:pt x="8274" y="21346"/>
                  </a:lnTo>
                  <a:cubicBezTo>
                    <a:pt x="8624" y="21011"/>
                    <a:pt x="9081" y="20813"/>
                    <a:pt x="9569" y="20813"/>
                  </a:cubicBezTo>
                  <a:lnTo>
                    <a:pt x="10209" y="20813"/>
                  </a:lnTo>
                  <a:cubicBezTo>
                    <a:pt x="10788" y="20813"/>
                    <a:pt x="11321" y="20584"/>
                    <a:pt x="11732" y="20188"/>
                  </a:cubicBezTo>
                  <a:lnTo>
                    <a:pt x="12753" y="19167"/>
                  </a:lnTo>
                  <a:cubicBezTo>
                    <a:pt x="13149" y="18741"/>
                    <a:pt x="13378" y="18208"/>
                    <a:pt x="13378" y="17644"/>
                  </a:cubicBezTo>
                  <a:cubicBezTo>
                    <a:pt x="13378" y="17050"/>
                    <a:pt x="13149" y="16516"/>
                    <a:pt x="12753" y="16120"/>
                  </a:cubicBezTo>
                  <a:cubicBezTo>
                    <a:pt x="12418" y="15770"/>
                    <a:pt x="12220" y="15313"/>
                    <a:pt x="12220" y="14825"/>
                  </a:cubicBezTo>
                  <a:cubicBezTo>
                    <a:pt x="12220" y="14322"/>
                    <a:pt x="12418" y="13865"/>
                    <a:pt x="12753" y="13530"/>
                  </a:cubicBezTo>
                  <a:lnTo>
                    <a:pt x="14140" y="12128"/>
                  </a:lnTo>
                  <a:cubicBezTo>
                    <a:pt x="14490" y="11793"/>
                    <a:pt x="14947" y="11595"/>
                    <a:pt x="15435" y="11595"/>
                  </a:cubicBezTo>
                  <a:cubicBezTo>
                    <a:pt x="15938" y="11595"/>
                    <a:pt x="16395" y="11793"/>
                    <a:pt x="16730" y="12128"/>
                  </a:cubicBezTo>
                  <a:lnTo>
                    <a:pt x="19107" y="14520"/>
                  </a:lnTo>
                  <a:cubicBezTo>
                    <a:pt x="19526" y="14939"/>
                    <a:pt x="20074" y="15149"/>
                    <a:pt x="20623" y="15149"/>
                  </a:cubicBezTo>
                  <a:cubicBezTo>
                    <a:pt x="21171" y="15149"/>
                    <a:pt x="21720" y="14939"/>
                    <a:pt x="22139" y="14520"/>
                  </a:cubicBezTo>
                  <a:lnTo>
                    <a:pt x="23297" y="13347"/>
                  </a:lnTo>
                  <a:cubicBezTo>
                    <a:pt x="23708" y="12936"/>
                    <a:pt x="23936" y="12403"/>
                    <a:pt x="23936" y="11824"/>
                  </a:cubicBezTo>
                  <a:cubicBezTo>
                    <a:pt x="23936" y="11260"/>
                    <a:pt x="23708" y="10711"/>
                    <a:pt x="23297" y="10300"/>
                  </a:cubicBezTo>
                  <a:lnTo>
                    <a:pt x="12997" y="1"/>
                  </a:lnTo>
                  <a:close/>
                </a:path>
              </a:pathLst>
            </a:custGeom>
            <a:gradFill rotWithShape="0">
              <a:gsLst>
                <a:gs pos="0">
                  <a:srgbClr val="EB9109"/>
                </a:gs>
                <a:gs pos="40000">
                  <a:srgbClr val="FF9900">
                    <a:alpha val="41000"/>
                  </a:srgbClr>
                </a:gs>
                <a:gs pos="100000">
                  <a:srgbClr val="FFFFFF">
                    <a:alpha val="0"/>
                  </a:srgbClr>
                </a:gs>
              </a:gsLst>
              <a:lin ang="2700000"/>
            </a:gra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214" name="Google Shape;169;p4"/>
            <p:cNvSpPr/>
            <p:nvPr/>
          </p:nvSpPr>
          <p:spPr>
            <a:xfrm>
              <a:off x="-159120" y="-573120"/>
              <a:ext cx="981360" cy="2307600"/>
            </a:xfrm>
            <a:custGeom>
              <a:avLst/>
              <a:gdLst>
                <a:gd name="textAreaLeft" fmla="*/ 0 w 981360"/>
                <a:gd name="textAreaRight" fmla="*/ 981720 w 981360"/>
                <a:gd name="textAreaTop" fmla="*/ 0 h 2307600"/>
                <a:gd name="textAreaBottom" fmla="*/ 2307960 h 2307600"/>
              </a:gdLst>
              <a:ahLst/>
              <a:cxnLst/>
              <a:rect l="textAreaLeft" t="textAreaTop" r="textAreaRight" b="textAreaBottom"/>
              <a:pathLst>
                <a:path w="23937" h="56267">
                  <a:moveTo>
                    <a:pt x="12997" y="0"/>
                  </a:moveTo>
                  <a:lnTo>
                    <a:pt x="12784" y="214"/>
                  </a:lnTo>
                  <a:lnTo>
                    <a:pt x="23098" y="10513"/>
                  </a:lnTo>
                  <a:cubicBezTo>
                    <a:pt x="23434" y="10848"/>
                    <a:pt x="23632" y="11305"/>
                    <a:pt x="23632" y="11808"/>
                  </a:cubicBezTo>
                  <a:cubicBezTo>
                    <a:pt x="23632" y="12296"/>
                    <a:pt x="23434" y="12753"/>
                    <a:pt x="23098" y="13103"/>
                  </a:cubicBezTo>
                  <a:lnTo>
                    <a:pt x="21925" y="14261"/>
                  </a:lnTo>
                  <a:cubicBezTo>
                    <a:pt x="21575" y="14627"/>
                    <a:pt x="21110" y="14810"/>
                    <a:pt x="20642" y="14810"/>
                  </a:cubicBezTo>
                  <a:cubicBezTo>
                    <a:pt x="20173" y="14810"/>
                    <a:pt x="19701" y="14627"/>
                    <a:pt x="19335" y="14261"/>
                  </a:cubicBezTo>
                  <a:lnTo>
                    <a:pt x="16958" y="11884"/>
                  </a:lnTo>
                  <a:cubicBezTo>
                    <a:pt x="16547" y="11488"/>
                    <a:pt x="16029" y="11260"/>
                    <a:pt x="15435" y="11260"/>
                  </a:cubicBezTo>
                  <a:cubicBezTo>
                    <a:pt x="14840" y="11260"/>
                    <a:pt x="14307" y="11488"/>
                    <a:pt x="13911" y="11884"/>
                  </a:cubicBezTo>
                  <a:lnTo>
                    <a:pt x="12525" y="13271"/>
                  </a:lnTo>
                  <a:cubicBezTo>
                    <a:pt x="11687" y="14109"/>
                    <a:pt x="11687" y="15465"/>
                    <a:pt x="12525" y="16303"/>
                  </a:cubicBezTo>
                  <a:cubicBezTo>
                    <a:pt x="12860" y="16638"/>
                    <a:pt x="13058" y="17095"/>
                    <a:pt x="13058" y="17598"/>
                  </a:cubicBezTo>
                  <a:cubicBezTo>
                    <a:pt x="13058" y="18085"/>
                    <a:pt x="12860" y="18543"/>
                    <a:pt x="12525" y="18893"/>
                  </a:cubicBezTo>
                  <a:lnTo>
                    <a:pt x="11489" y="19914"/>
                  </a:lnTo>
                  <a:cubicBezTo>
                    <a:pt x="11153" y="20264"/>
                    <a:pt x="10696" y="20447"/>
                    <a:pt x="10193" y="20447"/>
                  </a:cubicBezTo>
                  <a:lnTo>
                    <a:pt x="9569" y="20447"/>
                  </a:lnTo>
                  <a:cubicBezTo>
                    <a:pt x="8975" y="20447"/>
                    <a:pt x="8441" y="20676"/>
                    <a:pt x="8045" y="21087"/>
                  </a:cubicBezTo>
                  <a:lnTo>
                    <a:pt x="3337" y="25780"/>
                  </a:lnTo>
                  <a:cubicBezTo>
                    <a:pt x="2941" y="26206"/>
                    <a:pt x="2713" y="26739"/>
                    <a:pt x="2713" y="27303"/>
                  </a:cubicBezTo>
                  <a:cubicBezTo>
                    <a:pt x="2713" y="27897"/>
                    <a:pt x="2941" y="28431"/>
                    <a:pt x="3337" y="28827"/>
                  </a:cubicBezTo>
                  <a:lnTo>
                    <a:pt x="10529" y="36018"/>
                  </a:lnTo>
                  <a:cubicBezTo>
                    <a:pt x="11245" y="36719"/>
                    <a:pt x="11245" y="37877"/>
                    <a:pt x="10529" y="38608"/>
                  </a:cubicBezTo>
                  <a:lnTo>
                    <a:pt x="8198" y="40924"/>
                  </a:lnTo>
                  <a:cubicBezTo>
                    <a:pt x="7801" y="41351"/>
                    <a:pt x="7573" y="41884"/>
                    <a:pt x="7573" y="42448"/>
                  </a:cubicBezTo>
                  <a:lnTo>
                    <a:pt x="7573" y="47704"/>
                  </a:lnTo>
                  <a:cubicBezTo>
                    <a:pt x="7573" y="48207"/>
                    <a:pt x="7375" y="48664"/>
                    <a:pt x="7040" y="48999"/>
                  </a:cubicBezTo>
                  <a:lnTo>
                    <a:pt x="1" y="56053"/>
                  </a:lnTo>
                  <a:lnTo>
                    <a:pt x="199" y="56267"/>
                  </a:lnTo>
                  <a:lnTo>
                    <a:pt x="7268" y="49212"/>
                  </a:lnTo>
                  <a:cubicBezTo>
                    <a:pt x="7664" y="48801"/>
                    <a:pt x="7893" y="48268"/>
                    <a:pt x="7893" y="47689"/>
                  </a:cubicBezTo>
                  <a:lnTo>
                    <a:pt x="7893" y="42432"/>
                  </a:lnTo>
                  <a:cubicBezTo>
                    <a:pt x="7893" y="41945"/>
                    <a:pt x="8091" y="41473"/>
                    <a:pt x="8426" y="41137"/>
                  </a:cubicBezTo>
                  <a:lnTo>
                    <a:pt x="10757" y="38806"/>
                  </a:lnTo>
                  <a:cubicBezTo>
                    <a:pt x="11595" y="37984"/>
                    <a:pt x="11595" y="36628"/>
                    <a:pt x="10757" y="35790"/>
                  </a:cubicBezTo>
                  <a:lnTo>
                    <a:pt x="3581" y="28598"/>
                  </a:lnTo>
                  <a:cubicBezTo>
                    <a:pt x="3231" y="28263"/>
                    <a:pt x="3048" y="27806"/>
                    <a:pt x="3048" y="27318"/>
                  </a:cubicBezTo>
                  <a:cubicBezTo>
                    <a:pt x="3048" y="26816"/>
                    <a:pt x="3231" y="26359"/>
                    <a:pt x="3581" y="26023"/>
                  </a:cubicBezTo>
                  <a:lnTo>
                    <a:pt x="8274" y="21346"/>
                  </a:lnTo>
                  <a:cubicBezTo>
                    <a:pt x="8624" y="21011"/>
                    <a:pt x="9081" y="20813"/>
                    <a:pt x="9569" y="20813"/>
                  </a:cubicBezTo>
                  <a:lnTo>
                    <a:pt x="10209" y="20813"/>
                  </a:lnTo>
                  <a:cubicBezTo>
                    <a:pt x="10788" y="20813"/>
                    <a:pt x="11321" y="20584"/>
                    <a:pt x="11732" y="20188"/>
                  </a:cubicBezTo>
                  <a:lnTo>
                    <a:pt x="12753" y="19152"/>
                  </a:lnTo>
                  <a:cubicBezTo>
                    <a:pt x="13149" y="18741"/>
                    <a:pt x="13378" y="18207"/>
                    <a:pt x="13378" y="17628"/>
                  </a:cubicBezTo>
                  <a:cubicBezTo>
                    <a:pt x="13378" y="17049"/>
                    <a:pt x="13149" y="16516"/>
                    <a:pt x="12753" y="16105"/>
                  </a:cubicBezTo>
                  <a:cubicBezTo>
                    <a:pt x="12037" y="15404"/>
                    <a:pt x="12037" y="14246"/>
                    <a:pt x="12753" y="13515"/>
                  </a:cubicBezTo>
                  <a:lnTo>
                    <a:pt x="14140" y="12128"/>
                  </a:lnTo>
                  <a:cubicBezTo>
                    <a:pt x="14490" y="11793"/>
                    <a:pt x="14947" y="11595"/>
                    <a:pt x="15435" y="11595"/>
                  </a:cubicBezTo>
                  <a:cubicBezTo>
                    <a:pt x="15937" y="11595"/>
                    <a:pt x="16395" y="11793"/>
                    <a:pt x="16730" y="12128"/>
                  </a:cubicBezTo>
                  <a:lnTo>
                    <a:pt x="19106" y="14505"/>
                  </a:lnTo>
                  <a:cubicBezTo>
                    <a:pt x="19525" y="14924"/>
                    <a:pt x="20074" y="15133"/>
                    <a:pt x="20622" y="15133"/>
                  </a:cubicBezTo>
                  <a:cubicBezTo>
                    <a:pt x="21171" y="15133"/>
                    <a:pt x="21719" y="14924"/>
                    <a:pt x="22138" y="14505"/>
                  </a:cubicBezTo>
                  <a:lnTo>
                    <a:pt x="23296" y="13347"/>
                  </a:lnTo>
                  <a:cubicBezTo>
                    <a:pt x="23708" y="12936"/>
                    <a:pt x="23936" y="12402"/>
                    <a:pt x="23936" y="11823"/>
                  </a:cubicBezTo>
                  <a:cubicBezTo>
                    <a:pt x="23936" y="11229"/>
                    <a:pt x="23708" y="10696"/>
                    <a:pt x="23296" y="10300"/>
                  </a:cubicBezTo>
                  <a:lnTo>
                    <a:pt x="12997" y="0"/>
                  </a:lnTo>
                  <a:close/>
                </a:path>
              </a:pathLst>
            </a:custGeom>
            <a:gradFill rotWithShape="0">
              <a:gsLst>
                <a:gs pos="0">
                  <a:srgbClr val="9900FF">
                    <a:alpha val="47000"/>
                  </a:srgbClr>
                </a:gs>
                <a:gs pos="100000">
                  <a:srgbClr val="FFFFFF">
                    <a:alpha val="0"/>
                  </a:srgbClr>
                </a:gs>
              </a:gsLst>
              <a:path path="circle">
                <a:fillToRect l="50000" t="50000" r="50000" b="50000"/>
              </a:path>
            </a:gra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grpSp>
          <p:nvGrpSpPr>
            <p:cNvPr id="215" name="Google Shape;170;p4"/>
            <p:cNvGrpSpPr/>
            <p:nvPr/>
          </p:nvGrpSpPr>
          <p:grpSpPr>
            <a:xfrm>
              <a:off x="-519840" y="-466920"/>
              <a:ext cx="699480" cy="1650960"/>
              <a:chOff x="-519840" y="-466920"/>
              <a:chExt cx="699480" cy="1650960"/>
            </a:xfrm>
          </p:grpSpPr>
          <p:sp>
            <p:nvSpPr>
              <p:cNvPr id="216" name="Google Shape;171;p4"/>
              <p:cNvSpPr/>
              <p:nvPr/>
            </p:nvSpPr>
            <p:spPr>
              <a:xfrm rot="10800000">
                <a:off x="-302760" y="170640"/>
                <a:ext cx="482760" cy="1013400"/>
              </a:xfrm>
              <a:custGeom>
                <a:avLst/>
                <a:gdLst>
                  <a:gd name="textAreaLeft" fmla="*/ 0 w 482760"/>
                  <a:gd name="textAreaRight" fmla="*/ 483120 w 482760"/>
                  <a:gd name="textAreaTop" fmla="*/ 0 h 1013400"/>
                  <a:gd name="textAreaBottom" fmla="*/ 1013760 h 1013400"/>
                </a:gdLst>
                <a:ahLst/>
                <a:cxnLst/>
                <a:rect l="textAreaLeft" t="textAreaTop" r="textAreaRight" b="textAreaBottom"/>
                <a:pathLst>
                  <a:path w="11779" h="24714">
                    <a:moveTo>
                      <a:pt x="6735" y="1"/>
                    </a:moveTo>
                    <a:lnTo>
                      <a:pt x="1" y="6750"/>
                    </a:lnTo>
                    <a:lnTo>
                      <a:pt x="229" y="6964"/>
                    </a:lnTo>
                    <a:lnTo>
                      <a:pt x="6415" y="763"/>
                    </a:lnTo>
                    <a:lnTo>
                      <a:pt x="6415" y="13165"/>
                    </a:lnTo>
                    <a:lnTo>
                      <a:pt x="11458" y="13165"/>
                    </a:lnTo>
                    <a:lnTo>
                      <a:pt x="11458" y="24713"/>
                    </a:lnTo>
                    <a:lnTo>
                      <a:pt x="11778" y="24713"/>
                    </a:lnTo>
                    <a:lnTo>
                      <a:pt x="11778" y="12860"/>
                    </a:lnTo>
                    <a:lnTo>
                      <a:pt x="6735" y="12860"/>
                    </a:lnTo>
                    <a:lnTo>
                      <a:pt x="6735" y="1"/>
                    </a:lnTo>
                    <a:close/>
                  </a:path>
                </a:pathLst>
              </a:custGeom>
              <a:gradFill rotWithShape="0">
                <a:gsLst>
                  <a:gs pos="0">
                    <a:srgbClr val="0C0A9E">
                      <a:alpha val="37000"/>
                    </a:srgbClr>
                  </a:gs>
                  <a:gs pos="100000">
                    <a:srgbClr val="FFFFFF">
                      <a:alpha val="0"/>
                    </a:srgbClr>
                  </a:gs>
                </a:gsLst>
                <a:lin ang="135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tIns="91440" bIns="91440" anchor="ctr">
                <a:noAutofit/>
              </a:bodyPr>
              <a:lstStyle/>
              <a:p>
                <a:pPr defTabSz="914400">
                  <a:lnSpc>
                    <a:spcPct val="100000"/>
                  </a:lnSpc>
                  <a:tabLst>
                    <a:tab pos="0" algn="l"/>
                  </a:tabLst>
                </a:pPr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OpenSymbol"/>
                </a:endParaRPr>
              </a:p>
            </p:txBody>
          </p:sp>
          <p:sp>
            <p:nvSpPr>
              <p:cNvPr id="217" name="Google Shape;172;p4"/>
              <p:cNvSpPr/>
              <p:nvPr/>
            </p:nvSpPr>
            <p:spPr>
              <a:xfrm rot="10800000">
                <a:off x="-426960" y="-466920"/>
                <a:ext cx="246600" cy="1226520"/>
              </a:xfrm>
              <a:custGeom>
                <a:avLst/>
                <a:gdLst>
                  <a:gd name="textAreaLeft" fmla="*/ 0 w 246600"/>
                  <a:gd name="textAreaRight" fmla="*/ 246960 w 246600"/>
                  <a:gd name="textAreaTop" fmla="*/ 0 h 1226520"/>
                  <a:gd name="textAreaBottom" fmla="*/ 1226880 h 1226520"/>
                </a:gdLst>
                <a:ahLst/>
                <a:cxnLst/>
                <a:rect l="textAreaLeft" t="textAreaTop" r="textAreaRight" b="textAreaBottom"/>
                <a:pathLst>
                  <a:path w="6019" h="29909">
                    <a:moveTo>
                      <a:pt x="1" y="1"/>
                    </a:moveTo>
                    <a:lnTo>
                      <a:pt x="1" y="306"/>
                    </a:lnTo>
                    <a:lnTo>
                      <a:pt x="5699" y="306"/>
                    </a:lnTo>
                    <a:lnTo>
                      <a:pt x="5699" y="29909"/>
                    </a:lnTo>
                    <a:lnTo>
                      <a:pt x="6019" y="29909"/>
                    </a:lnTo>
                    <a:lnTo>
                      <a:pt x="6019" y="1"/>
                    </a:lnTo>
                    <a:close/>
                  </a:path>
                </a:pathLst>
              </a:custGeom>
              <a:gradFill rotWithShape="0">
                <a:gsLst>
                  <a:gs pos="0">
                    <a:srgbClr val="0C0A9E">
                      <a:alpha val="37000"/>
                    </a:srgbClr>
                  </a:gs>
                  <a:gs pos="100000">
                    <a:srgbClr val="FFFFFF">
                      <a:alpha val="0"/>
                    </a:srgbClr>
                  </a:gs>
                </a:gsLst>
                <a:lin ang="135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tIns="91440" bIns="91440" anchor="ctr">
                <a:noAutofit/>
              </a:bodyPr>
              <a:lstStyle/>
              <a:p>
                <a:pPr defTabSz="914400">
                  <a:lnSpc>
                    <a:spcPct val="100000"/>
                  </a:lnSpc>
                  <a:tabLst>
                    <a:tab pos="0" algn="l"/>
                  </a:tabLst>
                </a:pPr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OpenSymbol"/>
                </a:endParaRPr>
              </a:p>
            </p:txBody>
          </p:sp>
          <p:sp>
            <p:nvSpPr>
              <p:cNvPr id="218" name="Google Shape;173;p4"/>
              <p:cNvSpPr/>
              <p:nvPr/>
            </p:nvSpPr>
            <p:spPr>
              <a:xfrm rot="10800000">
                <a:off x="-519480" y="-373680"/>
                <a:ext cx="246600" cy="1226520"/>
              </a:xfrm>
              <a:custGeom>
                <a:avLst/>
                <a:gdLst>
                  <a:gd name="textAreaLeft" fmla="*/ 0 w 246600"/>
                  <a:gd name="textAreaRight" fmla="*/ 246960 w 246600"/>
                  <a:gd name="textAreaTop" fmla="*/ 0 h 1226520"/>
                  <a:gd name="textAreaBottom" fmla="*/ 1226880 h 1226520"/>
                </a:gdLst>
                <a:ahLst/>
                <a:cxnLst/>
                <a:rect l="textAreaLeft" t="textAreaTop" r="textAreaRight" b="textAreaBottom"/>
                <a:pathLst>
                  <a:path w="6019" h="29909">
                    <a:moveTo>
                      <a:pt x="1" y="1"/>
                    </a:moveTo>
                    <a:lnTo>
                      <a:pt x="1" y="305"/>
                    </a:lnTo>
                    <a:lnTo>
                      <a:pt x="5714" y="305"/>
                    </a:lnTo>
                    <a:lnTo>
                      <a:pt x="5714" y="29909"/>
                    </a:lnTo>
                    <a:lnTo>
                      <a:pt x="6019" y="29909"/>
                    </a:lnTo>
                    <a:lnTo>
                      <a:pt x="6019" y="1"/>
                    </a:lnTo>
                    <a:close/>
                  </a:path>
                </a:pathLst>
              </a:custGeom>
              <a:gradFill rotWithShape="0">
                <a:gsLst>
                  <a:gs pos="0">
                    <a:srgbClr val="0C0A9E">
                      <a:alpha val="37000"/>
                    </a:srgbClr>
                  </a:gs>
                  <a:gs pos="100000">
                    <a:srgbClr val="FFFFFF">
                      <a:alpha val="0"/>
                    </a:srgbClr>
                  </a:gs>
                </a:gsLst>
                <a:lin ang="135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tIns="91440" bIns="91440" anchor="ctr">
                <a:noAutofit/>
              </a:bodyPr>
              <a:lstStyle/>
              <a:p>
                <a:pPr defTabSz="914400">
                  <a:lnSpc>
                    <a:spcPct val="100000"/>
                  </a:lnSpc>
                  <a:tabLst>
                    <a:tab pos="0" algn="l"/>
                  </a:tabLst>
                </a:pPr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OpenSymbol"/>
                </a:endParaRPr>
              </a:p>
            </p:txBody>
          </p:sp>
        </p:grpSp>
      </p:grp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56" r:id="rId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5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5.xml"/><Relationship Id="rId5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5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5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5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5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8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21" name="Google Shape;1432;p35"/>
          <p:cNvGrpSpPr/>
          <p:nvPr/>
        </p:nvGrpSpPr>
        <p:grpSpPr>
          <a:xfrm>
            <a:off x="3906360" y="1790719"/>
            <a:ext cx="3936600" cy="133560"/>
            <a:chOff x="1096560" y="3242880"/>
            <a:chExt cx="3936600" cy="133560"/>
          </a:xfrm>
        </p:grpSpPr>
        <p:cxnSp>
          <p:nvCxnSpPr>
            <p:cNvPr id="222" name="Google Shape;1433;p35"/>
            <p:cNvCxnSpPr/>
            <p:nvPr/>
          </p:nvCxnSpPr>
          <p:spPr>
            <a:xfrm>
              <a:off x="1096560" y="3309840"/>
              <a:ext cx="3841200" cy="360"/>
            </a:xfrm>
            <a:prstGeom prst="straightConnector1">
              <a:avLst/>
            </a:prstGeom>
            <a:ln w="9525">
              <a:solidFill>
                <a:srgbClr val="0C0A9E"/>
              </a:solidFill>
              <a:round/>
            </a:ln>
          </p:spPr>
        </p:cxnSp>
        <p:grpSp>
          <p:nvGrpSpPr>
            <p:cNvPr id="223" name="Google Shape;1434;p35"/>
            <p:cNvGrpSpPr/>
            <p:nvPr/>
          </p:nvGrpSpPr>
          <p:grpSpPr>
            <a:xfrm>
              <a:off x="4899600" y="3242880"/>
              <a:ext cx="133560" cy="133560"/>
              <a:chOff x="4899600" y="3242880"/>
              <a:chExt cx="133560" cy="133560"/>
            </a:xfrm>
          </p:grpSpPr>
          <p:sp>
            <p:nvSpPr>
              <p:cNvPr id="224" name="Google Shape;1435;p35"/>
              <p:cNvSpPr/>
              <p:nvPr/>
            </p:nvSpPr>
            <p:spPr>
              <a:xfrm>
                <a:off x="4929480" y="3273120"/>
                <a:ext cx="73440" cy="73440"/>
              </a:xfrm>
              <a:prstGeom prst="ellipse">
                <a:avLst/>
              </a:prstGeom>
              <a:solidFill>
                <a:schemeClr val="dk2"/>
              </a:soli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tIns="25920" bIns="25920" anchor="ctr">
                <a:noAutofit/>
              </a:bodyPr>
              <a:lstStyle/>
              <a:p>
                <a:pPr defTabSz="914400">
                  <a:lnSpc>
                    <a:spcPct val="100000"/>
                  </a:lnSpc>
                  <a:tabLst>
                    <a:tab pos="0" algn="l"/>
                  </a:tabLst>
                </a:pPr>
                <a:endParaRPr lang="en-US" sz="1800" b="0" u="none" strike="noStrike">
                  <a:solidFill>
                    <a:srgbClr val="FFFFFF"/>
                  </a:solidFill>
                  <a:effectLst/>
                  <a:uFillTx/>
                  <a:latin typeface="OpenSymbol"/>
                </a:endParaRPr>
              </a:p>
            </p:txBody>
          </p:sp>
          <p:sp>
            <p:nvSpPr>
              <p:cNvPr id="225" name="Google Shape;1436;p35"/>
              <p:cNvSpPr/>
              <p:nvPr/>
            </p:nvSpPr>
            <p:spPr>
              <a:xfrm>
                <a:off x="4899600" y="3242880"/>
                <a:ext cx="133560" cy="133560"/>
              </a:xfrm>
              <a:prstGeom prst="ellipse">
                <a:avLst/>
              </a:prstGeom>
              <a:noFill/>
              <a:ln w="9525">
                <a:solidFill>
                  <a:srgbClr val="0C0A9E"/>
                </a:solidFill>
                <a:round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tIns="47160" bIns="47160" anchor="ctr">
                <a:noAutofit/>
              </a:bodyPr>
              <a:lstStyle/>
              <a:p>
                <a:pPr defTabSz="914400">
                  <a:lnSpc>
                    <a:spcPct val="100000"/>
                  </a:lnSpc>
                  <a:tabLst>
                    <a:tab pos="0" algn="l"/>
                  </a:tabLst>
                </a:pPr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OpenSymbol"/>
                </a:endParaRPr>
              </a:p>
            </p:txBody>
          </p:sp>
        </p:grpSp>
      </p:grpSp>
      <p:grpSp>
        <p:nvGrpSpPr>
          <p:cNvPr id="226" name="Google Shape;1437;p35"/>
          <p:cNvGrpSpPr/>
          <p:nvPr/>
        </p:nvGrpSpPr>
        <p:grpSpPr>
          <a:xfrm>
            <a:off x="3830220" y="1281620"/>
            <a:ext cx="133560" cy="1890360"/>
            <a:chOff x="8017920" y="-313560"/>
            <a:chExt cx="133560" cy="1890360"/>
          </a:xfrm>
        </p:grpSpPr>
        <p:sp>
          <p:nvSpPr>
            <p:cNvPr id="227" name="Google Shape;1438;p35"/>
            <p:cNvSpPr/>
            <p:nvPr/>
          </p:nvSpPr>
          <p:spPr>
            <a:xfrm rot="5400000">
              <a:off x="8017920" y="1443240"/>
              <a:ext cx="133560" cy="133560"/>
            </a:xfrm>
            <a:prstGeom prst="ellipse">
              <a:avLst/>
            </a:prstGeom>
            <a:noFill/>
            <a:ln w="9525">
              <a:solidFill>
                <a:srgbClr val="0C0A9E"/>
              </a:solidFill>
              <a:round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47160" bIns="4716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cxnSp>
          <p:nvCxnSpPr>
            <p:cNvPr id="228" name="Google Shape;1439;p35"/>
            <p:cNvCxnSpPr/>
            <p:nvPr/>
          </p:nvCxnSpPr>
          <p:spPr>
            <a:xfrm>
              <a:off x="8084160" y="-313560"/>
              <a:ext cx="360" cy="1794960"/>
            </a:xfrm>
            <a:prstGeom prst="straightConnector1">
              <a:avLst/>
            </a:prstGeom>
            <a:ln w="9525">
              <a:solidFill>
                <a:srgbClr val="0C0A9E"/>
              </a:solidFill>
              <a:round/>
            </a:ln>
          </p:spPr>
        </p:cxnSp>
        <p:sp>
          <p:nvSpPr>
            <p:cNvPr id="229" name="Google Shape;1440;p35"/>
            <p:cNvSpPr/>
            <p:nvPr/>
          </p:nvSpPr>
          <p:spPr>
            <a:xfrm rot="5400000">
              <a:off x="8047800" y="1473480"/>
              <a:ext cx="73440" cy="73440"/>
            </a:xfrm>
            <a:prstGeom prst="ellipse">
              <a:avLst/>
            </a:prstGeom>
            <a:solidFill>
              <a:schemeClr val="dk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25920" bIns="2592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</p:grpSp>
      <p:grpSp>
        <p:nvGrpSpPr>
          <p:cNvPr id="230" name="Google Shape;1441;p35"/>
          <p:cNvGrpSpPr/>
          <p:nvPr/>
        </p:nvGrpSpPr>
        <p:grpSpPr>
          <a:xfrm>
            <a:off x="6309360" y="957600"/>
            <a:ext cx="3504960" cy="5118840"/>
            <a:chOff x="6309360" y="957600"/>
            <a:chExt cx="3504960" cy="5118840"/>
          </a:xfrm>
        </p:grpSpPr>
        <p:sp>
          <p:nvSpPr>
            <p:cNvPr id="231" name="Google Shape;1442;p35"/>
            <p:cNvSpPr/>
            <p:nvPr/>
          </p:nvSpPr>
          <p:spPr>
            <a:xfrm>
              <a:off x="6309360" y="957600"/>
              <a:ext cx="3152880" cy="5118840"/>
            </a:xfrm>
            <a:custGeom>
              <a:avLst/>
              <a:gdLst>
                <a:gd name="textAreaLeft" fmla="*/ 0 w 3152880"/>
                <a:gd name="textAreaRight" fmla="*/ 3153240 w 3152880"/>
                <a:gd name="textAreaTop" fmla="*/ 0 h 5118840"/>
                <a:gd name="textAreaBottom" fmla="*/ 5119200 h 5118840"/>
              </a:gdLst>
              <a:ahLst/>
              <a:cxnLst/>
              <a:rect l="textAreaLeft" t="textAreaTop" r="textAreaRight" b="textAreaBottom"/>
              <a:pathLst>
                <a:path w="76882" h="124813">
                  <a:moveTo>
                    <a:pt x="76668" y="0"/>
                  </a:moveTo>
                  <a:lnTo>
                    <a:pt x="63260" y="13408"/>
                  </a:lnTo>
                  <a:cubicBezTo>
                    <a:pt x="62879" y="13789"/>
                    <a:pt x="62879" y="14398"/>
                    <a:pt x="63260" y="14779"/>
                  </a:cubicBezTo>
                  <a:lnTo>
                    <a:pt x="69857" y="21376"/>
                  </a:lnTo>
                  <a:cubicBezTo>
                    <a:pt x="70116" y="21620"/>
                    <a:pt x="70116" y="22046"/>
                    <a:pt x="69857" y="22305"/>
                  </a:cubicBezTo>
                  <a:lnTo>
                    <a:pt x="46546" y="45616"/>
                  </a:lnTo>
                  <a:cubicBezTo>
                    <a:pt x="46417" y="45738"/>
                    <a:pt x="46245" y="45799"/>
                    <a:pt x="46074" y="45799"/>
                  </a:cubicBezTo>
                  <a:cubicBezTo>
                    <a:pt x="45903" y="45799"/>
                    <a:pt x="45731" y="45738"/>
                    <a:pt x="45602" y="45616"/>
                  </a:cubicBezTo>
                  <a:lnTo>
                    <a:pt x="39020" y="39019"/>
                  </a:lnTo>
                  <a:cubicBezTo>
                    <a:pt x="38822" y="38836"/>
                    <a:pt x="38593" y="38745"/>
                    <a:pt x="38334" y="38745"/>
                  </a:cubicBezTo>
                  <a:cubicBezTo>
                    <a:pt x="38060" y="38745"/>
                    <a:pt x="37831" y="38836"/>
                    <a:pt x="37649" y="39019"/>
                  </a:cubicBezTo>
                  <a:lnTo>
                    <a:pt x="23357" y="53311"/>
                  </a:lnTo>
                  <a:cubicBezTo>
                    <a:pt x="22976" y="53691"/>
                    <a:pt x="22976" y="54301"/>
                    <a:pt x="23357" y="54682"/>
                  </a:cubicBezTo>
                  <a:lnTo>
                    <a:pt x="40833" y="72142"/>
                  </a:lnTo>
                  <a:cubicBezTo>
                    <a:pt x="40939" y="72279"/>
                    <a:pt x="41016" y="72432"/>
                    <a:pt x="41016" y="72614"/>
                  </a:cubicBezTo>
                  <a:cubicBezTo>
                    <a:pt x="41016" y="72812"/>
                    <a:pt x="40955" y="72965"/>
                    <a:pt x="40833" y="73102"/>
                  </a:cubicBezTo>
                  <a:lnTo>
                    <a:pt x="27090" y="86830"/>
                  </a:lnTo>
                  <a:cubicBezTo>
                    <a:pt x="26907" y="87028"/>
                    <a:pt x="26816" y="87256"/>
                    <a:pt x="26816" y="87515"/>
                  </a:cubicBezTo>
                  <a:lnTo>
                    <a:pt x="26816" y="96276"/>
                  </a:lnTo>
                  <a:cubicBezTo>
                    <a:pt x="26816" y="96459"/>
                    <a:pt x="26755" y="96611"/>
                    <a:pt x="26618" y="96748"/>
                  </a:cubicBezTo>
                  <a:lnTo>
                    <a:pt x="13225" y="110140"/>
                  </a:lnTo>
                  <a:cubicBezTo>
                    <a:pt x="13103" y="110270"/>
                    <a:pt x="12940" y="110335"/>
                    <a:pt x="12772" y="110335"/>
                  </a:cubicBezTo>
                  <a:cubicBezTo>
                    <a:pt x="12604" y="110335"/>
                    <a:pt x="12433" y="110270"/>
                    <a:pt x="12296" y="110140"/>
                  </a:cubicBezTo>
                  <a:lnTo>
                    <a:pt x="7618" y="105448"/>
                  </a:lnTo>
                  <a:cubicBezTo>
                    <a:pt x="7428" y="105257"/>
                    <a:pt x="7180" y="105162"/>
                    <a:pt x="6933" y="105162"/>
                  </a:cubicBezTo>
                  <a:cubicBezTo>
                    <a:pt x="6685" y="105162"/>
                    <a:pt x="6438" y="105257"/>
                    <a:pt x="6247" y="105448"/>
                  </a:cubicBezTo>
                  <a:lnTo>
                    <a:pt x="381" y="111314"/>
                  </a:lnTo>
                  <a:cubicBezTo>
                    <a:pt x="1" y="111695"/>
                    <a:pt x="1" y="112304"/>
                    <a:pt x="381" y="112685"/>
                  </a:cubicBezTo>
                  <a:lnTo>
                    <a:pt x="5059" y="117378"/>
                  </a:lnTo>
                  <a:cubicBezTo>
                    <a:pt x="5181" y="117515"/>
                    <a:pt x="5257" y="117667"/>
                    <a:pt x="5257" y="117850"/>
                  </a:cubicBezTo>
                  <a:cubicBezTo>
                    <a:pt x="5257" y="118048"/>
                    <a:pt x="5196" y="118200"/>
                    <a:pt x="5059" y="118322"/>
                  </a:cubicBezTo>
                  <a:lnTo>
                    <a:pt x="3231" y="120150"/>
                  </a:lnTo>
                  <a:cubicBezTo>
                    <a:pt x="2850" y="120531"/>
                    <a:pt x="2850" y="121141"/>
                    <a:pt x="3231" y="121522"/>
                  </a:cubicBezTo>
                  <a:lnTo>
                    <a:pt x="5059" y="123365"/>
                  </a:lnTo>
                  <a:cubicBezTo>
                    <a:pt x="5333" y="123609"/>
                    <a:pt x="5333" y="124020"/>
                    <a:pt x="5059" y="124295"/>
                  </a:cubicBezTo>
                  <a:cubicBezTo>
                    <a:pt x="4914" y="124432"/>
                    <a:pt x="4754" y="124489"/>
                    <a:pt x="4602" y="124489"/>
                  </a:cubicBezTo>
                  <a:cubicBezTo>
                    <a:pt x="4449" y="124489"/>
                    <a:pt x="4305" y="124432"/>
                    <a:pt x="4190" y="124340"/>
                  </a:cubicBezTo>
                  <a:cubicBezTo>
                    <a:pt x="3962" y="124173"/>
                    <a:pt x="3825" y="123838"/>
                    <a:pt x="4038" y="123487"/>
                  </a:cubicBezTo>
                  <a:lnTo>
                    <a:pt x="3764" y="123335"/>
                  </a:lnTo>
                  <a:lnTo>
                    <a:pt x="3764" y="123335"/>
                  </a:lnTo>
                  <a:cubicBezTo>
                    <a:pt x="3459" y="123838"/>
                    <a:pt x="3672" y="124356"/>
                    <a:pt x="3992" y="124599"/>
                  </a:cubicBezTo>
                  <a:cubicBezTo>
                    <a:pt x="4175" y="124736"/>
                    <a:pt x="4373" y="124813"/>
                    <a:pt x="4602" y="124813"/>
                  </a:cubicBezTo>
                  <a:cubicBezTo>
                    <a:pt x="4830" y="124813"/>
                    <a:pt x="5059" y="124736"/>
                    <a:pt x="5272" y="124477"/>
                  </a:cubicBezTo>
                  <a:cubicBezTo>
                    <a:pt x="5455" y="124295"/>
                    <a:pt x="5562" y="124066"/>
                    <a:pt x="5562" y="123792"/>
                  </a:cubicBezTo>
                  <a:cubicBezTo>
                    <a:pt x="5562" y="123533"/>
                    <a:pt x="5455" y="123304"/>
                    <a:pt x="5272" y="123106"/>
                  </a:cubicBezTo>
                  <a:lnTo>
                    <a:pt x="3444" y="121278"/>
                  </a:lnTo>
                  <a:cubicBezTo>
                    <a:pt x="3170" y="121034"/>
                    <a:pt x="3170" y="120623"/>
                    <a:pt x="3444" y="120349"/>
                  </a:cubicBezTo>
                  <a:lnTo>
                    <a:pt x="5272" y="118520"/>
                  </a:lnTo>
                  <a:cubicBezTo>
                    <a:pt x="5455" y="118337"/>
                    <a:pt x="5562" y="118094"/>
                    <a:pt x="5562" y="117835"/>
                  </a:cubicBezTo>
                  <a:cubicBezTo>
                    <a:pt x="5562" y="117576"/>
                    <a:pt x="5455" y="117332"/>
                    <a:pt x="5272" y="117149"/>
                  </a:cubicBezTo>
                  <a:lnTo>
                    <a:pt x="579" y="112456"/>
                  </a:lnTo>
                  <a:cubicBezTo>
                    <a:pt x="320" y="112213"/>
                    <a:pt x="320" y="111801"/>
                    <a:pt x="579" y="111527"/>
                  </a:cubicBezTo>
                  <a:lnTo>
                    <a:pt x="6445" y="105661"/>
                  </a:lnTo>
                  <a:cubicBezTo>
                    <a:pt x="6575" y="105532"/>
                    <a:pt x="6742" y="105467"/>
                    <a:pt x="6912" y="105467"/>
                  </a:cubicBezTo>
                  <a:cubicBezTo>
                    <a:pt x="7081" y="105467"/>
                    <a:pt x="7253" y="105532"/>
                    <a:pt x="7390" y="105661"/>
                  </a:cubicBezTo>
                  <a:lnTo>
                    <a:pt x="12067" y="110354"/>
                  </a:lnTo>
                  <a:cubicBezTo>
                    <a:pt x="12265" y="110537"/>
                    <a:pt x="12494" y="110643"/>
                    <a:pt x="12753" y="110643"/>
                  </a:cubicBezTo>
                  <a:cubicBezTo>
                    <a:pt x="13027" y="110643"/>
                    <a:pt x="13256" y="110537"/>
                    <a:pt x="13439" y="110354"/>
                  </a:cubicBezTo>
                  <a:lnTo>
                    <a:pt x="26831" y="96961"/>
                  </a:lnTo>
                  <a:cubicBezTo>
                    <a:pt x="27014" y="96779"/>
                    <a:pt x="27120" y="96550"/>
                    <a:pt x="27120" y="96276"/>
                  </a:cubicBezTo>
                  <a:lnTo>
                    <a:pt x="27120" y="87469"/>
                  </a:lnTo>
                  <a:cubicBezTo>
                    <a:pt x="27120" y="87287"/>
                    <a:pt x="27166" y="87134"/>
                    <a:pt x="27303" y="86997"/>
                  </a:cubicBezTo>
                  <a:lnTo>
                    <a:pt x="41031" y="73270"/>
                  </a:lnTo>
                  <a:cubicBezTo>
                    <a:pt x="41412" y="72889"/>
                    <a:pt x="41412" y="72279"/>
                    <a:pt x="41031" y="71898"/>
                  </a:cubicBezTo>
                  <a:lnTo>
                    <a:pt x="23571" y="54438"/>
                  </a:lnTo>
                  <a:cubicBezTo>
                    <a:pt x="23312" y="54194"/>
                    <a:pt x="23312" y="53768"/>
                    <a:pt x="23571" y="53509"/>
                  </a:cubicBezTo>
                  <a:lnTo>
                    <a:pt x="37862" y="39217"/>
                  </a:lnTo>
                  <a:cubicBezTo>
                    <a:pt x="37984" y="39095"/>
                    <a:pt x="38155" y="39035"/>
                    <a:pt x="38327" y="39035"/>
                  </a:cubicBezTo>
                  <a:cubicBezTo>
                    <a:pt x="38498" y="39035"/>
                    <a:pt x="38669" y="39095"/>
                    <a:pt x="38791" y="39217"/>
                  </a:cubicBezTo>
                  <a:lnTo>
                    <a:pt x="45373" y="45830"/>
                  </a:lnTo>
                  <a:cubicBezTo>
                    <a:pt x="45571" y="46013"/>
                    <a:pt x="45800" y="46119"/>
                    <a:pt x="46059" y="46119"/>
                  </a:cubicBezTo>
                  <a:cubicBezTo>
                    <a:pt x="46333" y="46119"/>
                    <a:pt x="46562" y="46013"/>
                    <a:pt x="46744" y="45830"/>
                  </a:cubicBezTo>
                  <a:lnTo>
                    <a:pt x="70055" y="22519"/>
                  </a:lnTo>
                  <a:cubicBezTo>
                    <a:pt x="70436" y="22138"/>
                    <a:pt x="70436" y="21528"/>
                    <a:pt x="70055" y="21148"/>
                  </a:cubicBezTo>
                  <a:lnTo>
                    <a:pt x="63473" y="14550"/>
                  </a:lnTo>
                  <a:cubicBezTo>
                    <a:pt x="63199" y="14307"/>
                    <a:pt x="63199" y="13895"/>
                    <a:pt x="63473" y="13621"/>
                  </a:cubicBezTo>
                  <a:lnTo>
                    <a:pt x="76881" y="213"/>
                  </a:lnTo>
                  <a:lnTo>
                    <a:pt x="76668" y="0"/>
                  </a:lnTo>
                  <a:close/>
                </a:path>
              </a:pathLst>
            </a:custGeom>
            <a:gradFill rotWithShape="0">
              <a:gsLst>
                <a:gs pos="0">
                  <a:srgbClr val="9900FF">
                    <a:alpha val="47000"/>
                  </a:srgbClr>
                </a:gs>
                <a:gs pos="100000">
                  <a:srgbClr val="FFFFFF">
                    <a:alpha val="0"/>
                  </a:srgbClr>
                </a:gs>
              </a:gsLst>
              <a:path path="circle">
                <a:fillToRect l="50000" t="50000" r="50000" b="50000"/>
              </a:path>
            </a:gra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grpSp>
          <p:nvGrpSpPr>
            <p:cNvPr id="232" name="Google Shape;1443;p35"/>
            <p:cNvGrpSpPr/>
            <p:nvPr/>
          </p:nvGrpSpPr>
          <p:grpSpPr>
            <a:xfrm>
              <a:off x="7728480" y="3644640"/>
              <a:ext cx="133560" cy="133560"/>
              <a:chOff x="7728480" y="3644640"/>
              <a:chExt cx="133560" cy="133560"/>
            </a:xfrm>
          </p:grpSpPr>
          <p:sp>
            <p:nvSpPr>
              <p:cNvPr id="233" name="Google Shape;1444;p35"/>
              <p:cNvSpPr/>
              <p:nvPr/>
            </p:nvSpPr>
            <p:spPr>
              <a:xfrm>
                <a:off x="7728480" y="3644640"/>
                <a:ext cx="133560" cy="133560"/>
              </a:xfrm>
              <a:prstGeom prst="ellipse">
                <a:avLst/>
              </a:prstGeom>
              <a:noFill/>
              <a:ln w="9525">
                <a:solidFill>
                  <a:srgbClr val="8208D5"/>
                </a:solidFill>
                <a:round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tIns="47160" bIns="47160" anchor="ctr">
                <a:noAutofit/>
              </a:bodyPr>
              <a:lstStyle/>
              <a:p>
                <a:pPr defTabSz="914400">
                  <a:lnSpc>
                    <a:spcPct val="100000"/>
                  </a:lnSpc>
                  <a:tabLst>
                    <a:tab pos="0" algn="l"/>
                  </a:tabLst>
                </a:pPr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OpenSymbol"/>
                </a:endParaRPr>
              </a:p>
            </p:txBody>
          </p:sp>
          <p:sp>
            <p:nvSpPr>
              <p:cNvPr id="234" name="Google Shape;1445;p35"/>
              <p:cNvSpPr/>
              <p:nvPr/>
            </p:nvSpPr>
            <p:spPr>
              <a:xfrm>
                <a:off x="7747200" y="3663360"/>
                <a:ext cx="95760" cy="95760"/>
              </a:xfrm>
              <a:prstGeom prst="ellipse">
                <a:avLst/>
              </a:prstGeom>
              <a:gradFill rotWithShape="0">
                <a:gsLst>
                  <a:gs pos="0">
                    <a:srgbClr val="9900FF">
                      <a:alpha val="47000"/>
                    </a:srgbClr>
                  </a:gs>
                  <a:gs pos="100000">
                    <a:srgbClr val="FFFFFF">
                      <a:alpha val="0"/>
                    </a:srgbClr>
                  </a:gs>
                </a:gsLst>
                <a:path path="circle">
                  <a:fillToRect l="50000" t="50000" r="50000" b="50000"/>
                </a:path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tIns="33840" bIns="33840" anchor="ctr">
                <a:noAutofit/>
              </a:bodyPr>
              <a:lstStyle/>
              <a:p>
                <a:pPr defTabSz="914400">
                  <a:lnSpc>
                    <a:spcPct val="100000"/>
                  </a:lnSpc>
                  <a:tabLst>
                    <a:tab pos="0" algn="l"/>
                  </a:tabLst>
                </a:pPr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OpenSymbol"/>
                </a:endParaRPr>
              </a:p>
            </p:txBody>
          </p:sp>
        </p:grpSp>
        <p:grpSp>
          <p:nvGrpSpPr>
            <p:cNvPr id="235" name="Google Shape;1446;p35"/>
            <p:cNvGrpSpPr/>
            <p:nvPr/>
          </p:nvGrpSpPr>
          <p:grpSpPr>
            <a:xfrm>
              <a:off x="7344360" y="3270960"/>
              <a:ext cx="133560" cy="133560"/>
              <a:chOff x="7344360" y="3270960"/>
              <a:chExt cx="133560" cy="133560"/>
            </a:xfrm>
          </p:grpSpPr>
          <p:sp>
            <p:nvSpPr>
              <p:cNvPr id="236" name="Google Shape;1447;p35"/>
              <p:cNvSpPr/>
              <p:nvPr/>
            </p:nvSpPr>
            <p:spPr>
              <a:xfrm>
                <a:off x="7344360" y="3270960"/>
                <a:ext cx="133560" cy="133560"/>
              </a:xfrm>
              <a:prstGeom prst="ellipse">
                <a:avLst/>
              </a:prstGeom>
              <a:noFill/>
              <a:ln w="9525">
                <a:solidFill>
                  <a:srgbClr val="8208D5"/>
                </a:solidFill>
                <a:round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tIns="47160" bIns="47160" anchor="ctr">
                <a:noAutofit/>
              </a:bodyPr>
              <a:lstStyle/>
              <a:p>
                <a:pPr defTabSz="914400">
                  <a:lnSpc>
                    <a:spcPct val="100000"/>
                  </a:lnSpc>
                  <a:tabLst>
                    <a:tab pos="0" algn="l"/>
                  </a:tabLst>
                </a:pPr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OpenSymbol"/>
                </a:endParaRPr>
              </a:p>
            </p:txBody>
          </p:sp>
          <p:sp>
            <p:nvSpPr>
              <p:cNvPr id="237" name="Google Shape;1448;p35"/>
              <p:cNvSpPr/>
              <p:nvPr/>
            </p:nvSpPr>
            <p:spPr>
              <a:xfrm>
                <a:off x="7363440" y="3289680"/>
                <a:ext cx="95760" cy="95760"/>
              </a:xfrm>
              <a:prstGeom prst="ellipse">
                <a:avLst/>
              </a:prstGeom>
              <a:gradFill rotWithShape="0">
                <a:gsLst>
                  <a:gs pos="0">
                    <a:srgbClr val="9900FF">
                      <a:alpha val="47000"/>
                    </a:srgbClr>
                  </a:gs>
                  <a:gs pos="100000">
                    <a:srgbClr val="FFFFFF">
                      <a:alpha val="0"/>
                    </a:srgbClr>
                  </a:gs>
                </a:gsLst>
                <a:path path="circle">
                  <a:fillToRect l="50000" t="50000" r="50000" b="50000"/>
                </a:path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tIns="33840" bIns="33840" anchor="ctr">
                <a:noAutofit/>
              </a:bodyPr>
              <a:lstStyle/>
              <a:p>
                <a:pPr defTabSz="914400">
                  <a:lnSpc>
                    <a:spcPct val="100000"/>
                  </a:lnSpc>
                  <a:tabLst>
                    <a:tab pos="0" algn="l"/>
                  </a:tabLst>
                </a:pPr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OpenSymbol"/>
                </a:endParaRPr>
              </a:p>
            </p:txBody>
          </p:sp>
        </p:grpSp>
        <p:grpSp>
          <p:nvGrpSpPr>
            <p:cNvPr id="238" name="Google Shape;1449;p35"/>
            <p:cNvGrpSpPr/>
            <p:nvPr/>
          </p:nvGrpSpPr>
          <p:grpSpPr>
            <a:xfrm>
              <a:off x="8337960" y="2584440"/>
              <a:ext cx="133560" cy="133560"/>
              <a:chOff x="8337960" y="2584440"/>
              <a:chExt cx="133560" cy="133560"/>
            </a:xfrm>
          </p:grpSpPr>
          <p:sp>
            <p:nvSpPr>
              <p:cNvPr id="239" name="Google Shape;1450;p35"/>
              <p:cNvSpPr/>
              <p:nvPr/>
            </p:nvSpPr>
            <p:spPr>
              <a:xfrm>
                <a:off x="8337960" y="2584440"/>
                <a:ext cx="133560" cy="133560"/>
              </a:xfrm>
              <a:prstGeom prst="ellipse">
                <a:avLst/>
              </a:prstGeom>
              <a:noFill/>
              <a:ln w="9525">
                <a:solidFill>
                  <a:srgbClr val="8208D5"/>
                </a:solidFill>
                <a:round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tIns="47160" bIns="47160" anchor="ctr">
                <a:noAutofit/>
              </a:bodyPr>
              <a:lstStyle/>
              <a:p>
                <a:pPr defTabSz="914400">
                  <a:lnSpc>
                    <a:spcPct val="100000"/>
                  </a:lnSpc>
                  <a:tabLst>
                    <a:tab pos="0" algn="l"/>
                  </a:tabLst>
                </a:pPr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OpenSymbol"/>
                </a:endParaRPr>
              </a:p>
            </p:txBody>
          </p:sp>
          <p:sp>
            <p:nvSpPr>
              <p:cNvPr id="240" name="Google Shape;1451;p35"/>
              <p:cNvSpPr/>
              <p:nvPr/>
            </p:nvSpPr>
            <p:spPr>
              <a:xfrm>
                <a:off x="8356680" y="2603520"/>
                <a:ext cx="95760" cy="95760"/>
              </a:xfrm>
              <a:prstGeom prst="ellipse">
                <a:avLst/>
              </a:prstGeom>
              <a:gradFill rotWithShape="0">
                <a:gsLst>
                  <a:gs pos="0">
                    <a:srgbClr val="9900FF">
                      <a:alpha val="47000"/>
                    </a:srgbClr>
                  </a:gs>
                  <a:gs pos="100000">
                    <a:srgbClr val="FFFFFF">
                      <a:alpha val="0"/>
                    </a:srgbClr>
                  </a:gs>
                </a:gsLst>
                <a:path path="circle">
                  <a:fillToRect l="50000" t="50000" r="50000" b="50000"/>
                </a:path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tIns="33840" bIns="33840" anchor="ctr">
                <a:noAutofit/>
              </a:bodyPr>
              <a:lstStyle/>
              <a:p>
                <a:pPr defTabSz="914400">
                  <a:lnSpc>
                    <a:spcPct val="100000"/>
                  </a:lnSpc>
                  <a:tabLst>
                    <a:tab pos="0" algn="l"/>
                  </a:tabLst>
                </a:pPr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OpenSymbol"/>
                </a:endParaRPr>
              </a:p>
            </p:txBody>
          </p:sp>
        </p:grpSp>
        <p:sp>
          <p:nvSpPr>
            <p:cNvPr id="241" name="Google Shape;1452;p35"/>
            <p:cNvSpPr/>
            <p:nvPr/>
          </p:nvSpPr>
          <p:spPr>
            <a:xfrm rot="5400000">
              <a:off x="7687440" y="1143360"/>
              <a:ext cx="1420560" cy="2832840"/>
            </a:xfrm>
            <a:custGeom>
              <a:avLst/>
              <a:gdLst>
                <a:gd name="textAreaLeft" fmla="*/ 0 w 1420560"/>
                <a:gd name="textAreaRight" fmla="*/ 1420920 w 1420560"/>
                <a:gd name="textAreaTop" fmla="*/ 0 h 2832840"/>
                <a:gd name="textAreaBottom" fmla="*/ 2833200 h 2832840"/>
              </a:gdLst>
              <a:ahLst/>
              <a:cxnLst/>
              <a:rect l="textAreaLeft" t="textAreaTop" r="textAreaRight" b="textAreaBottom"/>
              <a:pathLst>
                <a:path w="34647" h="69081">
                  <a:moveTo>
                    <a:pt x="34434" y="1"/>
                  </a:moveTo>
                  <a:lnTo>
                    <a:pt x="25429" y="8990"/>
                  </a:lnTo>
                  <a:lnTo>
                    <a:pt x="25383" y="9051"/>
                  </a:lnTo>
                  <a:lnTo>
                    <a:pt x="25383" y="32651"/>
                  </a:lnTo>
                  <a:lnTo>
                    <a:pt x="15130" y="42920"/>
                  </a:lnTo>
                  <a:lnTo>
                    <a:pt x="15084" y="42951"/>
                  </a:lnTo>
                  <a:lnTo>
                    <a:pt x="15084" y="60472"/>
                  </a:lnTo>
                  <a:lnTo>
                    <a:pt x="9614" y="65957"/>
                  </a:lnTo>
                  <a:lnTo>
                    <a:pt x="0" y="65957"/>
                  </a:lnTo>
                  <a:lnTo>
                    <a:pt x="0" y="69080"/>
                  </a:lnTo>
                  <a:lnTo>
                    <a:pt x="320" y="69080"/>
                  </a:lnTo>
                  <a:lnTo>
                    <a:pt x="320" y="66262"/>
                  </a:lnTo>
                  <a:lnTo>
                    <a:pt x="9751" y="66262"/>
                  </a:lnTo>
                  <a:lnTo>
                    <a:pt x="15389" y="60609"/>
                  </a:lnTo>
                  <a:lnTo>
                    <a:pt x="15389" y="43088"/>
                  </a:lnTo>
                  <a:lnTo>
                    <a:pt x="25658" y="32819"/>
                  </a:lnTo>
                  <a:lnTo>
                    <a:pt x="25688" y="32788"/>
                  </a:lnTo>
                  <a:lnTo>
                    <a:pt x="25688" y="9188"/>
                  </a:lnTo>
                  <a:lnTo>
                    <a:pt x="34647" y="214"/>
                  </a:lnTo>
                  <a:lnTo>
                    <a:pt x="34434" y="1"/>
                  </a:lnTo>
                  <a:close/>
                </a:path>
              </a:pathLst>
            </a:custGeom>
            <a:gradFill rotWithShape="0">
              <a:gsLst>
                <a:gs pos="0">
                  <a:srgbClr val="0C0A9E"/>
                </a:gs>
                <a:gs pos="100000">
                  <a:srgbClr val="FFFFFF">
                    <a:alpha val="0"/>
                  </a:srgbClr>
                </a:gs>
              </a:gsLst>
              <a:lin ang="10800000"/>
            </a:gra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</p:grpSp>
      <p:sp>
        <p:nvSpPr>
          <p:cNvPr id="25" name="Google Shape;190;p35">
            <a:extLst>
              <a:ext uri="{FF2B5EF4-FFF2-40B4-BE49-F238E27FC236}">
                <a16:creationId xmlns:a16="http://schemas.microsoft.com/office/drawing/2014/main" id="{F9D40DF4-14BE-40B6-A5E9-13D5A4B91304}"/>
              </a:ext>
            </a:extLst>
          </p:cNvPr>
          <p:cNvSpPr txBox="1">
            <a:spLocks/>
          </p:cNvSpPr>
          <p:nvPr/>
        </p:nvSpPr>
        <p:spPr>
          <a:xfrm>
            <a:off x="3889372" y="1337582"/>
            <a:ext cx="4023155" cy="511018"/>
          </a:xfrm>
          <a:prstGeom prst="rect">
            <a:avLst/>
          </a:prstGeom>
          <a:noFill/>
          <a:ln w="0"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>
              <a:spcBef>
                <a:spcPts val="0"/>
              </a:spcBef>
            </a:pPr>
            <a:r>
              <a:rPr lang="en-US" sz="3200" b="1" dirty="0">
                <a:latin typeface="Alexandria" charset="-78"/>
                <a:cs typeface="Alexandria" panose="020B0604020202020204" charset="-78"/>
              </a:rPr>
              <a:t>HỌC MÁY CƠ BẢN</a:t>
            </a:r>
          </a:p>
        </p:txBody>
      </p:sp>
      <p:sp>
        <p:nvSpPr>
          <p:cNvPr id="26" name="Google Shape;191;p35">
            <a:extLst>
              <a:ext uri="{FF2B5EF4-FFF2-40B4-BE49-F238E27FC236}">
                <a16:creationId xmlns:a16="http://schemas.microsoft.com/office/drawing/2014/main" id="{DDA88FF5-FD4E-438E-83CF-FE0D945B6FDA}"/>
              </a:ext>
            </a:extLst>
          </p:cNvPr>
          <p:cNvSpPr txBox="1">
            <a:spLocks/>
          </p:cNvSpPr>
          <p:nvPr/>
        </p:nvSpPr>
        <p:spPr>
          <a:xfrm>
            <a:off x="2819587" y="285372"/>
            <a:ext cx="5862382" cy="511018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spcBef>
                <a:spcPts val="0"/>
              </a:spcBef>
              <a:buFont typeface="Arial" panose="020B0604020202020204" pitchFamily="34" charset="0"/>
              <a:buNone/>
            </a:pPr>
            <a:r>
              <a:rPr lang="vi-VN" sz="1400" b="1" dirty="0">
                <a:latin typeface="Alexandria" charset="-78"/>
                <a:cs typeface="Alexandria" panose="020B0604020202020204" charset="-78"/>
              </a:rPr>
              <a:t>TRƯỜNG ĐẠI HỌC </a:t>
            </a:r>
            <a:r>
              <a:rPr lang="en-US" sz="1400" b="1" dirty="0">
                <a:latin typeface="Alexandria" charset="-78"/>
                <a:cs typeface="Alexandria" panose="020B0604020202020204" charset="-78"/>
              </a:rPr>
              <a:t>CÔNG NGHỆ</a:t>
            </a:r>
            <a:r>
              <a:rPr lang="vi-VN" sz="1400" b="1" dirty="0">
                <a:latin typeface="Alexandria" charset="-78"/>
                <a:cs typeface="Alexandria" panose="020B0604020202020204" charset="-78"/>
              </a:rPr>
              <a:t> KỸ THUẬT HƯNG YÊN</a:t>
            </a:r>
          </a:p>
          <a:p>
            <a:pPr marL="0" indent="0" algn="ctr">
              <a:spcBef>
                <a:spcPts val="0"/>
              </a:spcBef>
              <a:buFont typeface="Arial" panose="020B0604020202020204" pitchFamily="34" charset="0"/>
              <a:buNone/>
            </a:pPr>
            <a:r>
              <a:rPr lang="vi-VN" sz="1400" dirty="0">
                <a:latin typeface="Alexandria" charset="-78"/>
                <a:cs typeface="Alexandria" panose="020B0604020202020204" charset="-78"/>
              </a:rPr>
              <a:t>KHOA CÔNG NGHỆ THÔNG TIN</a:t>
            </a:r>
          </a:p>
        </p:txBody>
      </p:sp>
      <p:sp>
        <p:nvSpPr>
          <p:cNvPr id="28" name="Hộp Văn bản 27">
            <a:extLst>
              <a:ext uri="{FF2B5EF4-FFF2-40B4-BE49-F238E27FC236}">
                <a16:creationId xmlns:a16="http://schemas.microsoft.com/office/drawing/2014/main" id="{B911AED4-93D7-4F27-B89D-5614775CDA63}"/>
              </a:ext>
            </a:extLst>
          </p:cNvPr>
          <p:cNvSpPr txBox="1"/>
          <p:nvPr/>
        </p:nvSpPr>
        <p:spPr>
          <a:xfrm>
            <a:off x="3970045" y="1862356"/>
            <a:ext cx="3825035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600" dirty="0">
                <a:solidFill>
                  <a:srgbClr val="000000"/>
                </a:solidFill>
                <a:effectLst/>
                <a:latin typeface="Alexandria" charset="-78"/>
                <a:ea typeface="Arial" panose="020B0604020202020204" pitchFamily="34" charset="0"/>
                <a:cs typeface="Alexandria" charset="-78"/>
              </a:rPr>
              <a:t>GỢI Ý SẢN PHẨM MUA KÈM TỪ HÓA ĐƠN BÁN LẺ</a:t>
            </a:r>
            <a:endParaRPr lang="en-US" sz="1600" dirty="0">
              <a:latin typeface="Alexandria" charset="-78"/>
              <a:cs typeface="Alexandria" panose="020B0604020202020204" charset="-78"/>
            </a:endParaRPr>
          </a:p>
        </p:txBody>
      </p:sp>
      <p:sp>
        <p:nvSpPr>
          <p:cNvPr id="29" name="Hộp Văn bản 28">
            <a:extLst>
              <a:ext uri="{FF2B5EF4-FFF2-40B4-BE49-F238E27FC236}">
                <a16:creationId xmlns:a16="http://schemas.microsoft.com/office/drawing/2014/main" id="{A7B94D5A-99F6-4F67-9A74-825E1C3E45F6}"/>
              </a:ext>
            </a:extLst>
          </p:cNvPr>
          <p:cNvSpPr txBox="1"/>
          <p:nvPr/>
        </p:nvSpPr>
        <p:spPr>
          <a:xfrm>
            <a:off x="869539" y="3037305"/>
            <a:ext cx="4511561" cy="134786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" sz="1400" dirty="0">
                <a:solidFill>
                  <a:srgbClr val="15110E"/>
                </a:solidFill>
                <a:latin typeface="Alexandria" panose="020B0604020202020204" charset="-78"/>
                <a:cs typeface="Alexandria" panose="020B0604020202020204" charset="-78"/>
              </a:rPr>
              <a:t>Giáo viên hướng dẫn: PGS.TS. Nguyễn Văn Hậu</a:t>
            </a:r>
          </a:p>
          <a:p>
            <a:pPr>
              <a:lnSpc>
                <a:spcPct val="150000"/>
              </a:lnSpc>
            </a:pPr>
            <a:r>
              <a:rPr lang="en" sz="1400" dirty="0">
                <a:solidFill>
                  <a:srgbClr val="15110E"/>
                </a:solidFill>
                <a:latin typeface="Alexandria" panose="020B0604020202020204" charset="-78"/>
                <a:cs typeface="Alexandria" panose="020B0604020202020204" charset="-78"/>
              </a:rPr>
              <a:t>Người thực hiện: Nguyễn Minh Vương - 10123369</a:t>
            </a:r>
          </a:p>
          <a:p>
            <a:pPr>
              <a:lnSpc>
                <a:spcPct val="150000"/>
              </a:lnSpc>
            </a:pPr>
            <a:r>
              <a:rPr lang="en" sz="1400" dirty="0">
                <a:solidFill>
                  <a:srgbClr val="15110E"/>
                </a:solidFill>
                <a:latin typeface="Alexandria" panose="020B0604020202020204" charset="-78"/>
                <a:cs typeface="Alexandria" panose="020B0604020202020204" charset="-78"/>
              </a:rPr>
              <a:t>	             Đào Thị Thanh - 10123293</a:t>
            </a:r>
          </a:p>
          <a:p>
            <a:pPr>
              <a:lnSpc>
                <a:spcPct val="150000"/>
              </a:lnSpc>
            </a:pPr>
            <a:r>
              <a:rPr lang="en" sz="1400" dirty="0">
                <a:solidFill>
                  <a:srgbClr val="15110E"/>
                </a:solidFill>
                <a:latin typeface="Alexandria" panose="020B0604020202020204" charset="-78"/>
                <a:cs typeface="Alexandria" panose="020B0604020202020204" charset="-78"/>
              </a:rPr>
              <a:t>Lớp: 12523W.1</a:t>
            </a:r>
            <a:endParaRPr lang="en-US" sz="1400" dirty="0">
              <a:solidFill>
                <a:srgbClr val="15110E"/>
              </a:solidFill>
            </a:endParaRPr>
          </a:p>
        </p:txBody>
      </p:sp>
      <p:pic>
        <p:nvPicPr>
          <p:cNvPr id="30" name="Hình ảnh 29">
            <a:extLst>
              <a:ext uri="{FF2B5EF4-FFF2-40B4-BE49-F238E27FC236}">
                <a16:creationId xmlns:a16="http://schemas.microsoft.com/office/drawing/2014/main" id="{47477FC3-5E46-4969-A9B5-A8112389A40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50447" y="260460"/>
            <a:ext cx="550456" cy="560842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45" name="Google Shape;1534;p39"/>
          <p:cNvGrpSpPr/>
          <p:nvPr/>
        </p:nvGrpSpPr>
        <p:grpSpPr>
          <a:xfrm>
            <a:off x="360" y="4132440"/>
            <a:ext cx="2307960" cy="1140480"/>
            <a:chOff x="360" y="4132440"/>
            <a:chExt cx="2307960" cy="1140480"/>
          </a:xfrm>
        </p:grpSpPr>
        <p:sp>
          <p:nvSpPr>
            <p:cNvPr id="246" name="Google Shape;1535;p39"/>
            <p:cNvSpPr/>
            <p:nvPr/>
          </p:nvSpPr>
          <p:spPr>
            <a:xfrm rot="5400000">
              <a:off x="663480" y="3628440"/>
              <a:ext cx="981360" cy="2307600"/>
            </a:xfrm>
            <a:custGeom>
              <a:avLst/>
              <a:gdLst>
                <a:gd name="textAreaLeft" fmla="*/ 0 w 981360"/>
                <a:gd name="textAreaRight" fmla="*/ 981720 w 981360"/>
                <a:gd name="textAreaTop" fmla="*/ 0 h 2307600"/>
                <a:gd name="textAreaBottom" fmla="*/ 2307960 h 2307600"/>
              </a:gdLst>
              <a:ahLst/>
              <a:cxnLst/>
              <a:rect l="textAreaLeft" t="textAreaTop" r="textAreaRight" b="textAreaBottom"/>
              <a:pathLst>
                <a:path w="23937" h="56267">
                  <a:moveTo>
                    <a:pt x="12997" y="1"/>
                  </a:moveTo>
                  <a:lnTo>
                    <a:pt x="12784" y="214"/>
                  </a:lnTo>
                  <a:lnTo>
                    <a:pt x="23098" y="10513"/>
                  </a:lnTo>
                  <a:cubicBezTo>
                    <a:pt x="23434" y="10864"/>
                    <a:pt x="23632" y="11321"/>
                    <a:pt x="23632" y="11808"/>
                  </a:cubicBezTo>
                  <a:cubicBezTo>
                    <a:pt x="23632" y="12311"/>
                    <a:pt x="23434" y="12768"/>
                    <a:pt x="23098" y="13104"/>
                  </a:cubicBezTo>
                  <a:lnTo>
                    <a:pt x="21925" y="14261"/>
                  </a:lnTo>
                  <a:cubicBezTo>
                    <a:pt x="21575" y="14627"/>
                    <a:pt x="21110" y="14810"/>
                    <a:pt x="20642" y="14810"/>
                  </a:cubicBezTo>
                  <a:cubicBezTo>
                    <a:pt x="20173" y="14810"/>
                    <a:pt x="19701" y="14627"/>
                    <a:pt x="19335" y="14261"/>
                  </a:cubicBezTo>
                  <a:lnTo>
                    <a:pt x="16958" y="11885"/>
                  </a:lnTo>
                  <a:cubicBezTo>
                    <a:pt x="16547" y="11489"/>
                    <a:pt x="16029" y="11260"/>
                    <a:pt x="15435" y="11260"/>
                  </a:cubicBezTo>
                  <a:cubicBezTo>
                    <a:pt x="14841" y="11260"/>
                    <a:pt x="14307" y="11489"/>
                    <a:pt x="13911" y="11885"/>
                  </a:cubicBezTo>
                  <a:lnTo>
                    <a:pt x="12525" y="13271"/>
                  </a:lnTo>
                  <a:cubicBezTo>
                    <a:pt x="12129" y="13698"/>
                    <a:pt x="11900" y="14231"/>
                    <a:pt x="11900" y="14795"/>
                  </a:cubicBezTo>
                  <a:cubicBezTo>
                    <a:pt x="11900" y="15374"/>
                    <a:pt x="12129" y="15922"/>
                    <a:pt x="12525" y="16318"/>
                  </a:cubicBezTo>
                  <a:cubicBezTo>
                    <a:pt x="12860" y="16669"/>
                    <a:pt x="13058" y="17126"/>
                    <a:pt x="13058" y="17629"/>
                  </a:cubicBezTo>
                  <a:cubicBezTo>
                    <a:pt x="13058" y="18116"/>
                    <a:pt x="12860" y="18573"/>
                    <a:pt x="12525" y="18924"/>
                  </a:cubicBezTo>
                  <a:lnTo>
                    <a:pt x="11489" y="19944"/>
                  </a:lnTo>
                  <a:cubicBezTo>
                    <a:pt x="11154" y="20295"/>
                    <a:pt x="10696" y="20478"/>
                    <a:pt x="10209" y="20478"/>
                  </a:cubicBezTo>
                  <a:lnTo>
                    <a:pt x="9569" y="20478"/>
                  </a:lnTo>
                  <a:cubicBezTo>
                    <a:pt x="8990" y="20478"/>
                    <a:pt x="8457" y="20706"/>
                    <a:pt x="8045" y="21102"/>
                  </a:cubicBezTo>
                  <a:lnTo>
                    <a:pt x="3353" y="25810"/>
                  </a:lnTo>
                  <a:cubicBezTo>
                    <a:pt x="2515" y="26648"/>
                    <a:pt x="2515" y="28004"/>
                    <a:pt x="3353" y="28842"/>
                  </a:cubicBezTo>
                  <a:lnTo>
                    <a:pt x="10529" y="36018"/>
                  </a:lnTo>
                  <a:cubicBezTo>
                    <a:pt x="10864" y="36369"/>
                    <a:pt x="11062" y="36826"/>
                    <a:pt x="11062" y="37313"/>
                  </a:cubicBezTo>
                  <a:cubicBezTo>
                    <a:pt x="11062" y="37801"/>
                    <a:pt x="10864" y="38273"/>
                    <a:pt x="10529" y="38608"/>
                  </a:cubicBezTo>
                  <a:lnTo>
                    <a:pt x="8198" y="40940"/>
                  </a:lnTo>
                  <a:cubicBezTo>
                    <a:pt x="7802" y="41351"/>
                    <a:pt x="7573" y="41884"/>
                    <a:pt x="7573" y="42463"/>
                  </a:cubicBezTo>
                  <a:lnTo>
                    <a:pt x="7573" y="47720"/>
                  </a:lnTo>
                  <a:cubicBezTo>
                    <a:pt x="7573" y="48207"/>
                    <a:pt x="7390" y="48664"/>
                    <a:pt x="7040" y="49015"/>
                  </a:cubicBezTo>
                  <a:lnTo>
                    <a:pt x="1" y="56054"/>
                  </a:lnTo>
                  <a:lnTo>
                    <a:pt x="199" y="56267"/>
                  </a:lnTo>
                  <a:lnTo>
                    <a:pt x="7268" y="49274"/>
                  </a:lnTo>
                  <a:cubicBezTo>
                    <a:pt x="7664" y="48862"/>
                    <a:pt x="7893" y="48329"/>
                    <a:pt x="7893" y="47750"/>
                  </a:cubicBezTo>
                  <a:lnTo>
                    <a:pt x="7893" y="42494"/>
                  </a:lnTo>
                  <a:cubicBezTo>
                    <a:pt x="7893" y="42006"/>
                    <a:pt x="8091" y="41549"/>
                    <a:pt x="8426" y="41199"/>
                  </a:cubicBezTo>
                  <a:lnTo>
                    <a:pt x="10757" y="38883"/>
                  </a:lnTo>
                  <a:cubicBezTo>
                    <a:pt x="11154" y="38456"/>
                    <a:pt x="11382" y="37923"/>
                    <a:pt x="11382" y="37359"/>
                  </a:cubicBezTo>
                  <a:cubicBezTo>
                    <a:pt x="11382" y="36765"/>
                    <a:pt x="11154" y="36232"/>
                    <a:pt x="10757" y="35835"/>
                  </a:cubicBezTo>
                  <a:lnTo>
                    <a:pt x="3581" y="28644"/>
                  </a:lnTo>
                  <a:cubicBezTo>
                    <a:pt x="2850" y="27943"/>
                    <a:pt x="2850" y="26785"/>
                    <a:pt x="3581" y="26054"/>
                  </a:cubicBezTo>
                  <a:lnTo>
                    <a:pt x="8274" y="21346"/>
                  </a:lnTo>
                  <a:cubicBezTo>
                    <a:pt x="8624" y="21011"/>
                    <a:pt x="9081" y="20813"/>
                    <a:pt x="9569" y="20813"/>
                  </a:cubicBezTo>
                  <a:lnTo>
                    <a:pt x="10209" y="20813"/>
                  </a:lnTo>
                  <a:cubicBezTo>
                    <a:pt x="10788" y="20813"/>
                    <a:pt x="11321" y="20584"/>
                    <a:pt x="11732" y="20188"/>
                  </a:cubicBezTo>
                  <a:lnTo>
                    <a:pt x="12753" y="19167"/>
                  </a:lnTo>
                  <a:cubicBezTo>
                    <a:pt x="13149" y="18741"/>
                    <a:pt x="13378" y="18208"/>
                    <a:pt x="13378" y="17644"/>
                  </a:cubicBezTo>
                  <a:cubicBezTo>
                    <a:pt x="13378" y="17050"/>
                    <a:pt x="13149" y="16516"/>
                    <a:pt x="12753" y="16120"/>
                  </a:cubicBezTo>
                  <a:cubicBezTo>
                    <a:pt x="12418" y="15770"/>
                    <a:pt x="12220" y="15313"/>
                    <a:pt x="12220" y="14825"/>
                  </a:cubicBezTo>
                  <a:cubicBezTo>
                    <a:pt x="12220" y="14322"/>
                    <a:pt x="12418" y="13865"/>
                    <a:pt x="12753" y="13530"/>
                  </a:cubicBezTo>
                  <a:lnTo>
                    <a:pt x="14140" y="12128"/>
                  </a:lnTo>
                  <a:cubicBezTo>
                    <a:pt x="14490" y="11793"/>
                    <a:pt x="14947" y="11595"/>
                    <a:pt x="15435" y="11595"/>
                  </a:cubicBezTo>
                  <a:cubicBezTo>
                    <a:pt x="15938" y="11595"/>
                    <a:pt x="16395" y="11793"/>
                    <a:pt x="16730" y="12128"/>
                  </a:cubicBezTo>
                  <a:lnTo>
                    <a:pt x="19107" y="14520"/>
                  </a:lnTo>
                  <a:cubicBezTo>
                    <a:pt x="19526" y="14939"/>
                    <a:pt x="20074" y="15149"/>
                    <a:pt x="20623" y="15149"/>
                  </a:cubicBezTo>
                  <a:cubicBezTo>
                    <a:pt x="21171" y="15149"/>
                    <a:pt x="21720" y="14939"/>
                    <a:pt x="22139" y="14520"/>
                  </a:cubicBezTo>
                  <a:lnTo>
                    <a:pt x="23297" y="13347"/>
                  </a:lnTo>
                  <a:cubicBezTo>
                    <a:pt x="23708" y="12936"/>
                    <a:pt x="23936" y="12403"/>
                    <a:pt x="23936" y="11824"/>
                  </a:cubicBezTo>
                  <a:cubicBezTo>
                    <a:pt x="23936" y="11260"/>
                    <a:pt x="23708" y="10711"/>
                    <a:pt x="23297" y="10300"/>
                  </a:cubicBezTo>
                  <a:lnTo>
                    <a:pt x="12997" y="1"/>
                  </a:lnTo>
                  <a:close/>
                </a:path>
              </a:pathLst>
            </a:custGeom>
            <a:gradFill rotWithShape="0">
              <a:gsLst>
                <a:gs pos="0">
                  <a:srgbClr val="9900FF">
                    <a:alpha val="47000"/>
                  </a:srgbClr>
                </a:gs>
                <a:gs pos="100000">
                  <a:srgbClr val="FFFFFF">
                    <a:alpha val="0"/>
                  </a:srgbClr>
                </a:gs>
              </a:gsLst>
              <a:lin ang="16200000"/>
            </a:gra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247" name="Google Shape;1536;p39"/>
            <p:cNvSpPr/>
            <p:nvPr/>
          </p:nvSpPr>
          <p:spPr>
            <a:xfrm rot="5400000">
              <a:off x="663840" y="3469320"/>
              <a:ext cx="981360" cy="2307600"/>
            </a:xfrm>
            <a:custGeom>
              <a:avLst/>
              <a:gdLst>
                <a:gd name="textAreaLeft" fmla="*/ 0 w 981360"/>
                <a:gd name="textAreaRight" fmla="*/ 981720 w 981360"/>
                <a:gd name="textAreaTop" fmla="*/ 0 h 2307600"/>
                <a:gd name="textAreaBottom" fmla="*/ 2307960 h 2307600"/>
              </a:gdLst>
              <a:ahLst/>
              <a:cxnLst/>
              <a:rect l="textAreaLeft" t="textAreaTop" r="textAreaRight" b="textAreaBottom"/>
              <a:pathLst>
                <a:path w="23937" h="56267">
                  <a:moveTo>
                    <a:pt x="12997" y="0"/>
                  </a:moveTo>
                  <a:lnTo>
                    <a:pt x="12784" y="214"/>
                  </a:lnTo>
                  <a:lnTo>
                    <a:pt x="23098" y="10513"/>
                  </a:lnTo>
                  <a:cubicBezTo>
                    <a:pt x="23434" y="10848"/>
                    <a:pt x="23632" y="11305"/>
                    <a:pt x="23632" y="11808"/>
                  </a:cubicBezTo>
                  <a:cubicBezTo>
                    <a:pt x="23632" y="12296"/>
                    <a:pt x="23434" y="12753"/>
                    <a:pt x="23098" y="13103"/>
                  </a:cubicBezTo>
                  <a:lnTo>
                    <a:pt x="21925" y="14261"/>
                  </a:lnTo>
                  <a:cubicBezTo>
                    <a:pt x="21575" y="14627"/>
                    <a:pt x="21110" y="14810"/>
                    <a:pt x="20642" y="14810"/>
                  </a:cubicBezTo>
                  <a:cubicBezTo>
                    <a:pt x="20173" y="14810"/>
                    <a:pt x="19701" y="14627"/>
                    <a:pt x="19335" y="14261"/>
                  </a:cubicBezTo>
                  <a:lnTo>
                    <a:pt x="16958" y="11884"/>
                  </a:lnTo>
                  <a:cubicBezTo>
                    <a:pt x="16547" y="11488"/>
                    <a:pt x="16029" y="11260"/>
                    <a:pt x="15435" y="11260"/>
                  </a:cubicBezTo>
                  <a:cubicBezTo>
                    <a:pt x="14840" y="11260"/>
                    <a:pt x="14307" y="11488"/>
                    <a:pt x="13911" y="11884"/>
                  </a:cubicBezTo>
                  <a:lnTo>
                    <a:pt x="12525" y="13271"/>
                  </a:lnTo>
                  <a:cubicBezTo>
                    <a:pt x="11687" y="14109"/>
                    <a:pt x="11687" y="15465"/>
                    <a:pt x="12525" y="16303"/>
                  </a:cubicBezTo>
                  <a:cubicBezTo>
                    <a:pt x="12860" y="16638"/>
                    <a:pt x="13058" y="17095"/>
                    <a:pt x="13058" y="17598"/>
                  </a:cubicBezTo>
                  <a:cubicBezTo>
                    <a:pt x="13058" y="18085"/>
                    <a:pt x="12860" y="18543"/>
                    <a:pt x="12525" y="18893"/>
                  </a:cubicBezTo>
                  <a:lnTo>
                    <a:pt x="11489" y="19914"/>
                  </a:lnTo>
                  <a:cubicBezTo>
                    <a:pt x="11153" y="20264"/>
                    <a:pt x="10696" y="20447"/>
                    <a:pt x="10193" y="20447"/>
                  </a:cubicBezTo>
                  <a:lnTo>
                    <a:pt x="9569" y="20447"/>
                  </a:lnTo>
                  <a:cubicBezTo>
                    <a:pt x="8975" y="20447"/>
                    <a:pt x="8441" y="20676"/>
                    <a:pt x="8045" y="21087"/>
                  </a:cubicBezTo>
                  <a:lnTo>
                    <a:pt x="3337" y="25780"/>
                  </a:lnTo>
                  <a:cubicBezTo>
                    <a:pt x="2941" y="26206"/>
                    <a:pt x="2713" y="26739"/>
                    <a:pt x="2713" y="27303"/>
                  </a:cubicBezTo>
                  <a:cubicBezTo>
                    <a:pt x="2713" y="27897"/>
                    <a:pt x="2941" y="28431"/>
                    <a:pt x="3337" y="28827"/>
                  </a:cubicBezTo>
                  <a:lnTo>
                    <a:pt x="10529" y="36018"/>
                  </a:lnTo>
                  <a:cubicBezTo>
                    <a:pt x="11245" y="36719"/>
                    <a:pt x="11245" y="37877"/>
                    <a:pt x="10529" y="38608"/>
                  </a:cubicBezTo>
                  <a:lnTo>
                    <a:pt x="8198" y="40924"/>
                  </a:lnTo>
                  <a:cubicBezTo>
                    <a:pt x="7801" y="41351"/>
                    <a:pt x="7573" y="41884"/>
                    <a:pt x="7573" y="42448"/>
                  </a:cubicBezTo>
                  <a:lnTo>
                    <a:pt x="7573" y="47704"/>
                  </a:lnTo>
                  <a:cubicBezTo>
                    <a:pt x="7573" y="48207"/>
                    <a:pt x="7375" y="48664"/>
                    <a:pt x="7040" y="48999"/>
                  </a:cubicBezTo>
                  <a:lnTo>
                    <a:pt x="1" y="56053"/>
                  </a:lnTo>
                  <a:lnTo>
                    <a:pt x="199" y="56267"/>
                  </a:lnTo>
                  <a:lnTo>
                    <a:pt x="7268" y="49212"/>
                  </a:lnTo>
                  <a:cubicBezTo>
                    <a:pt x="7664" y="48801"/>
                    <a:pt x="7893" y="48268"/>
                    <a:pt x="7893" y="47689"/>
                  </a:cubicBezTo>
                  <a:lnTo>
                    <a:pt x="7893" y="42432"/>
                  </a:lnTo>
                  <a:cubicBezTo>
                    <a:pt x="7893" y="41945"/>
                    <a:pt x="8091" y="41473"/>
                    <a:pt x="8426" y="41137"/>
                  </a:cubicBezTo>
                  <a:lnTo>
                    <a:pt x="10757" y="38806"/>
                  </a:lnTo>
                  <a:cubicBezTo>
                    <a:pt x="11595" y="37984"/>
                    <a:pt x="11595" y="36628"/>
                    <a:pt x="10757" y="35790"/>
                  </a:cubicBezTo>
                  <a:lnTo>
                    <a:pt x="3581" y="28598"/>
                  </a:lnTo>
                  <a:cubicBezTo>
                    <a:pt x="3231" y="28263"/>
                    <a:pt x="3048" y="27806"/>
                    <a:pt x="3048" y="27318"/>
                  </a:cubicBezTo>
                  <a:cubicBezTo>
                    <a:pt x="3048" y="26816"/>
                    <a:pt x="3231" y="26359"/>
                    <a:pt x="3581" y="26023"/>
                  </a:cubicBezTo>
                  <a:lnTo>
                    <a:pt x="8274" y="21346"/>
                  </a:lnTo>
                  <a:cubicBezTo>
                    <a:pt x="8624" y="21011"/>
                    <a:pt x="9081" y="20813"/>
                    <a:pt x="9569" y="20813"/>
                  </a:cubicBezTo>
                  <a:lnTo>
                    <a:pt x="10209" y="20813"/>
                  </a:lnTo>
                  <a:cubicBezTo>
                    <a:pt x="10788" y="20813"/>
                    <a:pt x="11321" y="20584"/>
                    <a:pt x="11732" y="20188"/>
                  </a:cubicBezTo>
                  <a:lnTo>
                    <a:pt x="12753" y="19152"/>
                  </a:lnTo>
                  <a:cubicBezTo>
                    <a:pt x="13149" y="18741"/>
                    <a:pt x="13378" y="18207"/>
                    <a:pt x="13378" y="17628"/>
                  </a:cubicBezTo>
                  <a:cubicBezTo>
                    <a:pt x="13378" y="17049"/>
                    <a:pt x="13149" y="16516"/>
                    <a:pt x="12753" y="16105"/>
                  </a:cubicBezTo>
                  <a:cubicBezTo>
                    <a:pt x="12037" y="15404"/>
                    <a:pt x="12037" y="14246"/>
                    <a:pt x="12753" y="13515"/>
                  </a:cubicBezTo>
                  <a:lnTo>
                    <a:pt x="14140" y="12128"/>
                  </a:lnTo>
                  <a:cubicBezTo>
                    <a:pt x="14490" y="11793"/>
                    <a:pt x="14947" y="11595"/>
                    <a:pt x="15435" y="11595"/>
                  </a:cubicBezTo>
                  <a:cubicBezTo>
                    <a:pt x="15937" y="11595"/>
                    <a:pt x="16395" y="11793"/>
                    <a:pt x="16730" y="12128"/>
                  </a:cubicBezTo>
                  <a:lnTo>
                    <a:pt x="19106" y="14505"/>
                  </a:lnTo>
                  <a:cubicBezTo>
                    <a:pt x="19525" y="14924"/>
                    <a:pt x="20074" y="15133"/>
                    <a:pt x="20622" y="15133"/>
                  </a:cubicBezTo>
                  <a:cubicBezTo>
                    <a:pt x="21171" y="15133"/>
                    <a:pt x="21719" y="14924"/>
                    <a:pt x="22138" y="14505"/>
                  </a:cubicBezTo>
                  <a:lnTo>
                    <a:pt x="23296" y="13347"/>
                  </a:lnTo>
                  <a:cubicBezTo>
                    <a:pt x="23708" y="12936"/>
                    <a:pt x="23936" y="12402"/>
                    <a:pt x="23936" y="11823"/>
                  </a:cubicBezTo>
                  <a:cubicBezTo>
                    <a:pt x="23936" y="11229"/>
                    <a:pt x="23708" y="10696"/>
                    <a:pt x="23296" y="10300"/>
                  </a:cubicBezTo>
                  <a:lnTo>
                    <a:pt x="12997" y="0"/>
                  </a:lnTo>
                  <a:close/>
                </a:path>
              </a:pathLst>
            </a:custGeom>
            <a:gradFill rotWithShape="0">
              <a:gsLst>
                <a:gs pos="0">
                  <a:srgbClr val="EB9109"/>
                </a:gs>
                <a:gs pos="78000">
                  <a:srgbClr val="F5F8FF"/>
                </a:gs>
                <a:gs pos="100000">
                  <a:srgbClr val="F5F8FF"/>
                </a:gs>
              </a:gsLst>
              <a:lin ang="5400000"/>
            </a:gra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</p:grpSp>
      <p:sp>
        <p:nvSpPr>
          <p:cNvPr id="13" name="Google Shape;208;p37">
            <a:extLst>
              <a:ext uri="{FF2B5EF4-FFF2-40B4-BE49-F238E27FC236}">
                <a16:creationId xmlns:a16="http://schemas.microsoft.com/office/drawing/2014/main" id="{9B4C69D8-481A-4C1E-AC4C-1FC0042D3ED9}"/>
              </a:ext>
            </a:extLst>
          </p:cNvPr>
          <p:cNvSpPr txBox="1">
            <a:spLocks/>
          </p:cNvSpPr>
          <p:nvPr/>
        </p:nvSpPr>
        <p:spPr>
          <a:xfrm>
            <a:off x="439480" y="294618"/>
            <a:ext cx="8286306" cy="54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lexandria Medium"/>
              <a:buNone/>
              <a:defRPr sz="2500" b="0" i="0" u="none" strike="noStrike" cap="none">
                <a:solidFill>
                  <a:schemeClr val="dk1"/>
                </a:solidFill>
                <a:latin typeface="Alexandria Medium"/>
                <a:ea typeface="Alexandria Medium"/>
                <a:cs typeface="Alexandria Medium"/>
                <a:sym typeface="Alexandria Medium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lexandria Medium"/>
              <a:buNone/>
              <a:defRPr sz="3000" b="0" i="0" u="none" strike="noStrike" cap="none">
                <a:solidFill>
                  <a:schemeClr val="dk1"/>
                </a:solidFill>
                <a:latin typeface="Alexandria Medium"/>
                <a:ea typeface="Alexandria Medium"/>
                <a:cs typeface="Alexandria Medium"/>
                <a:sym typeface="Alexandria Medium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lexandria Medium"/>
              <a:buNone/>
              <a:defRPr sz="3000" b="0" i="0" u="none" strike="noStrike" cap="none">
                <a:solidFill>
                  <a:schemeClr val="dk1"/>
                </a:solidFill>
                <a:latin typeface="Alexandria Medium"/>
                <a:ea typeface="Alexandria Medium"/>
                <a:cs typeface="Alexandria Medium"/>
                <a:sym typeface="Alexandria Medium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lexandria Medium"/>
              <a:buNone/>
              <a:defRPr sz="3000" b="0" i="0" u="none" strike="noStrike" cap="none">
                <a:solidFill>
                  <a:schemeClr val="dk1"/>
                </a:solidFill>
                <a:latin typeface="Alexandria Medium"/>
                <a:ea typeface="Alexandria Medium"/>
                <a:cs typeface="Alexandria Medium"/>
                <a:sym typeface="Alexandria Medium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lexandria Medium"/>
              <a:buNone/>
              <a:defRPr sz="3000" b="0" i="0" u="none" strike="noStrike" cap="none">
                <a:solidFill>
                  <a:schemeClr val="dk1"/>
                </a:solidFill>
                <a:latin typeface="Alexandria Medium"/>
                <a:ea typeface="Alexandria Medium"/>
                <a:cs typeface="Alexandria Medium"/>
                <a:sym typeface="Alexandria Medium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lexandria Medium"/>
              <a:buNone/>
              <a:defRPr sz="3000" b="0" i="0" u="none" strike="noStrike" cap="none">
                <a:solidFill>
                  <a:schemeClr val="dk1"/>
                </a:solidFill>
                <a:latin typeface="Alexandria Medium"/>
                <a:ea typeface="Alexandria Medium"/>
                <a:cs typeface="Alexandria Medium"/>
                <a:sym typeface="Alexandria Medium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lexandria Medium"/>
              <a:buNone/>
              <a:defRPr sz="3000" b="0" i="0" u="none" strike="noStrike" cap="none">
                <a:solidFill>
                  <a:schemeClr val="dk1"/>
                </a:solidFill>
                <a:latin typeface="Alexandria Medium"/>
                <a:ea typeface="Alexandria Medium"/>
                <a:cs typeface="Alexandria Medium"/>
                <a:sym typeface="Alexandria Medium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lexandria Medium"/>
              <a:buNone/>
              <a:defRPr sz="3000" b="0" i="0" u="none" strike="noStrike" cap="none">
                <a:solidFill>
                  <a:schemeClr val="dk1"/>
                </a:solidFill>
                <a:latin typeface="Alexandria Medium"/>
                <a:ea typeface="Alexandria Medium"/>
                <a:cs typeface="Alexandria Medium"/>
                <a:sym typeface="Alexandria Medium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lexandria Medium"/>
              <a:buNone/>
              <a:defRPr sz="3000" b="0" i="0" u="none" strike="noStrike" cap="none">
                <a:solidFill>
                  <a:schemeClr val="dk1"/>
                </a:solidFill>
                <a:latin typeface="Alexandria Medium"/>
                <a:ea typeface="Alexandria Medium"/>
                <a:cs typeface="Alexandria Medium"/>
                <a:sym typeface="Alexandria Medium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5110E"/>
              </a:buClr>
              <a:buSzPts val="3000"/>
              <a:buFont typeface="Alexandria Medium"/>
              <a:buNone/>
              <a:tabLst/>
              <a:defRPr/>
            </a:pPr>
            <a:r>
              <a:rPr kumimoji="0" lang="en-US" sz="2000" b="1" i="0" u="none" strike="noStrike" kern="0" cap="none" spc="0" normalizeH="0" baseline="0" noProof="0" dirty="0" err="1">
                <a:ln>
                  <a:noFill/>
                </a:ln>
                <a:solidFill>
                  <a:srgbClr val="15110E"/>
                </a:solidFill>
                <a:effectLst/>
                <a:uLnTx/>
                <a:uFillTx/>
                <a:latin typeface="Alexandria" pitchFamily="2" charset="-78"/>
                <a:cs typeface="Alexandria" pitchFamily="2" charset="-78"/>
                <a:sym typeface="Alexandria Medium"/>
              </a:rPr>
              <a:t>Bối</a:t>
            </a:r>
            <a:r>
              <a:rPr kumimoji="0" lang="en-US" sz="2000" b="1" i="0" u="none" strike="noStrike" kern="0" cap="none" spc="0" normalizeH="0" baseline="0" noProof="0" dirty="0">
                <a:ln>
                  <a:noFill/>
                </a:ln>
                <a:solidFill>
                  <a:srgbClr val="15110E"/>
                </a:solidFill>
                <a:effectLst/>
                <a:uLnTx/>
                <a:uFillTx/>
                <a:latin typeface="Alexandria" pitchFamily="2" charset="-78"/>
                <a:cs typeface="Alexandria" pitchFamily="2" charset="-78"/>
                <a:sym typeface="Alexandria Medium"/>
              </a:rPr>
              <a:t> </a:t>
            </a:r>
            <a:r>
              <a:rPr kumimoji="0" lang="en-US" sz="2000" b="1" i="0" u="none" strike="noStrike" kern="0" cap="none" spc="0" normalizeH="0" baseline="0" noProof="0" dirty="0" err="1">
                <a:ln>
                  <a:noFill/>
                </a:ln>
                <a:solidFill>
                  <a:srgbClr val="15110E"/>
                </a:solidFill>
                <a:effectLst/>
                <a:uLnTx/>
                <a:uFillTx/>
                <a:latin typeface="Alexandria" pitchFamily="2" charset="-78"/>
                <a:cs typeface="Alexandria" pitchFamily="2" charset="-78"/>
                <a:sym typeface="Alexandria Medium"/>
              </a:rPr>
              <a:t>cảnh</a:t>
            </a:r>
            <a:r>
              <a:rPr kumimoji="0" lang="en-US" sz="2000" b="1" i="0" u="none" strike="noStrike" kern="0" cap="none" spc="0" normalizeH="0" baseline="0" noProof="0" dirty="0">
                <a:ln>
                  <a:noFill/>
                </a:ln>
                <a:solidFill>
                  <a:srgbClr val="15110E"/>
                </a:solidFill>
                <a:effectLst/>
                <a:uLnTx/>
                <a:uFillTx/>
                <a:latin typeface="Alexandria" pitchFamily="2" charset="-78"/>
                <a:cs typeface="Alexandria" pitchFamily="2" charset="-78"/>
                <a:sym typeface="Alexandria Medium"/>
              </a:rPr>
              <a:t> &amp; </a:t>
            </a:r>
            <a:r>
              <a:rPr kumimoji="0" lang="en-US" sz="2000" b="1" i="0" u="none" strike="noStrike" kern="0" cap="none" spc="0" normalizeH="0" baseline="0" noProof="0" dirty="0" err="1">
                <a:ln>
                  <a:noFill/>
                </a:ln>
                <a:solidFill>
                  <a:srgbClr val="15110E"/>
                </a:solidFill>
                <a:effectLst/>
                <a:uLnTx/>
                <a:uFillTx/>
                <a:latin typeface="Alexandria" pitchFamily="2" charset="-78"/>
                <a:cs typeface="Alexandria" pitchFamily="2" charset="-78"/>
                <a:sym typeface="Alexandria Medium"/>
              </a:rPr>
              <a:t>câu</a:t>
            </a:r>
            <a:r>
              <a:rPr kumimoji="0" lang="en-US" sz="2000" b="1" i="0" u="none" strike="noStrike" kern="0" cap="none" spc="0" normalizeH="0" baseline="0" noProof="0" dirty="0">
                <a:ln>
                  <a:noFill/>
                </a:ln>
                <a:solidFill>
                  <a:srgbClr val="15110E"/>
                </a:solidFill>
                <a:effectLst/>
                <a:uLnTx/>
                <a:uFillTx/>
                <a:latin typeface="Alexandria" pitchFamily="2" charset="-78"/>
                <a:cs typeface="Alexandria" pitchFamily="2" charset="-78"/>
                <a:sym typeface="Alexandria Medium"/>
              </a:rPr>
              <a:t> </a:t>
            </a:r>
            <a:r>
              <a:rPr kumimoji="0" lang="en-US" sz="2000" b="1" i="0" u="none" strike="noStrike" kern="0" cap="none" spc="0" normalizeH="0" baseline="0" noProof="0" dirty="0" err="1">
                <a:ln>
                  <a:noFill/>
                </a:ln>
                <a:solidFill>
                  <a:srgbClr val="15110E"/>
                </a:solidFill>
                <a:effectLst/>
                <a:uLnTx/>
                <a:uFillTx/>
                <a:latin typeface="Alexandria" pitchFamily="2" charset="-78"/>
                <a:cs typeface="Alexandria" pitchFamily="2" charset="-78"/>
                <a:sym typeface="Alexandria Medium"/>
              </a:rPr>
              <a:t>hỏi</a:t>
            </a:r>
            <a:r>
              <a:rPr kumimoji="0" lang="en-US" sz="2000" b="1" i="0" u="none" strike="noStrike" kern="0" cap="none" spc="0" normalizeH="0" baseline="0" noProof="0" dirty="0">
                <a:ln>
                  <a:noFill/>
                </a:ln>
                <a:solidFill>
                  <a:srgbClr val="15110E"/>
                </a:solidFill>
                <a:effectLst/>
                <a:uLnTx/>
                <a:uFillTx/>
                <a:latin typeface="Alexandria" pitchFamily="2" charset="-78"/>
                <a:cs typeface="Alexandria" pitchFamily="2" charset="-78"/>
                <a:sym typeface="Alexandria Medium"/>
              </a:rPr>
              <a:t> </a:t>
            </a:r>
            <a:r>
              <a:rPr kumimoji="0" lang="en-US" sz="2000" b="1" i="0" u="none" strike="noStrike" kern="0" cap="none" spc="0" normalizeH="0" baseline="0" noProof="0" dirty="0" err="1">
                <a:ln>
                  <a:noFill/>
                </a:ln>
                <a:solidFill>
                  <a:srgbClr val="15110E"/>
                </a:solidFill>
                <a:effectLst/>
                <a:uLnTx/>
                <a:uFillTx/>
                <a:latin typeface="Alexandria" pitchFamily="2" charset="-78"/>
                <a:cs typeface="Alexandria" pitchFamily="2" charset="-78"/>
                <a:sym typeface="Alexandria Medium"/>
              </a:rPr>
              <a:t>nghiên</a:t>
            </a:r>
            <a:r>
              <a:rPr kumimoji="0" lang="en-US" sz="2000" b="1" i="0" u="none" strike="noStrike" kern="0" cap="none" spc="0" normalizeH="0" baseline="0" noProof="0" dirty="0">
                <a:ln>
                  <a:noFill/>
                </a:ln>
                <a:solidFill>
                  <a:srgbClr val="15110E"/>
                </a:solidFill>
                <a:effectLst/>
                <a:uLnTx/>
                <a:uFillTx/>
                <a:latin typeface="Alexandria" pitchFamily="2" charset="-78"/>
                <a:cs typeface="Alexandria" pitchFamily="2" charset="-78"/>
                <a:sym typeface="Alexandria Medium"/>
              </a:rPr>
              <a:t> </a:t>
            </a:r>
            <a:r>
              <a:rPr kumimoji="0" lang="en-US" sz="2000" b="1" i="0" u="none" strike="noStrike" kern="0" cap="none" spc="0" normalizeH="0" baseline="0" noProof="0" dirty="0" err="1">
                <a:ln>
                  <a:noFill/>
                </a:ln>
                <a:solidFill>
                  <a:srgbClr val="15110E"/>
                </a:solidFill>
                <a:effectLst/>
                <a:uLnTx/>
                <a:uFillTx/>
                <a:latin typeface="Alexandria" pitchFamily="2" charset="-78"/>
                <a:cs typeface="Alexandria" pitchFamily="2" charset="-78"/>
                <a:sym typeface="Alexandria Medium"/>
              </a:rPr>
              <a:t>cứu</a:t>
            </a:r>
            <a:endParaRPr kumimoji="0" lang="en-US" sz="2000" b="1" i="0" u="none" strike="noStrike" kern="0" cap="none" spc="0" normalizeH="0" baseline="0" noProof="0" dirty="0">
              <a:ln>
                <a:noFill/>
              </a:ln>
              <a:solidFill>
                <a:srgbClr val="15110E"/>
              </a:solidFill>
              <a:effectLst/>
              <a:uLnTx/>
              <a:uFillTx/>
              <a:latin typeface="Alexandria" pitchFamily="2" charset="-78"/>
              <a:cs typeface="Alexandria" pitchFamily="2" charset="-78"/>
              <a:sym typeface="Alexandria Medium"/>
            </a:endParaRPr>
          </a:p>
        </p:txBody>
      </p:sp>
      <p:sp>
        <p:nvSpPr>
          <p:cNvPr id="15" name="Google Shape;228;p38">
            <a:extLst>
              <a:ext uri="{FF2B5EF4-FFF2-40B4-BE49-F238E27FC236}">
                <a16:creationId xmlns:a16="http://schemas.microsoft.com/office/drawing/2014/main" id="{C3B177B0-C0A0-4B80-A14A-4939A0423723}"/>
              </a:ext>
            </a:extLst>
          </p:cNvPr>
          <p:cNvSpPr txBox="1">
            <a:spLocks/>
          </p:cNvSpPr>
          <p:nvPr/>
        </p:nvSpPr>
        <p:spPr>
          <a:xfrm>
            <a:off x="439480" y="843318"/>
            <a:ext cx="8286306" cy="38491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048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lbert Sans"/>
              <a:buChar char="●"/>
              <a:defRPr sz="1400" b="0" i="0" u="none" strike="noStrike" cap="none">
                <a:solidFill>
                  <a:schemeClr val="dk1"/>
                </a:solidFill>
                <a:latin typeface="Albert Sans"/>
                <a:ea typeface="Albert Sans"/>
                <a:cs typeface="Albert Sans"/>
                <a:sym typeface="Albert Sans"/>
              </a:defRPr>
            </a:lvl1pPr>
            <a:lvl2pPr marL="914400" marR="0" lvl="1" indent="-3048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lbert Sans"/>
              <a:buChar char="○"/>
              <a:defRPr sz="1200" b="0" i="0" u="none" strike="noStrike" cap="none">
                <a:solidFill>
                  <a:schemeClr val="dk1"/>
                </a:solidFill>
                <a:latin typeface="Albert Sans"/>
                <a:ea typeface="Albert Sans"/>
                <a:cs typeface="Albert Sans"/>
                <a:sym typeface="Albert Sans"/>
              </a:defRPr>
            </a:lvl2pPr>
            <a:lvl3pPr marL="1371600" marR="0" lvl="2" indent="-3048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lbert Sans"/>
              <a:buChar char="■"/>
              <a:defRPr sz="1200" b="0" i="0" u="none" strike="noStrike" cap="none">
                <a:solidFill>
                  <a:schemeClr val="dk1"/>
                </a:solidFill>
                <a:latin typeface="Albert Sans"/>
                <a:ea typeface="Albert Sans"/>
                <a:cs typeface="Albert Sans"/>
                <a:sym typeface="Albert Sans"/>
              </a:defRPr>
            </a:lvl3pPr>
            <a:lvl4pPr marL="1828800" marR="0" lvl="3" indent="-3048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lbert Sans"/>
              <a:buChar char="●"/>
              <a:defRPr sz="1200" b="0" i="0" u="none" strike="noStrike" cap="none">
                <a:solidFill>
                  <a:schemeClr val="dk1"/>
                </a:solidFill>
                <a:latin typeface="Albert Sans"/>
                <a:ea typeface="Albert Sans"/>
                <a:cs typeface="Albert Sans"/>
                <a:sym typeface="Albert Sans"/>
              </a:defRPr>
            </a:lvl4pPr>
            <a:lvl5pPr marL="2286000" marR="0" lvl="4" indent="-3048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lbert Sans"/>
              <a:buChar char="○"/>
              <a:defRPr sz="1200" b="0" i="0" u="none" strike="noStrike" cap="none">
                <a:solidFill>
                  <a:schemeClr val="dk1"/>
                </a:solidFill>
                <a:latin typeface="Albert Sans"/>
                <a:ea typeface="Albert Sans"/>
                <a:cs typeface="Albert Sans"/>
                <a:sym typeface="Albert Sans"/>
              </a:defRPr>
            </a:lvl5pPr>
            <a:lvl6pPr marL="2743200" marR="0" lvl="5" indent="-3048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lbert Sans"/>
              <a:buChar char="■"/>
              <a:defRPr sz="1200" b="0" i="0" u="none" strike="noStrike" cap="none">
                <a:solidFill>
                  <a:schemeClr val="dk1"/>
                </a:solidFill>
                <a:latin typeface="Albert Sans"/>
                <a:ea typeface="Albert Sans"/>
                <a:cs typeface="Albert Sans"/>
                <a:sym typeface="Albert Sans"/>
              </a:defRPr>
            </a:lvl6pPr>
            <a:lvl7pPr marL="3200400" marR="0" lvl="6" indent="-3048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lbert Sans"/>
              <a:buChar char="●"/>
              <a:defRPr sz="1200" b="0" i="0" u="none" strike="noStrike" cap="none">
                <a:solidFill>
                  <a:schemeClr val="dk1"/>
                </a:solidFill>
                <a:latin typeface="Albert Sans"/>
                <a:ea typeface="Albert Sans"/>
                <a:cs typeface="Albert Sans"/>
                <a:sym typeface="Albert Sans"/>
              </a:defRPr>
            </a:lvl7pPr>
            <a:lvl8pPr marL="3657600" marR="0" lvl="7" indent="-3048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lbert Sans"/>
              <a:buChar char="○"/>
              <a:defRPr sz="1200" b="0" i="0" u="none" strike="noStrike" cap="none">
                <a:solidFill>
                  <a:schemeClr val="dk1"/>
                </a:solidFill>
                <a:latin typeface="Albert Sans"/>
                <a:ea typeface="Albert Sans"/>
                <a:cs typeface="Albert Sans"/>
                <a:sym typeface="Albert Sans"/>
              </a:defRPr>
            </a:lvl8pPr>
            <a:lvl9pPr marL="4114800" marR="0" lvl="8" indent="-3048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lbert Sans"/>
              <a:buChar char="■"/>
              <a:defRPr sz="1200" b="0" i="0" u="none" strike="noStrike" cap="none">
                <a:solidFill>
                  <a:schemeClr val="dk1"/>
                </a:solidFill>
                <a:latin typeface="Albert Sans"/>
                <a:ea typeface="Albert Sans"/>
                <a:cs typeface="Albert Sans"/>
                <a:sym typeface="Albert Sans"/>
              </a:defRPr>
            </a:lvl9pPr>
          </a:lstStyle>
          <a:p>
            <a:pPr marL="285750" indent="-285750">
              <a:lnSpc>
                <a:spcPct val="200000"/>
              </a:lnSpc>
            </a:pPr>
            <a:r>
              <a:rPr lang="vi-VN" kern="0" dirty="0" err="1">
                <a:latin typeface="Alexandria" panose="020B0604020202020204" charset="-78"/>
                <a:cs typeface="Alexandria" panose="020B0604020202020204" charset="-78"/>
              </a:rPr>
              <a:t>Cửa</a:t>
            </a:r>
            <a:r>
              <a:rPr lang="vi-VN" kern="0" dirty="0">
                <a:latin typeface="Alexandria" panose="020B0604020202020204" charset="-78"/>
                <a:cs typeface="Alexandria" panose="020B0604020202020204" charset="-78"/>
              </a:rPr>
              <a:t> </a:t>
            </a:r>
            <a:r>
              <a:rPr lang="vi-VN" kern="0" dirty="0" err="1">
                <a:latin typeface="Alexandria" panose="020B0604020202020204" charset="-78"/>
                <a:cs typeface="Alexandria" panose="020B0604020202020204" charset="-78"/>
              </a:rPr>
              <a:t>hàng</a:t>
            </a:r>
            <a:r>
              <a:rPr lang="vi-VN" kern="0" dirty="0">
                <a:latin typeface="Alexandria" panose="020B0604020202020204" charset="-78"/>
                <a:cs typeface="Alexandria" panose="020B0604020202020204" charset="-78"/>
              </a:rPr>
              <a:t> </a:t>
            </a:r>
            <a:r>
              <a:rPr lang="vi-VN" kern="0" dirty="0" err="1">
                <a:latin typeface="Alexandria" panose="020B0604020202020204" charset="-78"/>
                <a:cs typeface="Alexandria" panose="020B0604020202020204" charset="-78"/>
              </a:rPr>
              <a:t>trực</a:t>
            </a:r>
            <a:r>
              <a:rPr lang="vi-VN" kern="0" dirty="0">
                <a:latin typeface="Alexandria" panose="020B0604020202020204" charset="-78"/>
                <a:cs typeface="Alexandria" panose="020B0604020202020204" charset="-78"/>
              </a:rPr>
              <a:t> </a:t>
            </a:r>
            <a:r>
              <a:rPr lang="vi-VN" kern="0" dirty="0" err="1">
                <a:latin typeface="Alexandria" panose="020B0604020202020204" charset="-78"/>
                <a:cs typeface="Alexandria" panose="020B0604020202020204" charset="-78"/>
              </a:rPr>
              <a:t>tuyến</a:t>
            </a:r>
            <a:r>
              <a:rPr lang="vi-VN" kern="0" dirty="0">
                <a:latin typeface="Alexandria" panose="020B0604020202020204" charset="-78"/>
                <a:cs typeface="Alexandria" panose="020B0604020202020204" charset="-78"/>
              </a:rPr>
              <a:t> </a:t>
            </a:r>
            <a:r>
              <a:rPr lang="vi-VN" kern="0" dirty="0" err="1">
                <a:latin typeface="Alexandria" panose="020B0604020202020204" charset="-78"/>
                <a:cs typeface="Alexandria" panose="020B0604020202020204" charset="-78"/>
              </a:rPr>
              <a:t>muốn</a:t>
            </a:r>
            <a:r>
              <a:rPr lang="vi-VN" kern="0" dirty="0">
                <a:latin typeface="Alexandria" panose="020B0604020202020204" charset="-78"/>
                <a:cs typeface="Alexandria" panose="020B0604020202020204" charset="-78"/>
              </a:rPr>
              <a:t> </a:t>
            </a:r>
            <a:r>
              <a:rPr lang="vi-VN" kern="0" dirty="0" err="1">
                <a:latin typeface="Alexandria" panose="020B0604020202020204" charset="-78"/>
                <a:cs typeface="Alexandria" panose="020B0604020202020204" charset="-78"/>
              </a:rPr>
              <a:t>gợi</a:t>
            </a:r>
            <a:r>
              <a:rPr lang="vi-VN" kern="0" dirty="0">
                <a:latin typeface="Alexandria" panose="020B0604020202020204" charset="-78"/>
                <a:cs typeface="Alexandria" panose="020B0604020202020204" charset="-78"/>
              </a:rPr>
              <a:t> ý </a:t>
            </a:r>
            <a:r>
              <a:rPr lang="vi-VN" kern="0" dirty="0" err="1">
                <a:latin typeface="Alexandria" panose="020B0604020202020204" charset="-78"/>
                <a:cs typeface="Alexandria" panose="020B0604020202020204" charset="-78"/>
              </a:rPr>
              <a:t>sản</a:t>
            </a:r>
            <a:r>
              <a:rPr lang="vi-VN" kern="0" dirty="0">
                <a:latin typeface="Alexandria" panose="020B0604020202020204" charset="-78"/>
                <a:cs typeface="Alexandria" panose="020B0604020202020204" charset="-78"/>
              </a:rPr>
              <a:t> </a:t>
            </a:r>
            <a:r>
              <a:rPr lang="vi-VN" kern="0" dirty="0" err="1">
                <a:latin typeface="Alexandria" panose="020B0604020202020204" charset="-78"/>
                <a:cs typeface="Alexandria" panose="020B0604020202020204" charset="-78"/>
              </a:rPr>
              <a:t>phẩm</a:t>
            </a:r>
            <a:r>
              <a:rPr lang="vi-VN" kern="0" dirty="0">
                <a:latin typeface="Alexandria" panose="020B0604020202020204" charset="-78"/>
                <a:cs typeface="Alexandria" panose="020B0604020202020204" charset="-78"/>
              </a:rPr>
              <a:t> </a:t>
            </a:r>
            <a:r>
              <a:rPr lang="vi-VN" kern="0" dirty="0" err="1">
                <a:latin typeface="Alexandria" panose="020B0604020202020204" charset="-78"/>
                <a:cs typeface="Alexandria" panose="020B0604020202020204" charset="-78"/>
              </a:rPr>
              <a:t>thường</a:t>
            </a:r>
            <a:r>
              <a:rPr lang="vi-VN" kern="0" dirty="0">
                <a:latin typeface="Alexandria" panose="020B0604020202020204" charset="-78"/>
                <a:cs typeface="Alexandria" panose="020B0604020202020204" charset="-78"/>
              </a:rPr>
              <a:t> mua </a:t>
            </a:r>
            <a:r>
              <a:rPr lang="vi-VN" kern="0" dirty="0" err="1">
                <a:latin typeface="Alexandria" panose="020B0604020202020204" charset="-78"/>
                <a:cs typeface="Alexandria" panose="020B0604020202020204" charset="-78"/>
              </a:rPr>
              <a:t>cùng</a:t>
            </a:r>
            <a:r>
              <a:rPr lang="vi-VN" kern="0" dirty="0">
                <a:latin typeface="Alexandria" panose="020B0604020202020204" charset="-78"/>
                <a:cs typeface="Alexandria" panose="020B0604020202020204" charset="-78"/>
              </a:rPr>
              <a:t> nhau → tăng </a:t>
            </a:r>
            <a:r>
              <a:rPr lang="vi-VN" kern="0" dirty="0" err="1">
                <a:latin typeface="Alexandria" panose="020B0604020202020204" charset="-78"/>
                <a:cs typeface="Alexandria" panose="020B0604020202020204" charset="-78"/>
              </a:rPr>
              <a:t>khả</a:t>
            </a:r>
            <a:r>
              <a:rPr lang="vi-VN" kern="0" dirty="0">
                <a:latin typeface="Alexandria" panose="020B0604020202020204" charset="-78"/>
                <a:cs typeface="Alexandria" panose="020B0604020202020204" charset="-78"/>
              </a:rPr>
              <a:t> năng </a:t>
            </a:r>
            <a:r>
              <a:rPr lang="vi-VN" kern="0" dirty="0" err="1">
                <a:latin typeface="Alexandria" panose="020B0604020202020204" charset="-78"/>
                <a:cs typeface="Alexandria" panose="020B0604020202020204" charset="-78"/>
              </a:rPr>
              <a:t>khám</a:t>
            </a:r>
            <a:r>
              <a:rPr lang="vi-VN" kern="0" dirty="0">
                <a:latin typeface="Alexandria" panose="020B0604020202020204" charset="-78"/>
                <a:cs typeface="Alexandria" panose="020B0604020202020204" charset="-78"/>
              </a:rPr>
              <a:t> </a:t>
            </a:r>
            <a:r>
              <a:rPr lang="vi-VN" kern="0" dirty="0" err="1">
                <a:latin typeface="Alexandria" panose="020B0604020202020204" charset="-78"/>
                <a:cs typeface="Alexandria" panose="020B0604020202020204" charset="-78"/>
              </a:rPr>
              <a:t>phá</a:t>
            </a:r>
            <a:r>
              <a:rPr lang="vi-VN" kern="0" dirty="0">
                <a:latin typeface="Alexandria" panose="020B0604020202020204" charset="-78"/>
                <a:cs typeface="Alexandria" panose="020B0604020202020204" charset="-78"/>
              </a:rPr>
              <a:t> </a:t>
            </a:r>
            <a:r>
              <a:rPr lang="vi-VN" kern="0" dirty="0" err="1">
                <a:latin typeface="Alexandria" panose="020B0604020202020204" charset="-78"/>
                <a:cs typeface="Alexandria" panose="020B0604020202020204" charset="-78"/>
              </a:rPr>
              <a:t>sản</a:t>
            </a:r>
            <a:r>
              <a:rPr lang="vi-VN" kern="0" dirty="0">
                <a:latin typeface="Alexandria" panose="020B0604020202020204" charset="-78"/>
                <a:cs typeface="Alexandria" panose="020B0604020202020204" charset="-78"/>
              </a:rPr>
              <a:t> </a:t>
            </a:r>
            <a:r>
              <a:rPr lang="vi-VN" kern="0" dirty="0" err="1">
                <a:latin typeface="Alexandria" panose="020B0604020202020204" charset="-78"/>
                <a:cs typeface="Alexandria" panose="020B0604020202020204" charset="-78"/>
              </a:rPr>
              <a:t>phẩm</a:t>
            </a:r>
            <a:endParaRPr lang="en-US" kern="0" dirty="0">
              <a:latin typeface="Alexandria" panose="020B0604020202020204" charset="-78"/>
              <a:cs typeface="Alexandria" panose="020B0604020202020204" charset="-78"/>
            </a:endParaRPr>
          </a:p>
          <a:p>
            <a:pPr marL="285750" indent="-285750">
              <a:lnSpc>
                <a:spcPct val="200000"/>
              </a:lnSpc>
            </a:pPr>
            <a:r>
              <a:rPr lang="vi-VN" kern="0" dirty="0">
                <a:latin typeface="Alexandria" panose="020B0604020202020204" charset="-78"/>
                <a:cs typeface="Alexandria" panose="020B0604020202020204" charset="-78"/>
              </a:rPr>
              <a:t>Câu </a:t>
            </a:r>
            <a:r>
              <a:rPr lang="vi-VN" kern="0" dirty="0" err="1">
                <a:latin typeface="Alexandria" panose="020B0604020202020204" charset="-78"/>
                <a:cs typeface="Alexandria" panose="020B0604020202020204" charset="-78"/>
              </a:rPr>
              <a:t>hỏi</a:t>
            </a:r>
            <a:r>
              <a:rPr lang="vi-VN" kern="0" dirty="0">
                <a:latin typeface="Alexandria" panose="020B0604020202020204" charset="-78"/>
                <a:cs typeface="Alexandria" panose="020B0604020202020204" charset="-78"/>
              </a:rPr>
              <a:t> nghiên </a:t>
            </a:r>
            <a:r>
              <a:rPr lang="vi-VN" kern="0" dirty="0" err="1">
                <a:latin typeface="Alexandria" panose="020B0604020202020204" charset="-78"/>
                <a:cs typeface="Alexandria" panose="020B0604020202020204" charset="-78"/>
              </a:rPr>
              <a:t>cứu</a:t>
            </a:r>
            <a:r>
              <a:rPr lang="vi-VN" kern="0" dirty="0">
                <a:latin typeface="Alexandria" panose="020B0604020202020204" charset="-78"/>
                <a:cs typeface="Alexandria" panose="020B0604020202020204" charset="-78"/>
              </a:rPr>
              <a:t>: </a:t>
            </a:r>
            <a:r>
              <a:rPr lang="vi-VN" kern="0" dirty="0" err="1">
                <a:latin typeface="Alexandria" panose="020B0604020202020204" charset="-78"/>
                <a:cs typeface="Alexandria" panose="020B0604020202020204" charset="-78"/>
              </a:rPr>
              <a:t>Biểu</a:t>
            </a:r>
            <a:r>
              <a:rPr lang="vi-VN" kern="0" dirty="0">
                <a:latin typeface="Alexandria" panose="020B0604020202020204" charset="-78"/>
                <a:cs typeface="Alexandria" panose="020B0604020202020204" charset="-78"/>
              </a:rPr>
              <a:t> </a:t>
            </a:r>
            <a:r>
              <a:rPr lang="vi-VN" kern="0" dirty="0" err="1">
                <a:latin typeface="Alexandria" panose="020B0604020202020204" charset="-78"/>
                <a:cs typeface="Alexandria" panose="020B0604020202020204" charset="-78"/>
              </a:rPr>
              <a:t>diễn</a:t>
            </a:r>
            <a:r>
              <a:rPr lang="vi-VN" kern="0" dirty="0">
                <a:latin typeface="Alexandria" panose="020B0604020202020204" charset="-78"/>
                <a:cs typeface="Alexandria" panose="020B0604020202020204" charset="-78"/>
              </a:rPr>
              <a:t> </a:t>
            </a:r>
            <a:r>
              <a:rPr lang="vi-VN" kern="0" dirty="0" err="1">
                <a:latin typeface="Alexandria" panose="020B0604020202020204" charset="-78"/>
                <a:cs typeface="Alexandria" panose="020B0604020202020204" charset="-78"/>
              </a:rPr>
              <a:t>sản</a:t>
            </a:r>
            <a:r>
              <a:rPr lang="vi-VN" kern="0" dirty="0">
                <a:latin typeface="Alexandria" panose="020B0604020202020204" charset="-78"/>
                <a:cs typeface="Alexandria" panose="020B0604020202020204" charset="-78"/>
              </a:rPr>
              <a:t> </a:t>
            </a:r>
            <a:r>
              <a:rPr lang="vi-VN" kern="0" dirty="0" err="1">
                <a:latin typeface="Alexandria" panose="020B0604020202020204" charset="-78"/>
                <a:cs typeface="Alexandria" panose="020B0604020202020204" charset="-78"/>
              </a:rPr>
              <a:t>phẩm</a:t>
            </a:r>
            <a:r>
              <a:rPr lang="vi-VN" kern="0" dirty="0">
                <a:latin typeface="Alexandria" panose="020B0604020202020204" charset="-78"/>
                <a:cs typeface="Alexandria" panose="020B0604020202020204" charset="-78"/>
              </a:rPr>
              <a:t> </a:t>
            </a:r>
            <a:r>
              <a:rPr lang="vi-VN" kern="0" dirty="0" err="1">
                <a:latin typeface="Alexandria" panose="020B0604020202020204" charset="-78"/>
                <a:cs typeface="Alexandria" panose="020B0604020202020204" charset="-78"/>
              </a:rPr>
              <a:t>bằng</a:t>
            </a:r>
            <a:r>
              <a:rPr lang="vi-VN" kern="0" dirty="0">
                <a:latin typeface="Alexandria" panose="020B0604020202020204" charset="-78"/>
                <a:cs typeface="Alexandria" panose="020B0604020202020204" charset="-78"/>
              </a:rPr>
              <a:t> </a:t>
            </a:r>
            <a:r>
              <a:rPr lang="vi-VN" kern="0" dirty="0" err="1">
                <a:latin typeface="Alexandria" panose="020B0604020202020204" charset="-78"/>
                <a:cs typeface="Alexandria" panose="020B0604020202020204" charset="-78"/>
              </a:rPr>
              <a:t>vector</a:t>
            </a:r>
            <a:r>
              <a:rPr lang="vi-VN" kern="0" dirty="0">
                <a:latin typeface="Alexandria" panose="020B0604020202020204" charset="-78"/>
                <a:cs typeface="Alexandria" panose="020B0604020202020204" charset="-78"/>
              </a:rPr>
              <a:t> </a:t>
            </a:r>
            <a:r>
              <a:rPr lang="vi-VN" kern="0" dirty="0" err="1">
                <a:latin typeface="Alexandria" panose="020B0604020202020204" charset="-78"/>
                <a:cs typeface="Alexandria" panose="020B0604020202020204" charset="-78"/>
              </a:rPr>
              <a:t>hóa</a:t>
            </a:r>
            <a:r>
              <a:rPr lang="vi-VN" kern="0" dirty="0">
                <a:latin typeface="Alexandria" panose="020B0604020202020204" charset="-78"/>
                <a:cs typeface="Alexandria" panose="020B0604020202020204" charset="-78"/>
              </a:rPr>
              <a:t> đơn/</a:t>
            </a:r>
            <a:r>
              <a:rPr lang="vi-VN" kern="0" dirty="0" err="1">
                <a:latin typeface="Alexandria" panose="020B0604020202020204" charset="-78"/>
                <a:cs typeface="Alexandria" panose="020B0604020202020204" charset="-78"/>
              </a:rPr>
              <a:t>khách</a:t>
            </a:r>
            <a:r>
              <a:rPr lang="vi-VN" kern="0" dirty="0">
                <a:latin typeface="Alexandria" panose="020B0604020202020204" charset="-78"/>
                <a:cs typeface="Alexandria" panose="020B0604020202020204" charset="-78"/>
              </a:rPr>
              <a:t> </a:t>
            </a:r>
            <a:r>
              <a:rPr lang="vi-VN" kern="0" dirty="0" err="1">
                <a:latin typeface="Alexandria" panose="020B0604020202020204" charset="-78"/>
                <a:cs typeface="Alexandria" panose="020B0604020202020204" charset="-78"/>
              </a:rPr>
              <a:t>hàng</a:t>
            </a:r>
            <a:r>
              <a:rPr lang="vi-VN" kern="0" dirty="0">
                <a:latin typeface="Alexandria" panose="020B0604020202020204" charset="-78"/>
                <a:cs typeface="Alexandria" panose="020B0604020202020204" charset="-78"/>
              </a:rPr>
              <a:t> </a:t>
            </a:r>
            <a:r>
              <a:rPr lang="vi-VN" kern="0" dirty="0" err="1">
                <a:latin typeface="Alexandria" panose="020B0604020202020204" charset="-78"/>
                <a:cs typeface="Alexandria" panose="020B0604020202020204" charset="-78"/>
              </a:rPr>
              <a:t>kết</a:t>
            </a:r>
            <a:r>
              <a:rPr lang="vi-VN" kern="0" dirty="0">
                <a:latin typeface="Alexandria" panose="020B0604020202020204" charset="-78"/>
                <a:cs typeface="Alexandria" panose="020B0604020202020204" charset="-78"/>
              </a:rPr>
              <a:t> </a:t>
            </a:r>
            <a:r>
              <a:rPr lang="vi-VN" kern="0" dirty="0" err="1">
                <a:latin typeface="Alexandria" panose="020B0604020202020204" charset="-78"/>
                <a:cs typeface="Alexandria" panose="020B0604020202020204" charset="-78"/>
              </a:rPr>
              <a:t>hợp</a:t>
            </a:r>
            <a:r>
              <a:rPr lang="vi-VN" kern="0" dirty="0">
                <a:latin typeface="Alexandria" panose="020B0604020202020204" charset="-78"/>
                <a:cs typeface="Alexandria" panose="020B0604020202020204" charset="-78"/>
              </a:rPr>
              <a:t> </a:t>
            </a:r>
            <a:r>
              <a:rPr lang="vi-VN" kern="0" dirty="0" err="1">
                <a:latin typeface="Alexandria" panose="020B0604020202020204" charset="-78"/>
                <a:cs typeface="Alexandria" panose="020B0604020202020204" charset="-78"/>
              </a:rPr>
              <a:t>cosine</a:t>
            </a:r>
            <a:r>
              <a:rPr lang="vi-VN" kern="0" dirty="0">
                <a:latin typeface="Alexandria" panose="020B0604020202020204" charset="-78"/>
                <a:cs typeface="Alexandria" panose="020B0604020202020204" charset="-78"/>
              </a:rPr>
              <a:t> </a:t>
            </a:r>
            <a:r>
              <a:rPr lang="vi-VN" kern="0" dirty="0" err="1">
                <a:latin typeface="Alexandria" panose="020B0604020202020204" charset="-78"/>
                <a:cs typeface="Alexandria" panose="020B0604020202020204" charset="-78"/>
              </a:rPr>
              <a:t>similarity</a:t>
            </a:r>
            <a:r>
              <a:rPr lang="vi-VN" kern="0" dirty="0">
                <a:latin typeface="Alexandria" panose="020B0604020202020204" charset="-78"/>
                <a:cs typeface="Alexandria" panose="020B0604020202020204" charset="-78"/>
              </a:rPr>
              <a:t> </a:t>
            </a:r>
            <a:r>
              <a:rPr lang="vi-VN" kern="0" dirty="0" err="1">
                <a:latin typeface="Alexandria" panose="020B0604020202020204" charset="-78"/>
                <a:cs typeface="Alexandria" panose="020B0604020202020204" charset="-78"/>
              </a:rPr>
              <a:t>có</a:t>
            </a:r>
            <a:r>
              <a:rPr lang="vi-VN" kern="0" dirty="0">
                <a:latin typeface="Alexandria" panose="020B0604020202020204" charset="-78"/>
                <a:cs typeface="Alexandria" panose="020B0604020202020204" charset="-78"/>
              </a:rPr>
              <a:t> </a:t>
            </a:r>
            <a:r>
              <a:rPr lang="vi-VN" kern="0" dirty="0" err="1">
                <a:latin typeface="Alexandria" panose="020B0604020202020204" charset="-78"/>
                <a:cs typeface="Alexandria" panose="020B0604020202020204" charset="-78"/>
              </a:rPr>
              <a:t>tạo</a:t>
            </a:r>
            <a:r>
              <a:rPr lang="vi-VN" kern="0" dirty="0">
                <a:latin typeface="Alexandria" panose="020B0604020202020204" charset="-78"/>
                <a:cs typeface="Alexandria" panose="020B0604020202020204" charset="-78"/>
              </a:rPr>
              <a:t> ra </a:t>
            </a:r>
            <a:r>
              <a:rPr lang="vi-VN" kern="0" dirty="0" err="1">
                <a:latin typeface="Alexandria" panose="020B0604020202020204" charset="-78"/>
                <a:cs typeface="Alexandria" panose="020B0604020202020204" charset="-78"/>
              </a:rPr>
              <a:t>gợi</a:t>
            </a:r>
            <a:r>
              <a:rPr lang="vi-VN" kern="0" dirty="0">
                <a:latin typeface="Alexandria" panose="020B0604020202020204" charset="-78"/>
                <a:cs typeface="Alexandria" panose="020B0604020202020204" charset="-78"/>
              </a:rPr>
              <a:t> ý mua </a:t>
            </a:r>
            <a:r>
              <a:rPr lang="vi-VN" kern="0" dirty="0" err="1">
                <a:latin typeface="Alexandria" panose="020B0604020202020204" charset="-78"/>
                <a:cs typeface="Alexandria" panose="020B0604020202020204" charset="-78"/>
              </a:rPr>
              <a:t>kèm</a:t>
            </a:r>
            <a:r>
              <a:rPr lang="vi-VN" kern="0" dirty="0">
                <a:latin typeface="Alexandria" panose="020B0604020202020204" charset="-78"/>
                <a:cs typeface="Alexandria" panose="020B0604020202020204" charset="-78"/>
              </a:rPr>
              <a:t> </a:t>
            </a:r>
            <a:r>
              <a:rPr lang="vi-VN" kern="0" dirty="0" err="1">
                <a:latin typeface="Alexandria" panose="020B0604020202020204" charset="-78"/>
                <a:cs typeface="Alexandria" panose="020B0604020202020204" charset="-78"/>
              </a:rPr>
              <a:t>hợp</a:t>
            </a:r>
            <a:r>
              <a:rPr lang="vi-VN" kern="0" dirty="0">
                <a:latin typeface="Alexandria" panose="020B0604020202020204" charset="-78"/>
                <a:cs typeface="Alexandria" panose="020B0604020202020204" charset="-78"/>
              </a:rPr>
              <a:t> </a:t>
            </a:r>
            <a:r>
              <a:rPr lang="vi-VN" kern="0" dirty="0" err="1">
                <a:latin typeface="Alexandria" panose="020B0604020202020204" charset="-78"/>
                <a:cs typeface="Alexandria" panose="020B0604020202020204" charset="-78"/>
              </a:rPr>
              <a:t>lý</a:t>
            </a:r>
            <a:r>
              <a:rPr lang="vi-VN" kern="0" dirty="0">
                <a:latin typeface="Alexandria" panose="020B0604020202020204" charset="-78"/>
                <a:cs typeface="Alexandria" panose="020B0604020202020204" charset="-78"/>
              </a:rPr>
              <a:t> hơn </a:t>
            </a:r>
            <a:r>
              <a:rPr lang="vi-VN" kern="0" dirty="0" err="1">
                <a:latin typeface="Alexandria" panose="020B0604020202020204" charset="-78"/>
                <a:cs typeface="Alexandria" panose="020B0604020202020204" charset="-78"/>
              </a:rPr>
              <a:t>baseline</a:t>
            </a:r>
            <a:r>
              <a:rPr lang="vi-VN" kern="0" dirty="0">
                <a:latin typeface="Alexandria" panose="020B0604020202020204" charset="-78"/>
                <a:cs typeface="Alexandria" panose="020B0604020202020204" charset="-78"/>
              </a:rPr>
              <a:t> đơn </a:t>
            </a:r>
            <a:r>
              <a:rPr lang="vi-VN" kern="0" dirty="0" err="1">
                <a:latin typeface="Alexandria" panose="020B0604020202020204" charset="-78"/>
                <a:cs typeface="Alexandria" panose="020B0604020202020204" charset="-78"/>
              </a:rPr>
              <a:t>giản</a:t>
            </a:r>
            <a:r>
              <a:rPr lang="vi-VN" kern="0" dirty="0">
                <a:latin typeface="Alexandria" panose="020B0604020202020204" charset="-78"/>
                <a:cs typeface="Alexandria" panose="020B0604020202020204" charset="-78"/>
              </a:rPr>
              <a:t> không?</a:t>
            </a:r>
            <a:endParaRPr lang="en-US" kern="0" dirty="0">
              <a:latin typeface="Alexandria" panose="020B0604020202020204" charset="-78"/>
              <a:cs typeface="Alexandria" panose="020B0604020202020204" charset="-78"/>
            </a:endParaRPr>
          </a:p>
          <a:p>
            <a:pPr marL="285750" indent="-285750">
              <a:lnSpc>
                <a:spcPct val="200000"/>
              </a:lnSpc>
            </a:pPr>
            <a:r>
              <a:rPr lang="vi-VN" kern="0" dirty="0" err="1">
                <a:latin typeface="Alexandria" panose="020B0604020202020204" charset="-78"/>
                <a:cs typeface="Alexandria" panose="020B0604020202020204" charset="-78"/>
              </a:rPr>
              <a:t>Cách</a:t>
            </a:r>
            <a:r>
              <a:rPr lang="vi-VN" kern="0" dirty="0">
                <a:latin typeface="Alexandria" panose="020B0604020202020204" charset="-78"/>
                <a:cs typeface="Alexandria" panose="020B0604020202020204" charset="-78"/>
              </a:rPr>
              <a:t> </a:t>
            </a:r>
            <a:r>
              <a:rPr lang="vi-VN" kern="0" dirty="0" err="1">
                <a:latin typeface="Alexandria" panose="020B0604020202020204" charset="-78"/>
                <a:cs typeface="Alexandria" panose="020B0604020202020204" charset="-78"/>
              </a:rPr>
              <a:t>tiếp</a:t>
            </a:r>
            <a:r>
              <a:rPr lang="vi-VN" kern="0" dirty="0">
                <a:latin typeface="Alexandria" panose="020B0604020202020204" charset="-78"/>
                <a:cs typeface="Alexandria" panose="020B0604020202020204" charset="-78"/>
              </a:rPr>
              <a:t> </a:t>
            </a:r>
            <a:r>
              <a:rPr lang="vi-VN" kern="0" dirty="0" err="1">
                <a:latin typeface="Alexandria" panose="020B0604020202020204" charset="-78"/>
                <a:cs typeface="Alexandria" panose="020B0604020202020204" charset="-78"/>
              </a:rPr>
              <a:t>cận</a:t>
            </a:r>
            <a:r>
              <a:rPr lang="vi-VN" kern="0" dirty="0">
                <a:latin typeface="Alexandria" panose="020B0604020202020204" charset="-78"/>
                <a:cs typeface="Alexandria" panose="020B0604020202020204" charset="-78"/>
              </a:rPr>
              <a:t>: đơn </a:t>
            </a:r>
            <a:r>
              <a:rPr lang="vi-VN" kern="0" dirty="0" err="1">
                <a:latin typeface="Alexandria" panose="020B0604020202020204" charset="-78"/>
                <a:cs typeface="Alexandria" panose="020B0604020202020204" charset="-78"/>
              </a:rPr>
              <a:t>giản</a:t>
            </a:r>
            <a:r>
              <a:rPr lang="vi-VN" kern="0" dirty="0">
                <a:latin typeface="Alexandria" panose="020B0604020202020204" charset="-78"/>
                <a:cs typeface="Alexandria" panose="020B0604020202020204" charset="-78"/>
              </a:rPr>
              <a:t>, minh </a:t>
            </a:r>
            <a:r>
              <a:rPr lang="vi-VN" kern="0" dirty="0" err="1">
                <a:latin typeface="Alexandria" panose="020B0604020202020204" charset="-78"/>
                <a:cs typeface="Alexandria" panose="020B0604020202020204" charset="-78"/>
              </a:rPr>
              <a:t>bạch</a:t>
            </a:r>
            <a:r>
              <a:rPr lang="vi-VN" kern="0" dirty="0">
                <a:latin typeface="Alexandria" panose="020B0604020202020204" charset="-78"/>
                <a:cs typeface="Alexandria" panose="020B0604020202020204" charset="-78"/>
              </a:rPr>
              <a:t>, </a:t>
            </a:r>
            <a:r>
              <a:rPr lang="vi-VN" kern="0" dirty="0" err="1">
                <a:latin typeface="Alexandria" panose="020B0604020202020204" charset="-78"/>
                <a:cs typeface="Alexandria" panose="020B0604020202020204" charset="-78"/>
              </a:rPr>
              <a:t>dễ</a:t>
            </a:r>
            <a:r>
              <a:rPr lang="vi-VN" kern="0" dirty="0">
                <a:latin typeface="Alexandria" panose="020B0604020202020204" charset="-78"/>
                <a:cs typeface="Alexandria" panose="020B0604020202020204" charset="-78"/>
              </a:rPr>
              <a:t> </a:t>
            </a:r>
            <a:r>
              <a:rPr lang="vi-VN" kern="0" dirty="0" err="1">
                <a:latin typeface="Alexandria" panose="020B0604020202020204" charset="-78"/>
                <a:cs typeface="Alexandria" panose="020B0604020202020204" charset="-78"/>
              </a:rPr>
              <a:t>kiểm</a:t>
            </a:r>
            <a:r>
              <a:rPr lang="vi-VN" kern="0" dirty="0">
                <a:latin typeface="Alexandria" panose="020B0604020202020204" charset="-78"/>
                <a:cs typeface="Alexandria" panose="020B0604020202020204" charset="-78"/>
              </a:rPr>
              <a:t> </a:t>
            </a:r>
            <a:r>
              <a:rPr lang="vi-VN" kern="0" dirty="0" err="1">
                <a:latin typeface="Alexandria" panose="020B0604020202020204" charset="-78"/>
                <a:cs typeface="Alexandria" panose="020B0604020202020204" charset="-78"/>
              </a:rPr>
              <a:t>chứng</a:t>
            </a:r>
            <a:r>
              <a:rPr lang="vi-VN" kern="0" dirty="0">
                <a:latin typeface="Alexandria" panose="020B0604020202020204" charset="-78"/>
                <a:cs typeface="Alexandria" panose="020B0604020202020204" charset="-78"/>
              </a:rPr>
              <a:t> — không </a:t>
            </a:r>
            <a:r>
              <a:rPr lang="vi-VN" kern="0" dirty="0" err="1">
                <a:latin typeface="Alexandria" panose="020B0604020202020204" charset="-78"/>
                <a:cs typeface="Alexandria" panose="020B0604020202020204" charset="-78"/>
              </a:rPr>
              <a:t>dùng</a:t>
            </a:r>
            <a:r>
              <a:rPr lang="vi-VN" kern="0" dirty="0">
                <a:latin typeface="Alexandria" panose="020B0604020202020204" charset="-78"/>
                <a:cs typeface="Alexandria" panose="020B0604020202020204" charset="-78"/>
              </a:rPr>
              <a:t> </a:t>
            </a:r>
            <a:r>
              <a:rPr lang="vi-VN" kern="0" dirty="0" err="1">
                <a:latin typeface="Alexandria" panose="020B0604020202020204" charset="-78"/>
                <a:cs typeface="Alexandria" panose="020B0604020202020204" charset="-78"/>
              </a:rPr>
              <a:t>deep</a:t>
            </a:r>
            <a:r>
              <a:rPr lang="vi-VN" kern="0" dirty="0">
                <a:latin typeface="Alexandria" panose="020B0604020202020204" charset="-78"/>
                <a:cs typeface="Alexandria" panose="020B0604020202020204" charset="-78"/>
              </a:rPr>
              <a:t> </a:t>
            </a:r>
            <a:r>
              <a:rPr lang="vi-VN" kern="0" dirty="0" err="1">
                <a:latin typeface="Alexandria" panose="020B0604020202020204" charset="-78"/>
                <a:cs typeface="Alexandria" panose="020B0604020202020204" charset="-78"/>
              </a:rPr>
              <a:t>learning</a:t>
            </a:r>
            <a:endParaRPr lang="en-US" kern="0" dirty="0">
              <a:latin typeface="Alexandria" panose="020B0604020202020204" charset="-78"/>
              <a:cs typeface="Alexandria" panose="020B0604020202020204" charset="-78"/>
            </a:endParaRPr>
          </a:p>
          <a:p>
            <a:pPr marL="285750" indent="-285750">
              <a:lnSpc>
                <a:spcPct val="200000"/>
              </a:lnSpc>
            </a:pPr>
            <a:r>
              <a:rPr lang="vi-VN" kern="0" dirty="0">
                <a:latin typeface="Alexandria" panose="020B0604020202020204" charset="-78"/>
                <a:cs typeface="Alexandria" panose="020B0604020202020204" charset="-78"/>
              </a:rPr>
              <a:t>Yêu </a:t>
            </a:r>
            <a:r>
              <a:rPr lang="vi-VN" kern="0" dirty="0" err="1">
                <a:latin typeface="Alexandria" panose="020B0604020202020204" charset="-78"/>
                <a:cs typeface="Alexandria" panose="020B0604020202020204" charset="-78"/>
              </a:rPr>
              <a:t>cầu</a:t>
            </a:r>
            <a:r>
              <a:rPr lang="vi-VN" kern="0" dirty="0">
                <a:latin typeface="Alexandria" panose="020B0604020202020204" charset="-78"/>
                <a:cs typeface="Alexandria" panose="020B0604020202020204" charset="-78"/>
              </a:rPr>
              <a:t> </a:t>
            </a:r>
            <a:r>
              <a:rPr lang="vi-VN" kern="0" dirty="0" err="1">
                <a:latin typeface="Alexandria" panose="020B0604020202020204" charset="-78"/>
                <a:cs typeface="Alexandria" panose="020B0604020202020204" charset="-78"/>
              </a:rPr>
              <a:t>bắt</a:t>
            </a:r>
            <a:r>
              <a:rPr lang="vi-VN" kern="0" dirty="0">
                <a:latin typeface="Alexandria" panose="020B0604020202020204" charset="-78"/>
                <a:cs typeface="Alexandria" panose="020B0604020202020204" charset="-78"/>
              </a:rPr>
              <a:t> </a:t>
            </a:r>
            <a:r>
              <a:rPr lang="vi-VN" kern="0" dirty="0" err="1">
                <a:latin typeface="Alexandria" panose="020B0604020202020204" charset="-78"/>
                <a:cs typeface="Alexandria" panose="020B0604020202020204" charset="-78"/>
              </a:rPr>
              <a:t>buộc</a:t>
            </a:r>
            <a:r>
              <a:rPr lang="vi-VN" kern="0" dirty="0">
                <a:latin typeface="Alexandria" panose="020B0604020202020204" charset="-78"/>
                <a:cs typeface="Alexandria" panose="020B0604020202020204" charset="-78"/>
              </a:rPr>
              <a:t>: </a:t>
            </a:r>
            <a:r>
              <a:rPr lang="vi-VN" kern="0" dirty="0" err="1">
                <a:latin typeface="Alexandria" panose="020B0604020202020204" charset="-78"/>
                <a:cs typeface="Alexandria" panose="020B0604020202020204" charset="-78"/>
              </a:rPr>
              <a:t>pipeline</a:t>
            </a:r>
            <a:r>
              <a:rPr lang="vi-VN" kern="0" dirty="0">
                <a:latin typeface="Alexandria" panose="020B0604020202020204" charset="-78"/>
                <a:cs typeface="Alexandria" panose="020B0604020202020204" charset="-78"/>
              </a:rPr>
              <a:t> </a:t>
            </a:r>
            <a:r>
              <a:rPr lang="vi-VN" kern="0" dirty="0" err="1">
                <a:latin typeface="Alexandria" panose="020B0604020202020204" charset="-78"/>
                <a:cs typeface="Alexandria" panose="020B0604020202020204" charset="-78"/>
              </a:rPr>
              <a:t>tái</a:t>
            </a:r>
            <a:r>
              <a:rPr lang="vi-VN" kern="0" dirty="0">
                <a:latin typeface="Alexandria" panose="020B0604020202020204" charset="-78"/>
                <a:cs typeface="Alexandria" panose="020B0604020202020204" charset="-78"/>
              </a:rPr>
              <a:t> </a:t>
            </a:r>
            <a:r>
              <a:rPr lang="vi-VN" kern="0" dirty="0" err="1">
                <a:latin typeface="Alexandria" panose="020B0604020202020204" charset="-78"/>
                <a:cs typeface="Alexandria" panose="020B0604020202020204" charset="-78"/>
              </a:rPr>
              <a:t>lập</a:t>
            </a:r>
            <a:r>
              <a:rPr lang="vi-VN" kern="0" dirty="0">
                <a:latin typeface="Alexandria" panose="020B0604020202020204" charset="-78"/>
                <a:cs typeface="Alexandria" panose="020B0604020202020204" charset="-78"/>
              </a:rPr>
              <a:t> </a:t>
            </a:r>
            <a:r>
              <a:rPr lang="vi-VN" kern="0" dirty="0" err="1">
                <a:latin typeface="Alexandria" panose="020B0604020202020204" charset="-78"/>
                <a:cs typeface="Alexandria" panose="020B0604020202020204" charset="-78"/>
              </a:rPr>
              <a:t>được</a:t>
            </a:r>
            <a:r>
              <a:rPr lang="vi-VN" kern="0" dirty="0">
                <a:latin typeface="Alexandria" panose="020B0604020202020204" charset="-78"/>
                <a:cs typeface="Alexandria" panose="020B0604020202020204" charset="-78"/>
              </a:rPr>
              <a:t>, </a:t>
            </a:r>
            <a:r>
              <a:rPr lang="vi-VN" kern="0" dirty="0" err="1">
                <a:latin typeface="Alexandria" panose="020B0604020202020204" charset="-78"/>
                <a:cs typeface="Alexandria" panose="020B0604020202020204" charset="-78"/>
              </a:rPr>
              <a:t>chống</a:t>
            </a:r>
            <a:r>
              <a:rPr lang="vi-VN" kern="0" dirty="0">
                <a:latin typeface="Alexandria" panose="020B0604020202020204" charset="-78"/>
                <a:cs typeface="Alexandria" panose="020B0604020202020204" charset="-78"/>
              </a:rPr>
              <a:t> </a:t>
            </a:r>
            <a:r>
              <a:rPr lang="vi-VN" kern="0" dirty="0" err="1">
                <a:latin typeface="Alexandria" panose="020B0604020202020204" charset="-78"/>
                <a:cs typeface="Alexandria" panose="020B0604020202020204" charset="-78"/>
              </a:rPr>
              <a:t>rò</a:t>
            </a:r>
            <a:r>
              <a:rPr lang="vi-VN" kern="0" dirty="0">
                <a:latin typeface="Alexandria" panose="020B0604020202020204" charset="-78"/>
                <a:cs typeface="Alexandria" panose="020B0604020202020204" charset="-78"/>
              </a:rPr>
              <a:t> </a:t>
            </a:r>
            <a:r>
              <a:rPr lang="vi-VN" kern="0" dirty="0" err="1">
                <a:latin typeface="Alexandria" panose="020B0604020202020204" charset="-78"/>
                <a:cs typeface="Alexandria" panose="020B0604020202020204" charset="-78"/>
              </a:rPr>
              <a:t>rỉ</a:t>
            </a:r>
            <a:r>
              <a:rPr lang="vi-VN" kern="0" dirty="0">
                <a:latin typeface="Alexandria" panose="020B0604020202020204" charset="-78"/>
                <a:cs typeface="Alexandria" panose="020B0604020202020204" charset="-78"/>
              </a:rPr>
              <a:t> </a:t>
            </a:r>
            <a:r>
              <a:rPr lang="vi-VN" kern="0" dirty="0" err="1">
                <a:latin typeface="Alexandria" panose="020B0604020202020204" charset="-78"/>
                <a:cs typeface="Alexandria" panose="020B0604020202020204" charset="-78"/>
              </a:rPr>
              <a:t>dữ</a:t>
            </a:r>
            <a:r>
              <a:rPr lang="vi-VN" kern="0" dirty="0">
                <a:latin typeface="Alexandria" panose="020B0604020202020204" charset="-78"/>
                <a:cs typeface="Alexandria" panose="020B0604020202020204" charset="-78"/>
              </a:rPr>
              <a:t> </a:t>
            </a:r>
            <a:r>
              <a:rPr lang="vi-VN" kern="0" dirty="0" err="1">
                <a:latin typeface="Alexandria" panose="020B0604020202020204" charset="-78"/>
                <a:cs typeface="Alexandria" panose="020B0604020202020204" charset="-78"/>
              </a:rPr>
              <a:t>liệu</a:t>
            </a:r>
            <a:r>
              <a:rPr lang="vi-VN" kern="0" dirty="0">
                <a:latin typeface="Alexandria" panose="020B0604020202020204" charset="-78"/>
                <a:cs typeface="Alexandria" panose="020B0604020202020204" charset="-78"/>
              </a:rPr>
              <a:t>, so </a:t>
            </a:r>
            <a:r>
              <a:rPr lang="vi-VN" kern="0" dirty="0" err="1">
                <a:latin typeface="Alexandria" panose="020B0604020202020204" charset="-78"/>
                <a:cs typeface="Alexandria" panose="020B0604020202020204" charset="-78"/>
              </a:rPr>
              <a:t>với</a:t>
            </a:r>
            <a:r>
              <a:rPr lang="vi-VN" kern="0" dirty="0">
                <a:latin typeface="Alexandria" panose="020B0604020202020204" charset="-78"/>
                <a:cs typeface="Alexandria" panose="020B0604020202020204" charset="-78"/>
              </a:rPr>
              <a:t> </a:t>
            </a:r>
            <a:r>
              <a:rPr lang="vi-VN" kern="0" dirty="0" err="1">
                <a:latin typeface="Alexandria" panose="020B0604020202020204" charset="-78"/>
                <a:cs typeface="Alexandria" panose="020B0604020202020204" charset="-78"/>
              </a:rPr>
              <a:t>baseline</a:t>
            </a:r>
            <a:r>
              <a:rPr lang="vi-VN" kern="0" dirty="0">
                <a:latin typeface="Alexandria" panose="020B0604020202020204" charset="-78"/>
                <a:cs typeface="Alexandria" panose="020B0604020202020204" charset="-78"/>
              </a:rPr>
              <a:t>, </a:t>
            </a:r>
            <a:r>
              <a:rPr lang="vi-VN" kern="0" dirty="0" err="1">
                <a:latin typeface="Alexandria" panose="020B0604020202020204" charset="-78"/>
                <a:cs typeface="Alexandria" panose="020B0604020202020204" charset="-78"/>
              </a:rPr>
              <a:t>có</a:t>
            </a:r>
            <a:r>
              <a:rPr lang="vi-VN" kern="0" dirty="0">
                <a:latin typeface="Alexandria" panose="020B0604020202020204" charset="-78"/>
                <a:cs typeface="Alexandria" panose="020B0604020202020204" charset="-78"/>
              </a:rPr>
              <a:t> </a:t>
            </a:r>
            <a:r>
              <a:rPr lang="vi-VN" kern="0" dirty="0" err="1">
                <a:latin typeface="Alexandria" panose="020B0604020202020204" charset="-78"/>
                <a:cs typeface="Alexandria" panose="020B0604020202020204" charset="-78"/>
              </a:rPr>
              <a:t>ứng</a:t>
            </a:r>
            <a:r>
              <a:rPr lang="vi-VN" kern="0" dirty="0">
                <a:latin typeface="Alexandria" panose="020B0604020202020204" charset="-78"/>
                <a:cs typeface="Alexandria" panose="020B0604020202020204" charset="-78"/>
              </a:rPr>
              <a:t> </a:t>
            </a:r>
            <a:r>
              <a:rPr lang="vi-VN" kern="0" dirty="0" err="1">
                <a:latin typeface="Alexandria" panose="020B0604020202020204" charset="-78"/>
                <a:cs typeface="Alexandria" panose="020B0604020202020204" charset="-78"/>
              </a:rPr>
              <a:t>dụng</a:t>
            </a:r>
            <a:r>
              <a:rPr lang="vi-VN" kern="0" dirty="0">
                <a:latin typeface="Alexandria" panose="020B0604020202020204" charset="-78"/>
                <a:cs typeface="Alexandria" panose="020B0604020202020204" charset="-78"/>
              </a:rPr>
              <a:t> </a:t>
            </a:r>
            <a:r>
              <a:rPr lang="vi-VN" kern="0" dirty="0" err="1">
                <a:latin typeface="Alexandria" panose="020B0604020202020204" charset="-78"/>
                <a:cs typeface="Alexandria" panose="020B0604020202020204" charset="-78"/>
              </a:rPr>
              <a:t>web</a:t>
            </a:r>
            <a:endParaRPr lang="en-US" kern="0" dirty="0">
              <a:latin typeface="Alexandria" panose="020B0604020202020204" charset="-78"/>
              <a:cs typeface="Alexandria" panose="020B0604020202020204" charset="-78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Google Shape;208;p37">
            <a:extLst>
              <a:ext uri="{FF2B5EF4-FFF2-40B4-BE49-F238E27FC236}">
                <a16:creationId xmlns:a16="http://schemas.microsoft.com/office/drawing/2014/main" id="{A3839615-B54F-4FDC-B292-79C4F2AEF1CD}"/>
              </a:ext>
            </a:extLst>
          </p:cNvPr>
          <p:cNvSpPr txBox="1">
            <a:spLocks/>
          </p:cNvSpPr>
          <p:nvPr/>
        </p:nvSpPr>
        <p:spPr>
          <a:xfrm>
            <a:off x="439480" y="294618"/>
            <a:ext cx="8286306" cy="54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lexandria Medium"/>
              <a:buNone/>
              <a:defRPr sz="2500" b="0" i="0" u="none" strike="noStrike" cap="none">
                <a:solidFill>
                  <a:schemeClr val="dk1"/>
                </a:solidFill>
                <a:latin typeface="Alexandria Medium"/>
                <a:ea typeface="Alexandria Medium"/>
                <a:cs typeface="Alexandria Medium"/>
                <a:sym typeface="Alexandria Medium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lexandria Medium"/>
              <a:buNone/>
              <a:defRPr sz="3000" b="0" i="0" u="none" strike="noStrike" cap="none">
                <a:solidFill>
                  <a:schemeClr val="dk1"/>
                </a:solidFill>
                <a:latin typeface="Alexandria Medium"/>
                <a:ea typeface="Alexandria Medium"/>
                <a:cs typeface="Alexandria Medium"/>
                <a:sym typeface="Alexandria Medium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lexandria Medium"/>
              <a:buNone/>
              <a:defRPr sz="3000" b="0" i="0" u="none" strike="noStrike" cap="none">
                <a:solidFill>
                  <a:schemeClr val="dk1"/>
                </a:solidFill>
                <a:latin typeface="Alexandria Medium"/>
                <a:ea typeface="Alexandria Medium"/>
                <a:cs typeface="Alexandria Medium"/>
                <a:sym typeface="Alexandria Medium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lexandria Medium"/>
              <a:buNone/>
              <a:defRPr sz="3000" b="0" i="0" u="none" strike="noStrike" cap="none">
                <a:solidFill>
                  <a:schemeClr val="dk1"/>
                </a:solidFill>
                <a:latin typeface="Alexandria Medium"/>
                <a:ea typeface="Alexandria Medium"/>
                <a:cs typeface="Alexandria Medium"/>
                <a:sym typeface="Alexandria Medium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lexandria Medium"/>
              <a:buNone/>
              <a:defRPr sz="3000" b="0" i="0" u="none" strike="noStrike" cap="none">
                <a:solidFill>
                  <a:schemeClr val="dk1"/>
                </a:solidFill>
                <a:latin typeface="Alexandria Medium"/>
                <a:ea typeface="Alexandria Medium"/>
                <a:cs typeface="Alexandria Medium"/>
                <a:sym typeface="Alexandria Medium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lexandria Medium"/>
              <a:buNone/>
              <a:defRPr sz="3000" b="0" i="0" u="none" strike="noStrike" cap="none">
                <a:solidFill>
                  <a:schemeClr val="dk1"/>
                </a:solidFill>
                <a:latin typeface="Alexandria Medium"/>
                <a:ea typeface="Alexandria Medium"/>
                <a:cs typeface="Alexandria Medium"/>
                <a:sym typeface="Alexandria Medium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lexandria Medium"/>
              <a:buNone/>
              <a:defRPr sz="3000" b="0" i="0" u="none" strike="noStrike" cap="none">
                <a:solidFill>
                  <a:schemeClr val="dk1"/>
                </a:solidFill>
                <a:latin typeface="Alexandria Medium"/>
                <a:ea typeface="Alexandria Medium"/>
                <a:cs typeface="Alexandria Medium"/>
                <a:sym typeface="Alexandria Medium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lexandria Medium"/>
              <a:buNone/>
              <a:defRPr sz="3000" b="0" i="0" u="none" strike="noStrike" cap="none">
                <a:solidFill>
                  <a:schemeClr val="dk1"/>
                </a:solidFill>
                <a:latin typeface="Alexandria Medium"/>
                <a:ea typeface="Alexandria Medium"/>
                <a:cs typeface="Alexandria Medium"/>
                <a:sym typeface="Alexandria Medium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lexandria Medium"/>
              <a:buNone/>
              <a:defRPr sz="3000" b="0" i="0" u="none" strike="noStrike" cap="none">
                <a:solidFill>
                  <a:schemeClr val="dk1"/>
                </a:solidFill>
                <a:latin typeface="Alexandria Medium"/>
                <a:ea typeface="Alexandria Medium"/>
                <a:cs typeface="Alexandria Medium"/>
                <a:sym typeface="Alexandria Medium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5110E"/>
              </a:buClr>
              <a:buSzPts val="3000"/>
              <a:buFont typeface="Alexandria Medium"/>
              <a:buNone/>
              <a:tabLst/>
              <a:defRPr/>
            </a:pPr>
            <a:r>
              <a:rPr kumimoji="0" lang="en-US" sz="2000" b="1" i="0" u="none" strike="noStrike" kern="0" cap="none" spc="0" normalizeH="0" baseline="0" noProof="0" dirty="0" err="1">
                <a:ln>
                  <a:noFill/>
                </a:ln>
                <a:solidFill>
                  <a:srgbClr val="15110E"/>
                </a:solidFill>
                <a:effectLst/>
                <a:uLnTx/>
                <a:uFillTx/>
                <a:latin typeface="Alexandria" pitchFamily="2" charset="-78"/>
                <a:cs typeface="Alexandria" pitchFamily="2" charset="-78"/>
                <a:sym typeface="Alexandria Medium"/>
              </a:rPr>
              <a:t>Dữ</a:t>
            </a:r>
            <a:r>
              <a:rPr kumimoji="0" lang="en-US" sz="2000" b="1" i="0" u="none" strike="noStrike" kern="0" cap="none" spc="0" normalizeH="0" baseline="0" noProof="0" dirty="0">
                <a:ln>
                  <a:noFill/>
                </a:ln>
                <a:solidFill>
                  <a:srgbClr val="15110E"/>
                </a:solidFill>
                <a:effectLst/>
                <a:uLnTx/>
                <a:uFillTx/>
                <a:latin typeface="Alexandria" pitchFamily="2" charset="-78"/>
                <a:cs typeface="Alexandria" pitchFamily="2" charset="-78"/>
                <a:sym typeface="Alexandria Medium"/>
              </a:rPr>
              <a:t> </a:t>
            </a:r>
            <a:r>
              <a:rPr kumimoji="0" lang="en-US" sz="2000" b="1" i="0" u="none" strike="noStrike" kern="0" cap="none" spc="0" normalizeH="0" baseline="0" noProof="0" dirty="0" err="1">
                <a:ln>
                  <a:noFill/>
                </a:ln>
                <a:solidFill>
                  <a:srgbClr val="15110E"/>
                </a:solidFill>
                <a:effectLst/>
                <a:uLnTx/>
                <a:uFillTx/>
                <a:latin typeface="Alexandria" pitchFamily="2" charset="-78"/>
                <a:cs typeface="Alexandria" pitchFamily="2" charset="-78"/>
                <a:sym typeface="Alexandria Medium"/>
              </a:rPr>
              <a:t>liệu</a:t>
            </a:r>
            <a:r>
              <a:rPr kumimoji="0" lang="en-US" sz="2000" b="1" i="0" u="none" strike="noStrike" kern="0" cap="none" spc="0" normalizeH="0" baseline="0" noProof="0" dirty="0">
                <a:ln>
                  <a:noFill/>
                </a:ln>
                <a:solidFill>
                  <a:srgbClr val="15110E"/>
                </a:solidFill>
                <a:effectLst/>
                <a:uLnTx/>
                <a:uFillTx/>
                <a:latin typeface="Alexandria" pitchFamily="2" charset="-78"/>
                <a:cs typeface="Alexandria" pitchFamily="2" charset="-78"/>
                <a:sym typeface="Alexandria Medium"/>
              </a:rPr>
              <a:t> </a:t>
            </a:r>
            <a:r>
              <a:rPr kumimoji="0" lang="en-US" sz="2000" b="1" i="0" u="none" strike="noStrike" kern="0" cap="none" spc="0" normalizeH="0" baseline="0" noProof="0" dirty="0" err="1">
                <a:ln>
                  <a:noFill/>
                </a:ln>
                <a:solidFill>
                  <a:srgbClr val="15110E"/>
                </a:solidFill>
                <a:effectLst/>
                <a:uLnTx/>
                <a:uFillTx/>
                <a:latin typeface="Alexandria" pitchFamily="2" charset="-78"/>
                <a:cs typeface="Alexandria" pitchFamily="2" charset="-78"/>
                <a:sym typeface="Alexandria Medium"/>
              </a:rPr>
              <a:t>sử</a:t>
            </a:r>
            <a:r>
              <a:rPr kumimoji="0" lang="en-US" sz="2000" b="1" i="0" u="none" strike="noStrike" kern="0" cap="none" spc="0" normalizeH="0" baseline="0" noProof="0" dirty="0">
                <a:ln>
                  <a:noFill/>
                </a:ln>
                <a:solidFill>
                  <a:srgbClr val="15110E"/>
                </a:solidFill>
                <a:effectLst/>
                <a:uLnTx/>
                <a:uFillTx/>
                <a:latin typeface="Alexandria" pitchFamily="2" charset="-78"/>
                <a:cs typeface="Alexandria" pitchFamily="2" charset="-78"/>
                <a:sym typeface="Alexandria Medium"/>
              </a:rPr>
              <a:t> </a:t>
            </a:r>
            <a:r>
              <a:rPr kumimoji="0" lang="en-US" sz="2000" b="1" i="0" u="none" strike="noStrike" kern="0" cap="none" spc="0" normalizeH="0" baseline="0" noProof="0" dirty="0" err="1">
                <a:ln>
                  <a:noFill/>
                </a:ln>
                <a:solidFill>
                  <a:srgbClr val="15110E"/>
                </a:solidFill>
                <a:effectLst/>
                <a:uLnTx/>
                <a:uFillTx/>
                <a:latin typeface="Alexandria" pitchFamily="2" charset="-78"/>
                <a:cs typeface="Alexandria" pitchFamily="2" charset="-78"/>
                <a:sym typeface="Alexandria Medium"/>
              </a:rPr>
              <a:t>dụng</a:t>
            </a:r>
            <a:r>
              <a:rPr kumimoji="0" lang="en-US" sz="2000" b="1" i="0" u="none" strike="noStrike" kern="0" cap="none" spc="0" normalizeH="0" baseline="0" noProof="0" dirty="0">
                <a:ln>
                  <a:noFill/>
                </a:ln>
                <a:solidFill>
                  <a:srgbClr val="15110E"/>
                </a:solidFill>
                <a:effectLst/>
                <a:uLnTx/>
                <a:uFillTx/>
                <a:latin typeface="Alexandria" pitchFamily="2" charset="-78"/>
                <a:cs typeface="Alexandria" pitchFamily="2" charset="-78"/>
                <a:sym typeface="Alexandria Medium"/>
              </a:rPr>
              <a:t> (Online Retail II)</a:t>
            </a:r>
          </a:p>
        </p:txBody>
      </p:sp>
      <p:sp>
        <p:nvSpPr>
          <p:cNvPr id="8" name="Google Shape;228;p38">
            <a:extLst>
              <a:ext uri="{FF2B5EF4-FFF2-40B4-BE49-F238E27FC236}">
                <a16:creationId xmlns:a16="http://schemas.microsoft.com/office/drawing/2014/main" id="{539074FE-7A1A-4FA3-A142-8B797E19D075}"/>
              </a:ext>
            </a:extLst>
          </p:cNvPr>
          <p:cNvSpPr txBox="1">
            <a:spLocks/>
          </p:cNvSpPr>
          <p:nvPr/>
        </p:nvSpPr>
        <p:spPr>
          <a:xfrm>
            <a:off x="439480" y="843318"/>
            <a:ext cx="8286306" cy="186151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048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lbert Sans"/>
              <a:buChar char="●"/>
              <a:defRPr sz="1400" b="0" i="0" u="none" strike="noStrike" cap="none">
                <a:solidFill>
                  <a:schemeClr val="dk1"/>
                </a:solidFill>
                <a:latin typeface="Albert Sans"/>
                <a:ea typeface="Albert Sans"/>
                <a:cs typeface="Albert Sans"/>
                <a:sym typeface="Albert Sans"/>
              </a:defRPr>
            </a:lvl1pPr>
            <a:lvl2pPr marL="914400" marR="0" lvl="1" indent="-3048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lbert Sans"/>
              <a:buChar char="○"/>
              <a:defRPr sz="1200" b="0" i="0" u="none" strike="noStrike" cap="none">
                <a:solidFill>
                  <a:schemeClr val="dk1"/>
                </a:solidFill>
                <a:latin typeface="Albert Sans"/>
                <a:ea typeface="Albert Sans"/>
                <a:cs typeface="Albert Sans"/>
                <a:sym typeface="Albert Sans"/>
              </a:defRPr>
            </a:lvl2pPr>
            <a:lvl3pPr marL="1371600" marR="0" lvl="2" indent="-3048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lbert Sans"/>
              <a:buChar char="■"/>
              <a:defRPr sz="1200" b="0" i="0" u="none" strike="noStrike" cap="none">
                <a:solidFill>
                  <a:schemeClr val="dk1"/>
                </a:solidFill>
                <a:latin typeface="Albert Sans"/>
                <a:ea typeface="Albert Sans"/>
                <a:cs typeface="Albert Sans"/>
                <a:sym typeface="Albert Sans"/>
              </a:defRPr>
            </a:lvl3pPr>
            <a:lvl4pPr marL="1828800" marR="0" lvl="3" indent="-3048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lbert Sans"/>
              <a:buChar char="●"/>
              <a:defRPr sz="1200" b="0" i="0" u="none" strike="noStrike" cap="none">
                <a:solidFill>
                  <a:schemeClr val="dk1"/>
                </a:solidFill>
                <a:latin typeface="Albert Sans"/>
                <a:ea typeface="Albert Sans"/>
                <a:cs typeface="Albert Sans"/>
                <a:sym typeface="Albert Sans"/>
              </a:defRPr>
            </a:lvl4pPr>
            <a:lvl5pPr marL="2286000" marR="0" lvl="4" indent="-3048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lbert Sans"/>
              <a:buChar char="○"/>
              <a:defRPr sz="1200" b="0" i="0" u="none" strike="noStrike" cap="none">
                <a:solidFill>
                  <a:schemeClr val="dk1"/>
                </a:solidFill>
                <a:latin typeface="Albert Sans"/>
                <a:ea typeface="Albert Sans"/>
                <a:cs typeface="Albert Sans"/>
                <a:sym typeface="Albert Sans"/>
              </a:defRPr>
            </a:lvl5pPr>
            <a:lvl6pPr marL="2743200" marR="0" lvl="5" indent="-3048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lbert Sans"/>
              <a:buChar char="■"/>
              <a:defRPr sz="1200" b="0" i="0" u="none" strike="noStrike" cap="none">
                <a:solidFill>
                  <a:schemeClr val="dk1"/>
                </a:solidFill>
                <a:latin typeface="Albert Sans"/>
                <a:ea typeface="Albert Sans"/>
                <a:cs typeface="Albert Sans"/>
                <a:sym typeface="Albert Sans"/>
              </a:defRPr>
            </a:lvl6pPr>
            <a:lvl7pPr marL="3200400" marR="0" lvl="6" indent="-3048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lbert Sans"/>
              <a:buChar char="●"/>
              <a:defRPr sz="1200" b="0" i="0" u="none" strike="noStrike" cap="none">
                <a:solidFill>
                  <a:schemeClr val="dk1"/>
                </a:solidFill>
                <a:latin typeface="Albert Sans"/>
                <a:ea typeface="Albert Sans"/>
                <a:cs typeface="Albert Sans"/>
                <a:sym typeface="Albert Sans"/>
              </a:defRPr>
            </a:lvl7pPr>
            <a:lvl8pPr marL="3657600" marR="0" lvl="7" indent="-3048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lbert Sans"/>
              <a:buChar char="○"/>
              <a:defRPr sz="1200" b="0" i="0" u="none" strike="noStrike" cap="none">
                <a:solidFill>
                  <a:schemeClr val="dk1"/>
                </a:solidFill>
                <a:latin typeface="Albert Sans"/>
                <a:ea typeface="Albert Sans"/>
                <a:cs typeface="Albert Sans"/>
                <a:sym typeface="Albert Sans"/>
              </a:defRPr>
            </a:lvl8pPr>
            <a:lvl9pPr marL="4114800" marR="0" lvl="8" indent="-3048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lbert Sans"/>
              <a:buChar char="■"/>
              <a:defRPr sz="1200" b="0" i="0" u="none" strike="noStrike" cap="none">
                <a:solidFill>
                  <a:schemeClr val="dk1"/>
                </a:solidFill>
                <a:latin typeface="Albert Sans"/>
                <a:ea typeface="Albert Sans"/>
                <a:cs typeface="Albert Sans"/>
                <a:sym typeface="Albert Sans"/>
              </a:defRPr>
            </a:lvl9pPr>
          </a:lstStyle>
          <a:p>
            <a:pPr marL="285750" indent="-285750">
              <a:lnSpc>
                <a:spcPct val="200000"/>
              </a:lnSpc>
            </a:pPr>
            <a:r>
              <a:rPr lang="vi-VN" kern="0" dirty="0" err="1">
                <a:latin typeface="Alexandria" panose="020B0604020202020204" charset="-78"/>
                <a:cs typeface="Alexandria" panose="020B0604020202020204" charset="-78"/>
              </a:rPr>
              <a:t>Nguồn</a:t>
            </a:r>
            <a:r>
              <a:rPr lang="vi-VN" kern="0" dirty="0">
                <a:latin typeface="Alexandria" panose="020B0604020202020204" charset="-78"/>
                <a:cs typeface="Alexandria" panose="020B0604020202020204" charset="-78"/>
              </a:rPr>
              <a:t>: UCI </a:t>
            </a:r>
            <a:r>
              <a:rPr lang="vi-VN" kern="0" dirty="0" err="1">
                <a:latin typeface="Alexandria" panose="020B0604020202020204" charset="-78"/>
                <a:cs typeface="Alexandria" panose="020B0604020202020204" charset="-78"/>
              </a:rPr>
              <a:t>Machine</a:t>
            </a:r>
            <a:r>
              <a:rPr lang="vi-VN" kern="0" dirty="0">
                <a:latin typeface="Alexandria" panose="020B0604020202020204" charset="-78"/>
                <a:cs typeface="Alexandria" panose="020B0604020202020204" charset="-78"/>
              </a:rPr>
              <a:t> </a:t>
            </a:r>
            <a:r>
              <a:rPr lang="vi-VN" kern="0" dirty="0" err="1">
                <a:latin typeface="Alexandria" panose="020B0604020202020204" charset="-78"/>
                <a:cs typeface="Alexandria" panose="020B0604020202020204" charset="-78"/>
              </a:rPr>
              <a:t>Learning</a:t>
            </a:r>
            <a:r>
              <a:rPr lang="vi-VN" kern="0" dirty="0">
                <a:latin typeface="Alexandria" panose="020B0604020202020204" charset="-78"/>
                <a:cs typeface="Alexandria" panose="020B0604020202020204" charset="-78"/>
              </a:rPr>
              <a:t> </a:t>
            </a:r>
            <a:r>
              <a:rPr lang="vi-VN" kern="0" dirty="0" err="1">
                <a:latin typeface="Alexandria" panose="020B0604020202020204" charset="-78"/>
                <a:cs typeface="Alexandria" panose="020B0604020202020204" charset="-78"/>
              </a:rPr>
              <a:t>Repository</a:t>
            </a:r>
            <a:r>
              <a:rPr lang="vi-VN" kern="0" dirty="0">
                <a:latin typeface="Alexandria" panose="020B0604020202020204" charset="-78"/>
                <a:cs typeface="Alexandria" panose="020B0604020202020204" charset="-78"/>
              </a:rPr>
              <a:t>, </a:t>
            </a:r>
            <a:r>
              <a:rPr lang="vi-VN" kern="0" dirty="0" err="1">
                <a:latin typeface="Alexandria" panose="020B0604020202020204" charset="-78"/>
                <a:cs typeface="Alexandria" panose="020B0604020202020204" charset="-78"/>
              </a:rPr>
              <a:t>giấy</a:t>
            </a:r>
            <a:r>
              <a:rPr lang="vi-VN" kern="0" dirty="0">
                <a:latin typeface="Alexandria" panose="020B0604020202020204" charset="-78"/>
                <a:cs typeface="Alexandria" panose="020B0604020202020204" charset="-78"/>
              </a:rPr>
              <a:t> </a:t>
            </a:r>
            <a:r>
              <a:rPr lang="vi-VN" kern="0" dirty="0" err="1">
                <a:latin typeface="Alexandria" panose="020B0604020202020204" charset="-78"/>
                <a:cs typeface="Alexandria" panose="020B0604020202020204" charset="-78"/>
              </a:rPr>
              <a:t>phép</a:t>
            </a:r>
            <a:r>
              <a:rPr lang="vi-VN" kern="0" dirty="0">
                <a:latin typeface="Alexandria" panose="020B0604020202020204" charset="-78"/>
                <a:cs typeface="Alexandria" panose="020B0604020202020204" charset="-78"/>
              </a:rPr>
              <a:t> CC BY 4.0</a:t>
            </a:r>
            <a:endParaRPr lang="en-US" kern="0" dirty="0">
              <a:latin typeface="Alexandria" panose="020B0604020202020204" charset="-78"/>
              <a:cs typeface="Alexandria" panose="020B0604020202020204" charset="-78"/>
            </a:endParaRPr>
          </a:p>
          <a:p>
            <a:pPr marL="285750" indent="-285750">
              <a:lnSpc>
                <a:spcPct val="200000"/>
              </a:lnSpc>
            </a:pPr>
            <a:r>
              <a:rPr lang="vi-VN" kern="0" dirty="0">
                <a:latin typeface="Alexandria" panose="020B0604020202020204" charset="-78"/>
                <a:cs typeface="Alexandria" panose="020B0604020202020204" charset="-78"/>
              </a:rPr>
              <a:t>Quy mô </a:t>
            </a:r>
            <a:r>
              <a:rPr lang="vi-VN" kern="0" dirty="0" err="1">
                <a:latin typeface="Alexandria" panose="020B0604020202020204" charset="-78"/>
                <a:cs typeface="Alexandria" panose="020B0604020202020204" charset="-78"/>
              </a:rPr>
              <a:t>gốc</a:t>
            </a:r>
            <a:r>
              <a:rPr lang="vi-VN" kern="0" dirty="0">
                <a:latin typeface="Alexandria" panose="020B0604020202020204" charset="-78"/>
                <a:cs typeface="Alexandria" panose="020B0604020202020204" charset="-78"/>
              </a:rPr>
              <a:t>: 1.067.371 </a:t>
            </a:r>
            <a:r>
              <a:rPr lang="vi-VN" kern="0" dirty="0" err="1">
                <a:latin typeface="Alexandria" panose="020B0604020202020204" charset="-78"/>
                <a:cs typeface="Alexandria" panose="020B0604020202020204" charset="-78"/>
              </a:rPr>
              <a:t>dòng</a:t>
            </a:r>
            <a:r>
              <a:rPr lang="vi-VN" kern="0" dirty="0">
                <a:latin typeface="Alexandria" panose="020B0604020202020204" charset="-78"/>
                <a:cs typeface="Alexandria" panose="020B0604020202020204" charset="-78"/>
              </a:rPr>
              <a:t> giao </a:t>
            </a:r>
            <a:r>
              <a:rPr lang="vi-VN" kern="0" dirty="0" err="1">
                <a:latin typeface="Alexandria" panose="020B0604020202020204" charset="-78"/>
                <a:cs typeface="Alexandria" panose="020B0604020202020204" charset="-78"/>
              </a:rPr>
              <a:t>dịch</a:t>
            </a:r>
            <a:r>
              <a:rPr lang="vi-VN" kern="0" dirty="0">
                <a:latin typeface="Alexandria" panose="020B0604020202020204" charset="-78"/>
                <a:cs typeface="Alexandria" panose="020B0604020202020204" charset="-78"/>
              </a:rPr>
              <a:t>, </a:t>
            </a:r>
            <a:r>
              <a:rPr lang="en-US" kern="0" dirty="0">
                <a:latin typeface="Alexandria" panose="020B0604020202020204" charset="-78"/>
                <a:cs typeface="Alexandria" panose="020B0604020202020204" charset="-78"/>
              </a:rPr>
              <a:t>8</a:t>
            </a:r>
            <a:r>
              <a:rPr lang="vi-VN" kern="0" dirty="0">
                <a:latin typeface="Alexandria" panose="020B0604020202020204" charset="-78"/>
                <a:cs typeface="Alexandria" panose="020B0604020202020204" charset="-78"/>
              </a:rPr>
              <a:t> </a:t>
            </a:r>
            <a:r>
              <a:rPr lang="vi-VN" kern="0" dirty="0" err="1">
                <a:latin typeface="Alexandria" panose="020B0604020202020204" charset="-78"/>
                <a:cs typeface="Alexandria" panose="020B0604020202020204" charset="-78"/>
              </a:rPr>
              <a:t>cột</a:t>
            </a:r>
            <a:r>
              <a:rPr lang="vi-VN" kern="0" dirty="0">
                <a:latin typeface="Alexandria" panose="020B0604020202020204" charset="-78"/>
                <a:cs typeface="Alexandria" panose="020B0604020202020204" charset="-78"/>
              </a:rPr>
              <a:t>, </a:t>
            </a:r>
            <a:r>
              <a:rPr lang="vi-VN" kern="0" dirty="0" err="1">
                <a:latin typeface="Alexandria" panose="020B0604020202020204" charset="-78"/>
                <a:cs typeface="Alexandria" panose="020B0604020202020204" charset="-78"/>
              </a:rPr>
              <a:t>từ</a:t>
            </a:r>
            <a:r>
              <a:rPr lang="vi-VN" kern="0" dirty="0">
                <a:latin typeface="Alexandria" panose="020B0604020202020204" charset="-78"/>
                <a:cs typeface="Alexandria" panose="020B0604020202020204" charset="-78"/>
              </a:rPr>
              <a:t> 01/12/2009 – 09/12/2011</a:t>
            </a:r>
            <a:endParaRPr lang="en-US" kern="0" dirty="0">
              <a:latin typeface="Alexandria" panose="020B0604020202020204" charset="-78"/>
              <a:cs typeface="Alexandria" panose="020B0604020202020204" charset="-78"/>
            </a:endParaRPr>
          </a:p>
          <a:p>
            <a:pPr marL="285750" indent="-285750">
              <a:lnSpc>
                <a:spcPct val="200000"/>
              </a:lnSpc>
            </a:pPr>
            <a:r>
              <a:rPr lang="vi-VN" kern="0" dirty="0" err="1">
                <a:latin typeface="Alexandria" panose="020B0604020202020204" charset="-78"/>
                <a:cs typeface="Alexandria" panose="020B0604020202020204" charset="-78"/>
              </a:rPr>
              <a:t>Vấn</a:t>
            </a:r>
            <a:r>
              <a:rPr lang="vi-VN" kern="0" dirty="0">
                <a:latin typeface="Alexandria" panose="020B0604020202020204" charset="-78"/>
                <a:cs typeface="Alexandria" panose="020B0604020202020204" charset="-78"/>
              </a:rPr>
              <a:t> </a:t>
            </a:r>
            <a:r>
              <a:rPr lang="vi-VN" kern="0" dirty="0" err="1">
                <a:latin typeface="Alexandria" panose="020B0604020202020204" charset="-78"/>
                <a:cs typeface="Alexandria" panose="020B0604020202020204" charset="-78"/>
              </a:rPr>
              <a:t>đề</a:t>
            </a:r>
            <a:r>
              <a:rPr lang="vi-VN" kern="0" dirty="0">
                <a:latin typeface="Alexandria" panose="020B0604020202020204" charset="-78"/>
                <a:cs typeface="Alexandria" panose="020B0604020202020204" charset="-78"/>
              </a:rPr>
              <a:t> </a:t>
            </a:r>
            <a:r>
              <a:rPr lang="vi-VN" kern="0" dirty="0" err="1">
                <a:latin typeface="Alexandria" panose="020B0604020202020204" charset="-78"/>
                <a:cs typeface="Alexandria" panose="020B0604020202020204" charset="-78"/>
              </a:rPr>
              <a:t>phát</a:t>
            </a:r>
            <a:r>
              <a:rPr lang="vi-VN" kern="0" dirty="0">
                <a:latin typeface="Alexandria" panose="020B0604020202020204" charset="-78"/>
                <a:cs typeface="Alexandria" panose="020B0604020202020204" charset="-78"/>
              </a:rPr>
              <a:t> </a:t>
            </a:r>
            <a:r>
              <a:rPr lang="vi-VN" kern="0" dirty="0" err="1">
                <a:latin typeface="Alexandria" panose="020B0604020202020204" charset="-78"/>
                <a:cs typeface="Alexandria" panose="020B0604020202020204" charset="-78"/>
              </a:rPr>
              <a:t>hiện</a:t>
            </a:r>
            <a:r>
              <a:rPr lang="vi-VN" kern="0" dirty="0">
                <a:latin typeface="Alexandria" panose="020B0604020202020204" charset="-78"/>
                <a:cs typeface="Alexandria" panose="020B0604020202020204" charset="-78"/>
              </a:rPr>
              <a:t>: 243.007 </a:t>
            </a:r>
            <a:r>
              <a:rPr lang="vi-VN" kern="0" dirty="0" err="1">
                <a:latin typeface="Alexandria" panose="020B0604020202020204" charset="-78"/>
                <a:cs typeface="Alexandria" panose="020B0604020202020204" charset="-78"/>
              </a:rPr>
              <a:t>dòng</a:t>
            </a:r>
            <a:r>
              <a:rPr lang="vi-VN" kern="0" dirty="0">
                <a:latin typeface="Alexandria" panose="020B0604020202020204" charset="-78"/>
                <a:cs typeface="Alexandria" panose="020B0604020202020204" charset="-78"/>
              </a:rPr>
              <a:t> (22,8%) </a:t>
            </a:r>
            <a:r>
              <a:rPr lang="vi-VN" kern="0" dirty="0" err="1">
                <a:latin typeface="Alexandria" panose="020B0604020202020204" charset="-78"/>
                <a:cs typeface="Alexandria" panose="020B0604020202020204" charset="-78"/>
              </a:rPr>
              <a:t>thiếu</a:t>
            </a:r>
            <a:r>
              <a:rPr lang="vi-VN" kern="0" dirty="0">
                <a:latin typeface="Alexandria" panose="020B0604020202020204" charset="-78"/>
                <a:cs typeface="Alexandria" panose="020B0604020202020204" charset="-78"/>
              </a:rPr>
              <a:t> </a:t>
            </a:r>
            <a:r>
              <a:rPr lang="vi-VN" kern="0" dirty="0" err="1">
                <a:latin typeface="Alexandria" panose="020B0604020202020204" charset="-78"/>
                <a:cs typeface="Alexandria" panose="020B0604020202020204" charset="-78"/>
              </a:rPr>
              <a:t>Customer</a:t>
            </a:r>
            <a:r>
              <a:rPr lang="vi-VN" kern="0" dirty="0">
                <a:latin typeface="Alexandria" panose="020B0604020202020204" charset="-78"/>
                <a:cs typeface="Alexandria" panose="020B0604020202020204" charset="-78"/>
              </a:rPr>
              <a:t> ID; 34.335 </a:t>
            </a:r>
            <a:r>
              <a:rPr lang="vi-VN" kern="0" dirty="0" err="1">
                <a:latin typeface="Alexandria" panose="020B0604020202020204" charset="-78"/>
                <a:cs typeface="Alexandria" panose="020B0604020202020204" charset="-78"/>
              </a:rPr>
              <a:t>dòng</a:t>
            </a:r>
            <a:r>
              <a:rPr lang="vi-VN" kern="0" dirty="0">
                <a:latin typeface="Alexandria" panose="020B0604020202020204" charset="-78"/>
                <a:cs typeface="Alexandria" panose="020B0604020202020204" charset="-78"/>
              </a:rPr>
              <a:t> </a:t>
            </a:r>
            <a:r>
              <a:rPr lang="vi-VN" kern="0" dirty="0" err="1">
                <a:latin typeface="Alexandria" panose="020B0604020202020204" charset="-78"/>
                <a:cs typeface="Alexandria" panose="020B0604020202020204" charset="-78"/>
              </a:rPr>
              <a:t>trùng</a:t>
            </a:r>
            <a:r>
              <a:rPr lang="vi-VN" kern="0" dirty="0">
                <a:latin typeface="Alexandria" panose="020B0604020202020204" charset="-78"/>
                <a:cs typeface="Alexandria" panose="020B0604020202020204" charset="-78"/>
              </a:rPr>
              <a:t> </a:t>
            </a:r>
            <a:r>
              <a:rPr lang="vi-VN" kern="0" dirty="0" err="1">
                <a:latin typeface="Alexandria" panose="020B0604020202020204" charset="-78"/>
                <a:cs typeface="Alexandria" panose="020B0604020202020204" charset="-78"/>
              </a:rPr>
              <a:t>lặp</a:t>
            </a:r>
            <a:r>
              <a:rPr lang="vi-VN" kern="0" dirty="0">
                <a:latin typeface="Alexandria" panose="020B0604020202020204" charset="-78"/>
                <a:cs typeface="Alexandria" panose="020B0604020202020204" charset="-78"/>
              </a:rPr>
              <a:t> </a:t>
            </a:r>
            <a:r>
              <a:rPr lang="vi-VN" kern="0" dirty="0" err="1">
                <a:latin typeface="Alexandria" panose="020B0604020202020204" charset="-78"/>
                <a:cs typeface="Alexandria" panose="020B0604020202020204" charset="-78"/>
              </a:rPr>
              <a:t>hoàn</a:t>
            </a:r>
            <a:r>
              <a:rPr lang="vi-VN" kern="0" dirty="0">
                <a:latin typeface="Alexandria" panose="020B0604020202020204" charset="-78"/>
                <a:cs typeface="Alexandria" panose="020B0604020202020204" charset="-78"/>
              </a:rPr>
              <a:t> </a:t>
            </a:r>
            <a:r>
              <a:rPr lang="vi-VN" kern="0" dirty="0" err="1">
                <a:latin typeface="Alexandria" panose="020B0604020202020204" charset="-78"/>
                <a:cs typeface="Alexandria" panose="020B0604020202020204" charset="-78"/>
              </a:rPr>
              <a:t>toàn</a:t>
            </a:r>
            <a:r>
              <a:rPr lang="vi-VN" kern="0" dirty="0">
                <a:latin typeface="Alexandria" panose="020B0604020202020204" charset="-78"/>
                <a:cs typeface="Alexandria" panose="020B0604020202020204" charset="-78"/>
              </a:rPr>
              <a:t> (do 2 </a:t>
            </a:r>
            <a:r>
              <a:rPr lang="vi-VN" kern="0" dirty="0" err="1">
                <a:latin typeface="Alexandria" panose="020B0604020202020204" charset="-78"/>
                <a:cs typeface="Alexandria" panose="020B0604020202020204" charset="-78"/>
              </a:rPr>
              <a:t>sheet</a:t>
            </a:r>
            <a:r>
              <a:rPr lang="vi-VN" kern="0" dirty="0">
                <a:latin typeface="Alexandria" panose="020B0604020202020204" charset="-78"/>
                <a:cs typeface="Alexandria" panose="020B0604020202020204" charset="-78"/>
              </a:rPr>
              <a:t> </a:t>
            </a:r>
            <a:r>
              <a:rPr lang="vi-VN" kern="0" dirty="0" err="1">
                <a:latin typeface="Alexandria" panose="020B0604020202020204" charset="-78"/>
                <a:cs typeface="Alexandria" panose="020B0604020202020204" charset="-78"/>
              </a:rPr>
              <a:t>chồng</a:t>
            </a:r>
            <a:r>
              <a:rPr lang="vi-VN" kern="0" dirty="0">
                <a:latin typeface="Alexandria" panose="020B0604020202020204" charset="-78"/>
                <a:cs typeface="Alexandria" panose="020B0604020202020204" charset="-78"/>
              </a:rPr>
              <a:t> 9 </a:t>
            </a:r>
            <a:r>
              <a:rPr lang="vi-VN" kern="0" dirty="0" err="1">
                <a:latin typeface="Alexandria" panose="020B0604020202020204" charset="-78"/>
                <a:cs typeface="Alexandria" panose="020B0604020202020204" charset="-78"/>
              </a:rPr>
              <a:t>ngày</a:t>
            </a:r>
            <a:r>
              <a:rPr lang="vi-VN" kern="0" dirty="0">
                <a:latin typeface="Alexandria" panose="020B0604020202020204" charset="-78"/>
                <a:cs typeface="Alexandria" panose="020B0604020202020204" charset="-78"/>
              </a:rPr>
              <a:t>)</a:t>
            </a:r>
            <a:endParaRPr lang="en-US" kern="0" dirty="0">
              <a:latin typeface="Alexandria" panose="020B0604020202020204" charset="-78"/>
              <a:cs typeface="Alexandria" panose="020B0604020202020204" charset="-78"/>
            </a:endParaRPr>
          </a:p>
        </p:txBody>
      </p:sp>
      <p:pic>
        <p:nvPicPr>
          <p:cNvPr id="10" name="Hình ảnh 9">
            <a:extLst>
              <a:ext uri="{FF2B5EF4-FFF2-40B4-BE49-F238E27FC236}">
                <a16:creationId xmlns:a16="http://schemas.microsoft.com/office/drawing/2014/main" id="{F2323B10-8F0E-406F-844E-1996C767DB2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13702" y="2704836"/>
            <a:ext cx="4316596" cy="2006305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oogle Shape;1534;p39">
            <a:extLst>
              <a:ext uri="{FF2B5EF4-FFF2-40B4-BE49-F238E27FC236}">
                <a16:creationId xmlns:a16="http://schemas.microsoft.com/office/drawing/2014/main" id="{761A911E-E94B-427C-B41C-6BA05F0CCA43}"/>
              </a:ext>
            </a:extLst>
          </p:cNvPr>
          <p:cNvGrpSpPr/>
          <p:nvPr/>
        </p:nvGrpSpPr>
        <p:grpSpPr>
          <a:xfrm>
            <a:off x="360" y="4132440"/>
            <a:ext cx="2307960" cy="1140480"/>
            <a:chOff x="360" y="4132440"/>
            <a:chExt cx="2307960" cy="1140480"/>
          </a:xfrm>
        </p:grpSpPr>
        <p:sp>
          <p:nvSpPr>
            <p:cNvPr id="3" name="Google Shape;1535;p39">
              <a:extLst>
                <a:ext uri="{FF2B5EF4-FFF2-40B4-BE49-F238E27FC236}">
                  <a16:creationId xmlns:a16="http://schemas.microsoft.com/office/drawing/2014/main" id="{CB580F59-C039-422D-AA1F-BF5F74F8F0EE}"/>
                </a:ext>
              </a:extLst>
            </p:cNvPr>
            <p:cNvSpPr/>
            <p:nvPr/>
          </p:nvSpPr>
          <p:spPr>
            <a:xfrm rot="5400000">
              <a:off x="663480" y="3628440"/>
              <a:ext cx="981360" cy="2307600"/>
            </a:xfrm>
            <a:custGeom>
              <a:avLst/>
              <a:gdLst>
                <a:gd name="textAreaLeft" fmla="*/ 0 w 981360"/>
                <a:gd name="textAreaRight" fmla="*/ 981720 w 981360"/>
                <a:gd name="textAreaTop" fmla="*/ 0 h 2307600"/>
                <a:gd name="textAreaBottom" fmla="*/ 2307960 h 2307600"/>
              </a:gdLst>
              <a:ahLst/>
              <a:cxnLst/>
              <a:rect l="textAreaLeft" t="textAreaTop" r="textAreaRight" b="textAreaBottom"/>
              <a:pathLst>
                <a:path w="23937" h="56267">
                  <a:moveTo>
                    <a:pt x="12997" y="1"/>
                  </a:moveTo>
                  <a:lnTo>
                    <a:pt x="12784" y="214"/>
                  </a:lnTo>
                  <a:lnTo>
                    <a:pt x="23098" y="10513"/>
                  </a:lnTo>
                  <a:cubicBezTo>
                    <a:pt x="23434" y="10864"/>
                    <a:pt x="23632" y="11321"/>
                    <a:pt x="23632" y="11808"/>
                  </a:cubicBezTo>
                  <a:cubicBezTo>
                    <a:pt x="23632" y="12311"/>
                    <a:pt x="23434" y="12768"/>
                    <a:pt x="23098" y="13104"/>
                  </a:cubicBezTo>
                  <a:lnTo>
                    <a:pt x="21925" y="14261"/>
                  </a:lnTo>
                  <a:cubicBezTo>
                    <a:pt x="21575" y="14627"/>
                    <a:pt x="21110" y="14810"/>
                    <a:pt x="20642" y="14810"/>
                  </a:cubicBezTo>
                  <a:cubicBezTo>
                    <a:pt x="20173" y="14810"/>
                    <a:pt x="19701" y="14627"/>
                    <a:pt x="19335" y="14261"/>
                  </a:cubicBezTo>
                  <a:lnTo>
                    <a:pt x="16958" y="11885"/>
                  </a:lnTo>
                  <a:cubicBezTo>
                    <a:pt x="16547" y="11489"/>
                    <a:pt x="16029" y="11260"/>
                    <a:pt x="15435" y="11260"/>
                  </a:cubicBezTo>
                  <a:cubicBezTo>
                    <a:pt x="14841" y="11260"/>
                    <a:pt x="14307" y="11489"/>
                    <a:pt x="13911" y="11885"/>
                  </a:cubicBezTo>
                  <a:lnTo>
                    <a:pt x="12525" y="13271"/>
                  </a:lnTo>
                  <a:cubicBezTo>
                    <a:pt x="12129" y="13698"/>
                    <a:pt x="11900" y="14231"/>
                    <a:pt x="11900" y="14795"/>
                  </a:cubicBezTo>
                  <a:cubicBezTo>
                    <a:pt x="11900" y="15374"/>
                    <a:pt x="12129" y="15922"/>
                    <a:pt x="12525" y="16318"/>
                  </a:cubicBezTo>
                  <a:cubicBezTo>
                    <a:pt x="12860" y="16669"/>
                    <a:pt x="13058" y="17126"/>
                    <a:pt x="13058" y="17629"/>
                  </a:cubicBezTo>
                  <a:cubicBezTo>
                    <a:pt x="13058" y="18116"/>
                    <a:pt x="12860" y="18573"/>
                    <a:pt x="12525" y="18924"/>
                  </a:cubicBezTo>
                  <a:lnTo>
                    <a:pt x="11489" y="19944"/>
                  </a:lnTo>
                  <a:cubicBezTo>
                    <a:pt x="11154" y="20295"/>
                    <a:pt x="10696" y="20478"/>
                    <a:pt x="10209" y="20478"/>
                  </a:cubicBezTo>
                  <a:lnTo>
                    <a:pt x="9569" y="20478"/>
                  </a:lnTo>
                  <a:cubicBezTo>
                    <a:pt x="8990" y="20478"/>
                    <a:pt x="8457" y="20706"/>
                    <a:pt x="8045" y="21102"/>
                  </a:cubicBezTo>
                  <a:lnTo>
                    <a:pt x="3353" y="25810"/>
                  </a:lnTo>
                  <a:cubicBezTo>
                    <a:pt x="2515" y="26648"/>
                    <a:pt x="2515" y="28004"/>
                    <a:pt x="3353" y="28842"/>
                  </a:cubicBezTo>
                  <a:lnTo>
                    <a:pt x="10529" y="36018"/>
                  </a:lnTo>
                  <a:cubicBezTo>
                    <a:pt x="10864" y="36369"/>
                    <a:pt x="11062" y="36826"/>
                    <a:pt x="11062" y="37313"/>
                  </a:cubicBezTo>
                  <a:cubicBezTo>
                    <a:pt x="11062" y="37801"/>
                    <a:pt x="10864" y="38273"/>
                    <a:pt x="10529" y="38608"/>
                  </a:cubicBezTo>
                  <a:lnTo>
                    <a:pt x="8198" y="40940"/>
                  </a:lnTo>
                  <a:cubicBezTo>
                    <a:pt x="7802" y="41351"/>
                    <a:pt x="7573" y="41884"/>
                    <a:pt x="7573" y="42463"/>
                  </a:cubicBezTo>
                  <a:lnTo>
                    <a:pt x="7573" y="47720"/>
                  </a:lnTo>
                  <a:cubicBezTo>
                    <a:pt x="7573" y="48207"/>
                    <a:pt x="7390" y="48664"/>
                    <a:pt x="7040" y="49015"/>
                  </a:cubicBezTo>
                  <a:lnTo>
                    <a:pt x="1" y="56054"/>
                  </a:lnTo>
                  <a:lnTo>
                    <a:pt x="199" y="56267"/>
                  </a:lnTo>
                  <a:lnTo>
                    <a:pt x="7268" y="49274"/>
                  </a:lnTo>
                  <a:cubicBezTo>
                    <a:pt x="7664" y="48862"/>
                    <a:pt x="7893" y="48329"/>
                    <a:pt x="7893" y="47750"/>
                  </a:cubicBezTo>
                  <a:lnTo>
                    <a:pt x="7893" y="42494"/>
                  </a:lnTo>
                  <a:cubicBezTo>
                    <a:pt x="7893" y="42006"/>
                    <a:pt x="8091" y="41549"/>
                    <a:pt x="8426" y="41199"/>
                  </a:cubicBezTo>
                  <a:lnTo>
                    <a:pt x="10757" y="38883"/>
                  </a:lnTo>
                  <a:cubicBezTo>
                    <a:pt x="11154" y="38456"/>
                    <a:pt x="11382" y="37923"/>
                    <a:pt x="11382" y="37359"/>
                  </a:cubicBezTo>
                  <a:cubicBezTo>
                    <a:pt x="11382" y="36765"/>
                    <a:pt x="11154" y="36232"/>
                    <a:pt x="10757" y="35835"/>
                  </a:cubicBezTo>
                  <a:lnTo>
                    <a:pt x="3581" y="28644"/>
                  </a:lnTo>
                  <a:cubicBezTo>
                    <a:pt x="2850" y="27943"/>
                    <a:pt x="2850" y="26785"/>
                    <a:pt x="3581" y="26054"/>
                  </a:cubicBezTo>
                  <a:lnTo>
                    <a:pt x="8274" y="21346"/>
                  </a:lnTo>
                  <a:cubicBezTo>
                    <a:pt x="8624" y="21011"/>
                    <a:pt x="9081" y="20813"/>
                    <a:pt x="9569" y="20813"/>
                  </a:cubicBezTo>
                  <a:lnTo>
                    <a:pt x="10209" y="20813"/>
                  </a:lnTo>
                  <a:cubicBezTo>
                    <a:pt x="10788" y="20813"/>
                    <a:pt x="11321" y="20584"/>
                    <a:pt x="11732" y="20188"/>
                  </a:cubicBezTo>
                  <a:lnTo>
                    <a:pt x="12753" y="19167"/>
                  </a:lnTo>
                  <a:cubicBezTo>
                    <a:pt x="13149" y="18741"/>
                    <a:pt x="13378" y="18208"/>
                    <a:pt x="13378" y="17644"/>
                  </a:cubicBezTo>
                  <a:cubicBezTo>
                    <a:pt x="13378" y="17050"/>
                    <a:pt x="13149" y="16516"/>
                    <a:pt x="12753" y="16120"/>
                  </a:cubicBezTo>
                  <a:cubicBezTo>
                    <a:pt x="12418" y="15770"/>
                    <a:pt x="12220" y="15313"/>
                    <a:pt x="12220" y="14825"/>
                  </a:cubicBezTo>
                  <a:cubicBezTo>
                    <a:pt x="12220" y="14322"/>
                    <a:pt x="12418" y="13865"/>
                    <a:pt x="12753" y="13530"/>
                  </a:cubicBezTo>
                  <a:lnTo>
                    <a:pt x="14140" y="12128"/>
                  </a:lnTo>
                  <a:cubicBezTo>
                    <a:pt x="14490" y="11793"/>
                    <a:pt x="14947" y="11595"/>
                    <a:pt x="15435" y="11595"/>
                  </a:cubicBezTo>
                  <a:cubicBezTo>
                    <a:pt x="15938" y="11595"/>
                    <a:pt x="16395" y="11793"/>
                    <a:pt x="16730" y="12128"/>
                  </a:cubicBezTo>
                  <a:lnTo>
                    <a:pt x="19107" y="14520"/>
                  </a:lnTo>
                  <a:cubicBezTo>
                    <a:pt x="19526" y="14939"/>
                    <a:pt x="20074" y="15149"/>
                    <a:pt x="20623" y="15149"/>
                  </a:cubicBezTo>
                  <a:cubicBezTo>
                    <a:pt x="21171" y="15149"/>
                    <a:pt x="21720" y="14939"/>
                    <a:pt x="22139" y="14520"/>
                  </a:cubicBezTo>
                  <a:lnTo>
                    <a:pt x="23297" y="13347"/>
                  </a:lnTo>
                  <a:cubicBezTo>
                    <a:pt x="23708" y="12936"/>
                    <a:pt x="23936" y="12403"/>
                    <a:pt x="23936" y="11824"/>
                  </a:cubicBezTo>
                  <a:cubicBezTo>
                    <a:pt x="23936" y="11260"/>
                    <a:pt x="23708" y="10711"/>
                    <a:pt x="23297" y="10300"/>
                  </a:cubicBezTo>
                  <a:lnTo>
                    <a:pt x="12997" y="1"/>
                  </a:lnTo>
                  <a:close/>
                </a:path>
              </a:pathLst>
            </a:custGeom>
            <a:gradFill rotWithShape="0">
              <a:gsLst>
                <a:gs pos="0">
                  <a:srgbClr val="9900FF">
                    <a:alpha val="47000"/>
                  </a:srgbClr>
                </a:gs>
                <a:gs pos="100000">
                  <a:srgbClr val="FFFFFF">
                    <a:alpha val="0"/>
                  </a:srgbClr>
                </a:gs>
              </a:gsLst>
              <a:lin ang="16200000"/>
            </a:gra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4" name="Google Shape;1536;p39">
              <a:extLst>
                <a:ext uri="{FF2B5EF4-FFF2-40B4-BE49-F238E27FC236}">
                  <a16:creationId xmlns:a16="http://schemas.microsoft.com/office/drawing/2014/main" id="{2C7BCA04-A63D-4DA9-85BA-A39566CEEAC9}"/>
                </a:ext>
              </a:extLst>
            </p:cNvPr>
            <p:cNvSpPr/>
            <p:nvPr/>
          </p:nvSpPr>
          <p:spPr>
            <a:xfrm rot="5400000">
              <a:off x="663840" y="3469320"/>
              <a:ext cx="981360" cy="2307600"/>
            </a:xfrm>
            <a:custGeom>
              <a:avLst/>
              <a:gdLst>
                <a:gd name="textAreaLeft" fmla="*/ 0 w 981360"/>
                <a:gd name="textAreaRight" fmla="*/ 981720 w 981360"/>
                <a:gd name="textAreaTop" fmla="*/ 0 h 2307600"/>
                <a:gd name="textAreaBottom" fmla="*/ 2307960 h 2307600"/>
              </a:gdLst>
              <a:ahLst/>
              <a:cxnLst/>
              <a:rect l="textAreaLeft" t="textAreaTop" r="textAreaRight" b="textAreaBottom"/>
              <a:pathLst>
                <a:path w="23937" h="56267">
                  <a:moveTo>
                    <a:pt x="12997" y="0"/>
                  </a:moveTo>
                  <a:lnTo>
                    <a:pt x="12784" y="214"/>
                  </a:lnTo>
                  <a:lnTo>
                    <a:pt x="23098" y="10513"/>
                  </a:lnTo>
                  <a:cubicBezTo>
                    <a:pt x="23434" y="10848"/>
                    <a:pt x="23632" y="11305"/>
                    <a:pt x="23632" y="11808"/>
                  </a:cubicBezTo>
                  <a:cubicBezTo>
                    <a:pt x="23632" y="12296"/>
                    <a:pt x="23434" y="12753"/>
                    <a:pt x="23098" y="13103"/>
                  </a:cubicBezTo>
                  <a:lnTo>
                    <a:pt x="21925" y="14261"/>
                  </a:lnTo>
                  <a:cubicBezTo>
                    <a:pt x="21575" y="14627"/>
                    <a:pt x="21110" y="14810"/>
                    <a:pt x="20642" y="14810"/>
                  </a:cubicBezTo>
                  <a:cubicBezTo>
                    <a:pt x="20173" y="14810"/>
                    <a:pt x="19701" y="14627"/>
                    <a:pt x="19335" y="14261"/>
                  </a:cubicBezTo>
                  <a:lnTo>
                    <a:pt x="16958" y="11884"/>
                  </a:lnTo>
                  <a:cubicBezTo>
                    <a:pt x="16547" y="11488"/>
                    <a:pt x="16029" y="11260"/>
                    <a:pt x="15435" y="11260"/>
                  </a:cubicBezTo>
                  <a:cubicBezTo>
                    <a:pt x="14840" y="11260"/>
                    <a:pt x="14307" y="11488"/>
                    <a:pt x="13911" y="11884"/>
                  </a:cubicBezTo>
                  <a:lnTo>
                    <a:pt x="12525" y="13271"/>
                  </a:lnTo>
                  <a:cubicBezTo>
                    <a:pt x="11687" y="14109"/>
                    <a:pt x="11687" y="15465"/>
                    <a:pt x="12525" y="16303"/>
                  </a:cubicBezTo>
                  <a:cubicBezTo>
                    <a:pt x="12860" y="16638"/>
                    <a:pt x="13058" y="17095"/>
                    <a:pt x="13058" y="17598"/>
                  </a:cubicBezTo>
                  <a:cubicBezTo>
                    <a:pt x="13058" y="18085"/>
                    <a:pt x="12860" y="18543"/>
                    <a:pt x="12525" y="18893"/>
                  </a:cubicBezTo>
                  <a:lnTo>
                    <a:pt x="11489" y="19914"/>
                  </a:lnTo>
                  <a:cubicBezTo>
                    <a:pt x="11153" y="20264"/>
                    <a:pt x="10696" y="20447"/>
                    <a:pt x="10193" y="20447"/>
                  </a:cubicBezTo>
                  <a:lnTo>
                    <a:pt x="9569" y="20447"/>
                  </a:lnTo>
                  <a:cubicBezTo>
                    <a:pt x="8975" y="20447"/>
                    <a:pt x="8441" y="20676"/>
                    <a:pt x="8045" y="21087"/>
                  </a:cubicBezTo>
                  <a:lnTo>
                    <a:pt x="3337" y="25780"/>
                  </a:lnTo>
                  <a:cubicBezTo>
                    <a:pt x="2941" y="26206"/>
                    <a:pt x="2713" y="26739"/>
                    <a:pt x="2713" y="27303"/>
                  </a:cubicBezTo>
                  <a:cubicBezTo>
                    <a:pt x="2713" y="27897"/>
                    <a:pt x="2941" y="28431"/>
                    <a:pt x="3337" y="28827"/>
                  </a:cubicBezTo>
                  <a:lnTo>
                    <a:pt x="10529" y="36018"/>
                  </a:lnTo>
                  <a:cubicBezTo>
                    <a:pt x="11245" y="36719"/>
                    <a:pt x="11245" y="37877"/>
                    <a:pt x="10529" y="38608"/>
                  </a:cubicBezTo>
                  <a:lnTo>
                    <a:pt x="8198" y="40924"/>
                  </a:lnTo>
                  <a:cubicBezTo>
                    <a:pt x="7801" y="41351"/>
                    <a:pt x="7573" y="41884"/>
                    <a:pt x="7573" y="42448"/>
                  </a:cubicBezTo>
                  <a:lnTo>
                    <a:pt x="7573" y="47704"/>
                  </a:lnTo>
                  <a:cubicBezTo>
                    <a:pt x="7573" y="48207"/>
                    <a:pt x="7375" y="48664"/>
                    <a:pt x="7040" y="48999"/>
                  </a:cubicBezTo>
                  <a:lnTo>
                    <a:pt x="1" y="56053"/>
                  </a:lnTo>
                  <a:lnTo>
                    <a:pt x="199" y="56267"/>
                  </a:lnTo>
                  <a:lnTo>
                    <a:pt x="7268" y="49212"/>
                  </a:lnTo>
                  <a:cubicBezTo>
                    <a:pt x="7664" y="48801"/>
                    <a:pt x="7893" y="48268"/>
                    <a:pt x="7893" y="47689"/>
                  </a:cubicBezTo>
                  <a:lnTo>
                    <a:pt x="7893" y="42432"/>
                  </a:lnTo>
                  <a:cubicBezTo>
                    <a:pt x="7893" y="41945"/>
                    <a:pt x="8091" y="41473"/>
                    <a:pt x="8426" y="41137"/>
                  </a:cubicBezTo>
                  <a:lnTo>
                    <a:pt x="10757" y="38806"/>
                  </a:lnTo>
                  <a:cubicBezTo>
                    <a:pt x="11595" y="37984"/>
                    <a:pt x="11595" y="36628"/>
                    <a:pt x="10757" y="35790"/>
                  </a:cubicBezTo>
                  <a:lnTo>
                    <a:pt x="3581" y="28598"/>
                  </a:lnTo>
                  <a:cubicBezTo>
                    <a:pt x="3231" y="28263"/>
                    <a:pt x="3048" y="27806"/>
                    <a:pt x="3048" y="27318"/>
                  </a:cubicBezTo>
                  <a:cubicBezTo>
                    <a:pt x="3048" y="26816"/>
                    <a:pt x="3231" y="26359"/>
                    <a:pt x="3581" y="26023"/>
                  </a:cubicBezTo>
                  <a:lnTo>
                    <a:pt x="8274" y="21346"/>
                  </a:lnTo>
                  <a:cubicBezTo>
                    <a:pt x="8624" y="21011"/>
                    <a:pt x="9081" y="20813"/>
                    <a:pt x="9569" y="20813"/>
                  </a:cubicBezTo>
                  <a:lnTo>
                    <a:pt x="10209" y="20813"/>
                  </a:lnTo>
                  <a:cubicBezTo>
                    <a:pt x="10788" y="20813"/>
                    <a:pt x="11321" y="20584"/>
                    <a:pt x="11732" y="20188"/>
                  </a:cubicBezTo>
                  <a:lnTo>
                    <a:pt x="12753" y="19152"/>
                  </a:lnTo>
                  <a:cubicBezTo>
                    <a:pt x="13149" y="18741"/>
                    <a:pt x="13378" y="18207"/>
                    <a:pt x="13378" y="17628"/>
                  </a:cubicBezTo>
                  <a:cubicBezTo>
                    <a:pt x="13378" y="17049"/>
                    <a:pt x="13149" y="16516"/>
                    <a:pt x="12753" y="16105"/>
                  </a:cubicBezTo>
                  <a:cubicBezTo>
                    <a:pt x="12037" y="15404"/>
                    <a:pt x="12037" y="14246"/>
                    <a:pt x="12753" y="13515"/>
                  </a:cubicBezTo>
                  <a:lnTo>
                    <a:pt x="14140" y="12128"/>
                  </a:lnTo>
                  <a:cubicBezTo>
                    <a:pt x="14490" y="11793"/>
                    <a:pt x="14947" y="11595"/>
                    <a:pt x="15435" y="11595"/>
                  </a:cubicBezTo>
                  <a:cubicBezTo>
                    <a:pt x="15937" y="11595"/>
                    <a:pt x="16395" y="11793"/>
                    <a:pt x="16730" y="12128"/>
                  </a:cubicBezTo>
                  <a:lnTo>
                    <a:pt x="19106" y="14505"/>
                  </a:lnTo>
                  <a:cubicBezTo>
                    <a:pt x="19525" y="14924"/>
                    <a:pt x="20074" y="15133"/>
                    <a:pt x="20622" y="15133"/>
                  </a:cubicBezTo>
                  <a:cubicBezTo>
                    <a:pt x="21171" y="15133"/>
                    <a:pt x="21719" y="14924"/>
                    <a:pt x="22138" y="14505"/>
                  </a:cubicBezTo>
                  <a:lnTo>
                    <a:pt x="23296" y="13347"/>
                  </a:lnTo>
                  <a:cubicBezTo>
                    <a:pt x="23708" y="12936"/>
                    <a:pt x="23936" y="12402"/>
                    <a:pt x="23936" y="11823"/>
                  </a:cubicBezTo>
                  <a:cubicBezTo>
                    <a:pt x="23936" y="11229"/>
                    <a:pt x="23708" y="10696"/>
                    <a:pt x="23296" y="10300"/>
                  </a:cubicBezTo>
                  <a:lnTo>
                    <a:pt x="12997" y="0"/>
                  </a:lnTo>
                  <a:close/>
                </a:path>
              </a:pathLst>
            </a:custGeom>
            <a:gradFill rotWithShape="0">
              <a:gsLst>
                <a:gs pos="0">
                  <a:srgbClr val="EB9109"/>
                </a:gs>
                <a:gs pos="78000">
                  <a:srgbClr val="F5F8FF"/>
                </a:gs>
                <a:gs pos="100000">
                  <a:srgbClr val="F5F8FF"/>
                </a:gs>
              </a:gsLst>
              <a:lin ang="5400000"/>
            </a:gra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</p:grpSp>
      <p:sp>
        <p:nvSpPr>
          <p:cNvPr id="5" name="Google Shape;208;p37">
            <a:extLst>
              <a:ext uri="{FF2B5EF4-FFF2-40B4-BE49-F238E27FC236}">
                <a16:creationId xmlns:a16="http://schemas.microsoft.com/office/drawing/2014/main" id="{DBB933A9-7845-405C-B2F1-B318A17CA20F}"/>
              </a:ext>
            </a:extLst>
          </p:cNvPr>
          <p:cNvSpPr txBox="1">
            <a:spLocks/>
          </p:cNvSpPr>
          <p:nvPr/>
        </p:nvSpPr>
        <p:spPr>
          <a:xfrm>
            <a:off x="439480" y="294618"/>
            <a:ext cx="8286306" cy="54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lexandria Medium"/>
              <a:buNone/>
              <a:defRPr sz="2500" b="0" i="0" u="none" strike="noStrike" cap="none">
                <a:solidFill>
                  <a:schemeClr val="dk1"/>
                </a:solidFill>
                <a:latin typeface="Alexandria Medium"/>
                <a:ea typeface="Alexandria Medium"/>
                <a:cs typeface="Alexandria Medium"/>
                <a:sym typeface="Alexandria Medium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lexandria Medium"/>
              <a:buNone/>
              <a:defRPr sz="3000" b="0" i="0" u="none" strike="noStrike" cap="none">
                <a:solidFill>
                  <a:schemeClr val="dk1"/>
                </a:solidFill>
                <a:latin typeface="Alexandria Medium"/>
                <a:ea typeface="Alexandria Medium"/>
                <a:cs typeface="Alexandria Medium"/>
                <a:sym typeface="Alexandria Medium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lexandria Medium"/>
              <a:buNone/>
              <a:defRPr sz="3000" b="0" i="0" u="none" strike="noStrike" cap="none">
                <a:solidFill>
                  <a:schemeClr val="dk1"/>
                </a:solidFill>
                <a:latin typeface="Alexandria Medium"/>
                <a:ea typeface="Alexandria Medium"/>
                <a:cs typeface="Alexandria Medium"/>
                <a:sym typeface="Alexandria Medium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lexandria Medium"/>
              <a:buNone/>
              <a:defRPr sz="3000" b="0" i="0" u="none" strike="noStrike" cap="none">
                <a:solidFill>
                  <a:schemeClr val="dk1"/>
                </a:solidFill>
                <a:latin typeface="Alexandria Medium"/>
                <a:ea typeface="Alexandria Medium"/>
                <a:cs typeface="Alexandria Medium"/>
                <a:sym typeface="Alexandria Medium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lexandria Medium"/>
              <a:buNone/>
              <a:defRPr sz="3000" b="0" i="0" u="none" strike="noStrike" cap="none">
                <a:solidFill>
                  <a:schemeClr val="dk1"/>
                </a:solidFill>
                <a:latin typeface="Alexandria Medium"/>
                <a:ea typeface="Alexandria Medium"/>
                <a:cs typeface="Alexandria Medium"/>
                <a:sym typeface="Alexandria Medium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lexandria Medium"/>
              <a:buNone/>
              <a:defRPr sz="3000" b="0" i="0" u="none" strike="noStrike" cap="none">
                <a:solidFill>
                  <a:schemeClr val="dk1"/>
                </a:solidFill>
                <a:latin typeface="Alexandria Medium"/>
                <a:ea typeface="Alexandria Medium"/>
                <a:cs typeface="Alexandria Medium"/>
                <a:sym typeface="Alexandria Medium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lexandria Medium"/>
              <a:buNone/>
              <a:defRPr sz="3000" b="0" i="0" u="none" strike="noStrike" cap="none">
                <a:solidFill>
                  <a:schemeClr val="dk1"/>
                </a:solidFill>
                <a:latin typeface="Alexandria Medium"/>
                <a:ea typeface="Alexandria Medium"/>
                <a:cs typeface="Alexandria Medium"/>
                <a:sym typeface="Alexandria Medium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lexandria Medium"/>
              <a:buNone/>
              <a:defRPr sz="3000" b="0" i="0" u="none" strike="noStrike" cap="none">
                <a:solidFill>
                  <a:schemeClr val="dk1"/>
                </a:solidFill>
                <a:latin typeface="Alexandria Medium"/>
                <a:ea typeface="Alexandria Medium"/>
                <a:cs typeface="Alexandria Medium"/>
                <a:sym typeface="Alexandria Medium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lexandria Medium"/>
              <a:buNone/>
              <a:defRPr sz="3000" b="0" i="0" u="none" strike="noStrike" cap="none">
                <a:solidFill>
                  <a:schemeClr val="dk1"/>
                </a:solidFill>
                <a:latin typeface="Alexandria Medium"/>
                <a:ea typeface="Alexandria Medium"/>
                <a:cs typeface="Alexandria Medium"/>
                <a:sym typeface="Alexandria Medium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5110E"/>
              </a:buClr>
              <a:buSzPts val="3000"/>
              <a:buFont typeface="Alexandria Medium"/>
              <a:buNone/>
              <a:tabLst/>
              <a:defRPr/>
            </a:pPr>
            <a:r>
              <a:rPr kumimoji="0" lang="en-US" sz="2000" b="1" i="0" u="none" strike="noStrike" kern="0" cap="none" spc="0" normalizeH="0" baseline="0" noProof="0" dirty="0" err="1">
                <a:ln>
                  <a:noFill/>
                </a:ln>
                <a:solidFill>
                  <a:srgbClr val="15110E"/>
                </a:solidFill>
                <a:effectLst/>
                <a:uLnTx/>
                <a:uFillTx/>
                <a:latin typeface="Alexandria" pitchFamily="2" charset="-78"/>
                <a:cs typeface="Alexandria" pitchFamily="2" charset="-78"/>
                <a:sym typeface="Alexandria Medium"/>
              </a:rPr>
              <a:t>Khám</a:t>
            </a:r>
            <a:r>
              <a:rPr kumimoji="0" lang="en-US" sz="2000" b="1" i="0" u="none" strike="noStrike" kern="0" cap="none" spc="0" normalizeH="0" baseline="0" noProof="0" dirty="0">
                <a:ln>
                  <a:noFill/>
                </a:ln>
                <a:solidFill>
                  <a:srgbClr val="15110E"/>
                </a:solidFill>
                <a:effectLst/>
                <a:uLnTx/>
                <a:uFillTx/>
                <a:latin typeface="Alexandria" pitchFamily="2" charset="-78"/>
                <a:cs typeface="Alexandria" pitchFamily="2" charset="-78"/>
                <a:sym typeface="Alexandria Medium"/>
              </a:rPr>
              <a:t> </a:t>
            </a:r>
            <a:r>
              <a:rPr kumimoji="0" lang="en-US" sz="2000" b="1" i="0" u="none" strike="noStrike" kern="0" cap="none" spc="0" normalizeH="0" baseline="0" noProof="0" dirty="0" err="1">
                <a:ln>
                  <a:noFill/>
                </a:ln>
                <a:solidFill>
                  <a:srgbClr val="15110E"/>
                </a:solidFill>
                <a:effectLst/>
                <a:uLnTx/>
                <a:uFillTx/>
                <a:latin typeface="Alexandria" pitchFamily="2" charset="-78"/>
                <a:cs typeface="Alexandria" pitchFamily="2" charset="-78"/>
                <a:sym typeface="Alexandria Medium"/>
              </a:rPr>
              <a:t>phá</a:t>
            </a:r>
            <a:r>
              <a:rPr kumimoji="0" lang="en-US" sz="2000" b="1" i="0" u="none" strike="noStrike" kern="0" cap="none" spc="0" normalizeH="0" baseline="0" noProof="0" dirty="0">
                <a:ln>
                  <a:noFill/>
                </a:ln>
                <a:solidFill>
                  <a:srgbClr val="15110E"/>
                </a:solidFill>
                <a:effectLst/>
                <a:uLnTx/>
                <a:uFillTx/>
                <a:latin typeface="Alexandria" pitchFamily="2" charset="-78"/>
                <a:cs typeface="Alexandria" pitchFamily="2" charset="-78"/>
                <a:sym typeface="Alexandria Medium"/>
              </a:rPr>
              <a:t> </a:t>
            </a:r>
            <a:r>
              <a:rPr kumimoji="0" lang="en-US" sz="2000" b="1" i="0" u="none" strike="noStrike" kern="0" cap="none" spc="0" normalizeH="0" baseline="0" noProof="0" dirty="0" err="1">
                <a:ln>
                  <a:noFill/>
                </a:ln>
                <a:solidFill>
                  <a:srgbClr val="15110E"/>
                </a:solidFill>
                <a:effectLst/>
                <a:uLnTx/>
                <a:uFillTx/>
                <a:latin typeface="Alexandria" pitchFamily="2" charset="-78"/>
                <a:cs typeface="Alexandria" pitchFamily="2" charset="-78"/>
                <a:sym typeface="Alexandria Medium"/>
              </a:rPr>
              <a:t>dữ</a:t>
            </a:r>
            <a:r>
              <a:rPr kumimoji="0" lang="en-US" sz="2000" b="1" i="0" u="none" strike="noStrike" kern="0" cap="none" spc="0" normalizeH="0" baseline="0" noProof="0" dirty="0">
                <a:ln>
                  <a:noFill/>
                </a:ln>
                <a:solidFill>
                  <a:srgbClr val="15110E"/>
                </a:solidFill>
                <a:effectLst/>
                <a:uLnTx/>
                <a:uFillTx/>
                <a:latin typeface="Alexandria" pitchFamily="2" charset="-78"/>
                <a:cs typeface="Alexandria" pitchFamily="2" charset="-78"/>
                <a:sym typeface="Alexandria Medium"/>
              </a:rPr>
              <a:t> </a:t>
            </a:r>
            <a:r>
              <a:rPr kumimoji="0" lang="en-US" sz="2000" b="1" i="0" u="none" strike="noStrike" kern="0" cap="none" spc="0" normalizeH="0" baseline="0" noProof="0" dirty="0" err="1">
                <a:ln>
                  <a:noFill/>
                </a:ln>
                <a:solidFill>
                  <a:srgbClr val="15110E"/>
                </a:solidFill>
                <a:effectLst/>
                <a:uLnTx/>
                <a:uFillTx/>
                <a:latin typeface="Alexandria" pitchFamily="2" charset="-78"/>
                <a:cs typeface="Alexandria" pitchFamily="2" charset="-78"/>
                <a:sym typeface="Alexandria Medium"/>
              </a:rPr>
              <a:t>liệu</a:t>
            </a:r>
            <a:r>
              <a:rPr kumimoji="0" lang="en-US" sz="2000" b="1" i="0" u="none" strike="noStrike" kern="0" cap="none" spc="0" normalizeH="0" baseline="0" noProof="0" dirty="0">
                <a:ln>
                  <a:noFill/>
                </a:ln>
                <a:solidFill>
                  <a:srgbClr val="15110E"/>
                </a:solidFill>
                <a:effectLst/>
                <a:uLnTx/>
                <a:uFillTx/>
                <a:latin typeface="Alexandria" pitchFamily="2" charset="-78"/>
                <a:cs typeface="Alexandria" pitchFamily="2" charset="-78"/>
                <a:sym typeface="Alexandria Medium"/>
              </a:rPr>
              <a:t> </a:t>
            </a:r>
            <a:r>
              <a:rPr kumimoji="0" lang="en-US" sz="2000" b="1" i="0" u="none" strike="noStrike" kern="0" cap="none" spc="0" normalizeH="0" baseline="0" noProof="0" dirty="0" err="1">
                <a:ln>
                  <a:noFill/>
                </a:ln>
                <a:solidFill>
                  <a:srgbClr val="15110E"/>
                </a:solidFill>
                <a:effectLst/>
                <a:uLnTx/>
                <a:uFillTx/>
                <a:latin typeface="Alexandria" pitchFamily="2" charset="-78"/>
                <a:cs typeface="Alexandria" pitchFamily="2" charset="-78"/>
                <a:sym typeface="Alexandria Medium"/>
              </a:rPr>
              <a:t>trên</a:t>
            </a:r>
            <a:r>
              <a:rPr kumimoji="0" lang="en-US" sz="2000" b="1" i="0" u="none" strike="noStrike" kern="0" cap="none" spc="0" normalizeH="0" baseline="0" noProof="0" dirty="0">
                <a:ln>
                  <a:noFill/>
                </a:ln>
                <a:solidFill>
                  <a:srgbClr val="15110E"/>
                </a:solidFill>
                <a:effectLst/>
                <a:uLnTx/>
                <a:uFillTx/>
                <a:latin typeface="Alexandria" pitchFamily="2" charset="-78"/>
                <a:cs typeface="Alexandria" pitchFamily="2" charset="-78"/>
                <a:sym typeface="Alexandria Medium"/>
              </a:rPr>
              <a:t> </a:t>
            </a:r>
            <a:r>
              <a:rPr kumimoji="0" lang="en-US" sz="2000" b="1" i="0" u="none" strike="noStrike" kern="0" cap="none" spc="0" normalizeH="0" baseline="0" noProof="0" dirty="0" err="1">
                <a:ln>
                  <a:noFill/>
                </a:ln>
                <a:solidFill>
                  <a:srgbClr val="15110E"/>
                </a:solidFill>
                <a:effectLst/>
                <a:uLnTx/>
                <a:uFillTx/>
                <a:latin typeface="Alexandria" pitchFamily="2" charset="-78"/>
                <a:cs typeface="Alexandria" pitchFamily="2" charset="-78"/>
                <a:sym typeface="Alexandria Medium"/>
              </a:rPr>
              <a:t>tập</a:t>
            </a:r>
            <a:r>
              <a:rPr kumimoji="0" lang="en-US" sz="2000" b="1" i="0" u="none" strike="noStrike" kern="0" cap="none" spc="0" normalizeH="0" baseline="0" noProof="0" dirty="0">
                <a:ln>
                  <a:noFill/>
                </a:ln>
                <a:solidFill>
                  <a:srgbClr val="15110E"/>
                </a:solidFill>
                <a:effectLst/>
                <a:uLnTx/>
                <a:uFillTx/>
                <a:latin typeface="Alexandria" pitchFamily="2" charset="-78"/>
                <a:cs typeface="Alexandria" pitchFamily="2" charset="-78"/>
                <a:sym typeface="Alexandria Medium"/>
              </a:rPr>
              <a:t> train (EDA)</a:t>
            </a:r>
          </a:p>
        </p:txBody>
      </p:sp>
      <p:pic>
        <p:nvPicPr>
          <p:cNvPr id="8" name="Hình ảnh 7">
            <a:extLst>
              <a:ext uri="{FF2B5EF4-FFF2-40B4-BE49-F238E27FC236}">
                <a16:creationId xmlns:a16="http://schemas.microsoft.com/office/drawing/2014/main" id="{3F4E55CB-CB13-474F-A744-EAA8DA3CD30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8412" y="925648"/>
            <a:ext cx="3000332" cy="2250249"/>
          </a:xfrm>
          <a:prstGeom prst="rect">
            <a:avLst/>
          </a:prstGeom>
        </p:spPr>
      </p:pic>
      <p:pic>
        <p:nvPicPr>
          <p:cNvPr id="10" name="Hình ảnh 9">
            <a:extLst>
              <a:ext uri="{FF2B5EF4-FFF2-40B4-BE49-F238E27FC236}">
                <a16:creationId xmlns:a16="http://schemas.microsoft.com/office/drawing/2014/main" id="{7D7E5688-70A7-4FF4-AC34-6C5B8347523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80972" y="925648"/>
            <a:ext cx="3000332" cy="2250249"/>
          </a:xfrm>
          <a:prstGeom prst="rect">
            <a:avLst/>
          </a:prstGeom>
        </p:spPr>
      </p:pic>
      <p:pic>
        <p:nvPicPr>
          <p:cNvPr id="13" name="Hình ảnh 12">
            <a:extLst>
              <a:ext uri="{FF2B5EF4-FFF2-40B4-BE49-F238E27FC236}">
                <a16:creationId xmlns:a16="http://schemas.microsoft.com/office/drawing/2014/main" id="{542C06F9-3285-477A-B974-FC863581DDF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8412" y="3335017"/>
            <a:ext cx="3590039" cy="1477073"/>
          </a:xfrm>
          <a:prstGeom prst="rect">
            <a:avLst/>
          </a:prstGeom>
        </p:spPr>
      </p:pic>
      <p:pic>
        <p:nvPicPr>
          <p:cNvPr id="17" name="Hình ảnh 16">
            <a:extLst>
              <a:ext uri="{FF2B5EF4-FFF2-40B4-BE49-F238E27FC236}">
                <a16:creationId xmlns:a16="http://schemas.microsoft.com/office/drawing/2014/main" id="{AC3439B1-7509-42A0-B5E7-C56D8E47584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410293" y="3335017"/>
            <a:ext cx="3271011" cy="1477073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Google Shape;208;p37">
            <a:extLst>
              <a:ext uri="{FF2B5EF4-FFF2-40B4-BE49-F238E27FC236}">
                <a16:creationId xmlns:a16="http://schemas.microsoft.com/office/drawing/2014/main" id="{80357A93-4552-47D2-9239-B66F95F3C874}"/>
              </a:ext>
            </a:extLst>
          </p:cNvPr>
          <p:cNvSpPr txBox="1">
            <a:spLocks/>
          </p:cNvSpPr>
          <p:nvPr/>
        </p:nvSpPr>
        <p:spPr>
          <a:xfrm>
            <a:off x="439480" y="294618"/>
            <a:ext cx="8286306" cy="54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lexandria Medium"/>
              <a:buNone/>
              <a:defRPr sz="2500" b="0" i="0" u="none" strike="noStrike" cap="none">
                <a:solidFill>
                  <a:schemeClr val="dk1"/>
                </a:solidFill>
                <a:latin typeface="Alexandria Medium"/>
                <a:ea typeface="Alexandria Medium"/>
                <a:cs typeface="Alexandria Medium"/>
                <a:sym typeface="Alexandria Medium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lexandria Medium"/>
              <a:buNone/>
              <a:defRPr sz="3000" b="0" i="0" u="none" strike="noStrike" cap="none">
                <a:solidFill>
                  <a:schemeClr val="dk1"/>
                </a:solidFill>
                <a:latin typeface="Alexandria Medium"/>
                <a:ea typeface="Alexandria Medium"/>
                <a:cs typeface="Alexandria Medium"/>
                <a:sym typeface="Alexandria Medium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lexandria Medium"/>
              <a:buNone/>
              <a:defRPr sz="3000" b="0" i="0" u="none" strike="noStrike" cap="none">
                <a:solidFill>
                  <a:schemeClr val="dk1"/>
                </a:solidFill>
                <a:latin typeface="Alexandria Medium"/>
                <a:ea typeface="Alexandria Medium"/>
                <a:cs typeface="Alexandria Medium"/>
                <a:sym typeface="Alexandria Medium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lexandria Medium"/>
              <a:buNone/>
              <a:defRPr sz="3000" b="0" i="0" u="none" strike="noStrike" cap="none">
                <a:solidFill>
                  <a:schemeClr val="dk1"/>
                </a:solidFill>
                <a:latin typeface="Alexandria Medium"/>
                <a:ea typeface="Alexandria Medium"/>
                <a:cs typeface="Alexandria Medium"/>
                <a:sym typeface="Alexandria Medium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lexandria Medium"/>
              <a:buNone/>
              <a:defRPr sz="3000" b="0" i="0" u="none" strike="noStrike" cap="none">
                <a:solidFill>
                  <a:schemeClr val="dk1"/>
                </a:solidFill>
                <a:latin typeface="Alexandria Medium"/>
                <a:ea typeface="Alexandria Medium"/>
                <a:cs typeface="Alexandria Medium"/>
                <a:sym typeface="Alexandria Medium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lexandria Medium"/>
              <a:buNone/>
              <a:defRPr sz="3000" b="0" i="0" u="none" strike="noStrike" cap="none">
                <a:solidFill>
                  <a:schemeClr val="dk1"/>
                </a:solidFill>
                <a:latin typeface="Alexandria Medium"/>
                <a:ea typeface="Alexandria Medium"/>
                <a:cs typeface="Alexandria Medium"/>
                <a:sym typeface="Alexandria Medium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lexandria Medium"/>
              <a:buNone/>
              <a:defRPr sz="3000" b="0" i="0" u="none" strike="noStrike" cap="none">
                <a:solidFill>
                  <a:schemeClr val="dk1"/>
                </a:solidFill>
                <a:latin typeface="Alexandria Medium"/>
                <a:ea typeface="Alexandria Medium"/>
                <a:cs typeface="Alexandria Medium"/>
                <a:sym typeface="Alexandria Medium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lexandria Medium"/>
              <a:buNone/>
              <a:defRPr sz="3000" b="0" i="0" u="none" strike="noStrike" cap="none">
                <a:solidFill>
                  <a:schemeClr val="dk1"/>
                </a:solidFill>
                <a:latin typeface="Alexandria Medium"/>
                <a:ea typeface="Alexandria Medium"/>
                <a:cs typeface="Alexandria Medium"/>
                <a:sym typeface="Alexandria Medium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lexandria Medium"/>
              <a:buNone/>
              <a:defRPr sz="3000" b="0" i="0" u="none" strike="noStrike" cap="none">
                <a:solidFill>
                  <a:schemeClr val="dk1"/>
                </a:solidFill>
                <a:latin typeface="Alexandria Medium"/>
                <a:ea typeface="Alexandria Medium"/>
                <a:cs typeface="Alexandria Medium"/>
                <a:sym typeface="Alexandria Medium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5110E"/>
              </a:buClr>
              <a:buSzPts val="3000"/>
              <a:buFont typeface="Alexandria Medium"/>
              <a:buNone/>
              <a:tabLst/>
              <a:defRPr/>
            </a:pPr>
            <a:r>
              <a:rPr kumimoji="0" lang="vi-VN" sz="2000" b="1" i="0" u="none" strike="noStrike" kern="0" cap="none" spc="0" normalizeH="0" baseline="0" noProof="0" dirty="0">
                <a:ln>
                  <a:noFill/>
                </a:ln>
                <a:solidFill>
                  <a:srgbClr val="15110E"/>
                </a:solidFill>
                <a:effectLst/>
                <a:uLnTx/>
                <a:uFillTx/>
                <a:latin typeface="Alexandria" pitchFamily="2" charset="-78"/>
                <a:cs typeface="Alexandria" pitchFamily="2" charset="-78"/>
                <a:sym typeface="Alexandria Medium"/>
              </a:rPr>
              <a:t>Phương </a:t>
            </a:r>
            <a:r>
              <a:rPr kumimoji="0" lang="vi-VN" sz="2000" b="1" i="0" u="none" strike="noStrike" kern="0" cap="none" spc="0" normalizeH="0" baseline="0" noProof="0" dirty="0" err="1">
                <a:ln>
                  <a:noFill/>
                </a:ln>
                <a:solidFill>
                  <a:srgbClr val="15110E"/>
                </a:solidFill>
                <a:effectLst/>
                <a:uLnTx/>
                <a:uFillTx/>
                <a:latin typeface="Alexandria" pitchFamily="2" charset="-78"/>
                <a:cs typeface="Alexandria" pitchFamily="2" charset="-78"/>
                <a:sym typeface="Alexandria Medium"/>
              </a:rPr>
              <a:t>pháp</a:t>
            </a:r>
            <a:r>
              <a:rPr kumimoji="0" lang="vi-VN" sz="2000" b="1" i="0" u="none" strike="noStrike" kern="0" cap="none" spc="0" normalizeH="0" baseline="0" noProof="0" dirty="0">
                <a:ln>
                  <a:noFill/>
                </a:ln>
                <a:solidFill>
                  <a:srgbClr val="15110E"/>
                </a:solidFill>
                <a:effectLst/>
                <a:uLnTx/>
                <a:uFillTx/>
                <a:latin typeface="Alexandria" pitchFamily="2" charset="-78"/>
                <a:cs typeface="Alexandria" pitchFamily="2" charset="-78"/>
                <a:sym typeface="Alexandria Medium"/>
              </a:rPr>
              <a:t>: </a:t>
            </a:r>
            <a:r>
              <a:rPr kumimoji="0" lang="vi-VN" sz="2000" b="1" i="0" u="none" strike="noStrike" kern="0" cap="none" spc="0" normalizeH="0" baseline="0" noProof="0" dirty="0" err="1">
                <a:ln>
                  <a:noFill/>
                </a:ln>
                <a:solidFill>
                  <a:srgbClr val="15110E"/>
                </a:solidFill>
                <a:effectLst/>
                <a:uLnTx/>
                <a:uFillTx/>
                <a:latin typeface="Alexandria" pitchFamily="2" charset="-78"/>
                <a:cs typeface="Alexandria" pitchFamily="2" charset="-78"/>
                <a:sym typeface="Alexandria Medium"/>
              </a:rPr>
              <a:t>Vector</a:t>
            </a:r>
            <a:r>
              <a:rPr kumimoji="0" lang="vi-VN" sz="2000" b="1" i="0" u="none" strike="noStrike" kern="0" cap="none" spc="0" normalizeH="0" baseline="0" noProof="0" dirty="0">
                <a:ln>
                  <a:noFill/>
                </a:ln>
                <a:solidFill>
                  <a:srgbClr val="15110E"/>
                </a:solidFill>
                <a:effectLst/>
                <a:uLnTx/>
                <a:uFillTx/>
                <a:latin typeface="Alexandria" pitchFamily="2" charset="-78"/>
                <a:cs typeface="Alexandria" pitchFamily="2" charset="-78"/>
                <a:sym typeface="Alexandria Medium"/>
              </a:rPr>
              <a:t> </a:t>
            </a:r>
            <a:r>
              <a:rPr kumimoji="0" lang="vi-VN" sz="2000" b="1" i="0" u="none" strike="noStrike" kern="0" cap="none" spc="0" normalizeH="0" baseline="0" noProof="0" dirty="0" err="1">
                <a:ln>
                  <a:noFill/>
                </a:ln>
                <a:solidFill>
                  <a:srgbClr val="15110E"/>
                </a:solidFill>
                <a:effectLst/>
                <a:uLnTx/>
                <a:uFillTx/>
                <a:latin typeface="Alexandria" pitchFamily="2" charset="-78"/>
                <a:cs typeface="Alexandria" pitchFamily="2" charset="-78"/>
                <a:sym typeface="Alexandria Medium"/>
              </a:rPr>
              <a:t>hóa</a:t>
            </a:r>
            <a:r>
              <a:rPr kumimoji="0" lang="vi-VN" sz="2000" b="1" i="0" u="none" strike="noStrike" kern="0" cap="none" spc="0" normalizeH="0" baseline="0" noProof="0" dirty="0">
                <a:ln>
                  <a:noFill/>
                </a:ln>
                <a:solidFill>
                  <a:srgbClr val="15110E"/>
                </a:solidFill>
                <a:effectLst/>
                <a:uLnTx/>
                <a:uFillTx/>
                <a:latin typeface="Alexandria" pitchFamily="2" charset="-78"/>
                <a:cs typeface="Alexandria" pitchFamily="2" charset="-78"/>
                <a:sym typeface="Alexandria Medium"/>
              </a:rPr>
              <a:t> </a:t>
            </a:r>
            <a:r>
              <a:rPr kumimoji="0" lang="vi-VN" sz="2000" b="1" i="0" u="none" strike="noStrike" kern="0" cap="none" spc="0" normalizeH="0" baseline="0" noProof="0" dirty="0" err="1">
                <a:ln>
                  <a:noFill/>
                </a:ln>
                <a:solidFill>
                  <a:srgbClr val="15110E"/>
                </a:solidFill>
                <a:effectLst/>
                <a:uLnTx/>
                <a:uFillTx/>
                <a:latin typeface="Alexandria" pitchFamily="2" charset="-78"/>
                <a:cs typeface="Alexandria" pitchFamily="2" charset="-78"/>
                <a:sym typeface="Alexandria Medium"/>
              </a:rPr>
              <a:t>và</a:t>
            </a:r>
            <a:r>
              <a:rPr kumimoji="0" lang="vi-VN" sz="2000" b="1" i="0" u="none" strike="noStrike" kern="0" cap="none" spc="0" normalizeH="0" baseline="0" noProof="0" dirty="0">
                <a:ln>
                  <a:noFill/>
                </a:ln>
                <a:solidFill>
                  <a:srgbClr val="15110E"/>
                </a:solidFill>
                <a:effectLst/>
                <a:uLnTx/>
                <a:uFillTx/>
                <a:latin typeface="Alexandria" pitchFamily="2" charset="-78"/>
                <a:cs typeface="Alexandria" pitchFamily="2" charset="-78"/>
                <a:sym typeface="Alexandria Medium"/>
              </a:rPr>
              <a:t> </a:t>
            </a:r>
            <a:r>
              <a:rPr kumimoji="0" lang="vi-VN" sz="2000" b="1" i="0" u="none" strike="noStrike" kern="0" cap="none" spc="0" normalizeH="0" baseline="0" noProof="0" dirty="0" err="1">
                <a:ln>
                  <a:noFill/>
                </a:ln>
                <a:solidFill>
                  <a:srgbClr val="15110E"/>
                </a:solidFill>
                <a:effectLst/>
                <a:uLnTx/>
                <a:uFillTx/>
                <a:latin typeface="Alexandria" pitchFamily="2" charset="-78"/>
                <a:cs typeface="Alexandria" pitchFamily="2" charset="-78"/>
                <a:sym typeface="Alexandria Medium"/>
              </a:rPr>
              <a:t>độ</a:t>
            </a:r>
            <a:r>
              <a:rPr kumimoji="0" lang="vi-VN" sz="2000" b="1" i="0" u="none" strike="noStrike" kern="0" cap="none" spc="0" normalizeH="0" baseline="0" noProof="0" dirty="0">
                <a:ln>
                  <a:noFill/>
                </a:ln>
                <a:solidFill>
                  <a:srgbClr val="15110E"/>
                </a:solidFill>
                <a:effectLst/>
                <a:uLnTx/>
                <a:uFillTx/>
                <a:latin typeface="Alexandria" pitchFamily="2" charset="-78"/>
                <a:cs typeface="Alexandria" pitchFamily="2" charset="-78"/>
                <a:sym typeface="Alexandria Medium"/>
              </a:rPr>
              <a:t> tương </a:t>
            </a:r>
            <a:r>
              <a:rPr kumimoji="0" lang="vi-VN" sz="2000" b="1" i="0" u="none" strike="noStrike" kern="0" cap="none" spc="0" normalizeH="0" baseline="0" noProof="0" dirty="0" err="1">
                <a:ln>
                  <a:noFill/>
                </a:ln>
                <a:solidFill>
                  <a:srgbClr val="15110E"/>
                </a:solidFill>
                <a:effectLst/>
                <a:uLnTx/>
                <a:uFillTx/>
                <a:latin typeface="Alexandria" pitchFamily="2" charset="-78"/>
                <a:cs typeface="Alexandria" pitchFamily="2" charset="-78"/>
                <a:sym typeface="Alexandria Medium"/>
              </a:rPr>
              <a:t>đồng</a:t>
            </a:r>
            <a:r>
              <a:rPr kumimoji="0" lang="vi-VN" sz="2000" b="1" i="0" u="none" strike="noStrike" kern="0" cap="none" spc="0" normalizeH="0" baseline="0" noProof="0" dirty="0">
                <a:ln>
                  <a:noFill/>
                </a:ln>
                <a:solidFill>
                  <a:srgbClr val="15110E"/>
                </a:solidFill>
                <a:effectLst/>
                <a:uLnTx/>
                <a:uFillTx/>
                <a:latin typeface="Alexandria" pitchFamily="2" charset="-78"/>
                <a:cs typeface="Alexandria" pitchFamily="2" charset="-78"/>
                <a:sym typeface="Alexandria Medium"/>
              </a:rPr>
              <a:t> </a:t>
            </a:r>
            <a:r>
              <a:rPr kumimoji="0" lang="vi-VN" sz="2000" b="1" i="0" u="none" strike="noStrike" kern="0" cap="none" spc="0" normalizeH="0" baseline="0" noProof="0" dirty="0" err="1">
                <a:ln>
                  <a:noFill/>
                </a:ln>
                <a:solidFill>
                  <a:srgbClr val="15110E"/>
                </a:solidFill>
                <a:effectLst/>
                <a:uLnTx/>
                <a:uFillTx/>
                <a:latin typeface="Alexandria" pitchFamily="2" charset="-78"/>
                <a:cs typeface="Alexandria" pitchFamily="2" charset="-78"/>
                <a:sym typeface="Alexandria Medium"/>
              </a:rPr>
              <a:t>cosine</a:t>
            </a:r>
            <a:endParaRPr kumimoji="0" lang="en-US" sz="2000" b="1" i="0" u="none" strike="noStrike" kern="0" cap="none" spc="0" normalizeH="0" baseline="0" noProof="0" dirty="0">
              <a:ln>
                <a:noFill/>
              </a:ln>
              <a:solidFill>
                <a:srgbClr val="15110E"/>
              </a:solidFill>
              <a:effectLst/>
              <a:uLnTx/>
              <a:uFillTx/>
              <a:latin typeface="Alexandria" pitchFamily="2" charset="-78"/>
              <a:cs typeface="Alexandria" pitchFamily="2" charset="-78"/>
              <a:sym typeface="Alexandria Medium"/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Google Shape;228;p38">
                <a:extLst>
                  <a:ext uri="{FF2B5EF4-FFF2-40B4-BE49-F238E27FC236}">
                    <a16:creationId xmlns:a16="http://schemas.microsoft.com/office/drawing/2014/main" id="{4D2D81AE-ACD0-456D-8552-4C88B2E67EE8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439480" y="843318"/>
                <a:ext cx="5309190" cy="3799566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91425" rIns="91425" bIns="91425" anchor="t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</a:defPPr>
                <a:lvl1pPr marL="457200" marR="0" lvl="0" indent="-30480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1200"/>
                  <a:buFont typeface="Albert Sans"/>
                  <a:buChar char="●"/>
                  <a:defRPr sz="1400" b="0" i="0" u="none" strike="noStrike" cap="none">
                    <a:solidFill>
                      <a:schemeClr val="dk1"/>
                    </a:solidFill>
                    <a:latin typeface="Albert Sans"/>
                    <a:ea typeface="Albert Sans"/>
                    <a:cs typeface="Albert Sans"/>
                    <a:sym typeface="Albert Sans"/>
                  </a:defRPr>
                </a:lvl1pPr>
                <a:lvl2pPr marL="914400" marR="0" lvl="1" indent="-30480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1200"/>
                  <a:buFont typeface="Albert Sans"/>
                  <a:buChar char="○"/>
                  <a:defRPr sz="1200" b="0" i="0" u="none" strike="noStrike" cap="none">
                    <a:solidFill>
                      <a:schemeClr val="dk1"/>
                    </a:solidFill>
                    <a:latin typeface="Albert Sans"/>
                    <a:ea typeface="Albert Sans"/>
                    <a:cs typeface="Albert Sans"/>
                    <a:sym typeface="Albert Sans"/>
                  </a:defRPr>
                </a:lvl2pPr>
                <a:lvl3pPr marL="1371600" marR="0" lvl="2" indent="-30480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1200"/>
                  <a:buFont typeface="Albert Sans"/>
                  <a:buChar char="■"/>
                  <a:defRPr sz="1200" b="0" i="0" u="none" strike="noStrike" cap="none">
                    <a:solidFill>
                      <a:schemeClr val="dk1"/>
                    </a:solidFill>
                    <a:latin typeface="Albert Sans"/>
                    <a:ea typeface="Albert Sans"/>
                    <a:cs typeface="Albert Sans"/>
                    <a:sym typeface="Albert Sans"/>
                  </a:defRPr>
                </a:lvl3pPr>
                <a:lvl4pPr marL="1828800" marR="0" lvl="3" indent="-30480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1200"/>
                  <a:buFont typeface="Albert Sans"/>
                  <a:buChar char="●"/>
                  <a:defRPr sz="1200" b="0" i="0" u="none" strike="noStrike" cap="none">
                    <a:solidFill>
                      <a:schemeClr val="dk1"/>
                    </a:solidFill>
                    <a:latin typeface="Albert Sans"/>
                    <a:ea typeface="Albert Sans"/>
                    <a:cs typeface="Albert Sans"/>
                    <a:sym typeface="Albert Sans"/>
                  </a:defRPr>
                </a:lvl4pPr>
                <a:lvl5pPr marL="2286000" marR="0" lvl="4" indent="-30480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1200"/>
                  <a:buFont typeface="Albert Sans"/>
                  <a:buChar char="○"/>
                  <a:defRPr sz="1200" b="0" i="0" u="none" strike="noStrike" cap="none">
                    <a:solidFill>
                      <a:schemeClr val="dk1"/>
                    </a:solidFill>
                    <a:latin typeface="Albert Sans"/>
                    <a:ea typeface="Albert Sans"/>
                    <a:cs typeface="Albert Sans"/>
                    <a:sym typeface="Albert Sans"/>
                  </a:defRPr>
                </a:lvl5pPr>
                <a:lvl6pPr marL="2743200" marR="0" lvl="5" indent="-30480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1200"/>
                  <a:buFont typeface="Albert Sans"/>
                  <a:buChar char="■"/>
                  <a:defRPr sz="1200" b="0" i="0" u="none" strike="noStrike" cap="none">
                    <a:solidFill>
                      <a:schemeClr val="dk1"/>
                    </a:solidFill>
                    <a:latin typeface="Albert Sans"/>
                    <a:ea typeface="Albert Sans"/>
                    <a:cs typeface="Albert Sans"/>
                    <a:sym typeface="Albert Sans"/>
                  </a:defRPr>
                </a:lvl6pPr>
                <a:lvl7pPr marL="3200400" marR="0" lvl="6" indent="-30480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1200"/>
                  <a:buFont typeface="Albert Sans"/>
                  <a:buChar char="●"/>
                  <a:defRPr sz="1200" b="0" i="0" u="none" strike="noStrike" cap="none">
                    <a:solidFill>
                      <a:schemeClr val="dk1"/>
                    </a:solidFill>
                    <a:latin typeface="Albert Sans"/>
                    <a:ea typeface="Albert Sans"/>
                    <a:cs typeface="Albert Sans"/>
                    <a:sym typeface="Albert Sans"/>
                  </a:defRPr>
                </a:lvl7pPr>
                <a:lvl8pPr marL="3657600" marR="0" lvl="7" indent="-30480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1200"/>
                  <a:buFont typeface="Albert Sans"/>
                  <a:buChar char="○"/>
                  <a:defRPr sz="1200" b="0" i="0" u="none" strike="noStrike" cap="none">
                    <a:solidFill>
                      <a:schemeClr val="dk1"/>
                    </a:solidFill>
                    <a:latin typeface="Albert Sans"/>
                    <a:ea typeface="Albert Sans"/>
                    <a:cs typeface="Albert Sans"/>
                    <a:sym typeface="Albert Sans"/>
                  </a:defRPr>
                </a:lvl8pPr>
                <a:lvl9pPr marL="4114800" marR="0" lvl="8" indent="-30480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1200"/>
                  <a:buFont typeface="Albert Sans"/>
                  <a:buChar char="■"/>
                  <a:defRPr sz="1200" b="0" i="0" u="none" strike="noStrike" cap="none">
                    <a:solidFill>
                      <a:schemeClr val="dk1"/>
                    </a:solidFill>
                    <a:latin typeface="Albert Sans"/>
                    <a:ea typeface="Albert Sans"/>
                    <a:cs typeface="Albert Sans"/>
                    <a:sym typeface="Albert Sans"/>
                  </a:defRPr>
                </a:lvl9pPr>
              </a:lstStyle>
              <a:p>
                <a:pPr marL="285750" indent="-285750">
                  <a:lnSpc>
                    <a:spcPct val="200000"/>
                  </a:lnSpc>
                </a:pPr>
                <a:r>
                  <a:rPr lang="vi-VN" kern="0" dirty="0">
                    <a:latin typeface="Alexandria" panose="020B0604020202020204" charset="-78"/>
                    <a:cs typeface="Alexandria" panose="020B0604020202020204" charset="-78"/>
                  </a:rPr>
                  <a:t>Mỗi </a:t>
                </a:r>
                <a:r>
                  <a:rPr lang="vi-VN" kern="0" dirty="0" err="1">
                    <a:latin typeface="Alexandria" panose="020B0604020202020204" charset="-78"/>
                    <a:cs typeface="Alexandria" panose="020B0604020202020204" charset="-78"/>
                  </a:rPr>
                  <a:t>sản</a:t>
                </a:r>
                <a:r>
                  <a:rPr lang="vi-VN" kern="0" dirty="0">
                    <a:latin typeface="Alexandria" panose="020B0604020202020204" charset="-78"/>
                    <a:cs typeface="Alexandria" panose="020B0604020202020204" charset="-78"/>
                  </a:rPr>
                  <a:t> </a:t>
                </a:r>
                <a:r>
                  <a:rPr lang="vi-VN" kern="0" dirty="0" err="1">
                    <a:latin typeface="Alexandria" panose="020B0604020202020204" charset="-78"/>
                    <a:cs typeface="Alexandria" panose="020B0604020202020204" charset="-78"/>
                  </a:rPr>
                  <a:t>phẩm</a:t>
                </a:r>
                <a:r>
                  <a:rPr lang="vi-VN" kern="0" dirty="0">
                    <a:latin typeface="Alexandria" panose="020B0604020202020204" charset="-78"/>
                    <a:cs typeface="Alexandria" panose="020B0604020202020204" charset="-78"/>
                  </a:rPr>
                  <a:t> = 1 </a:t>
                </a:r>
                <a:r>
                  <a:rPr lang="vi-VN" kern="0" dirty="0" err="1">
                    <a:latin typeface="Alexandria" panose="020B0604020202020204" charset="-78"/>
                    <a:cs typeface="Alexandria" panose="020B0604020202020204" charset="-78"/>
                  </a:rPr>
                  <a:t>vector</a:t>
                </a:r>
                <a:r>
                  <a:rPr lang="vi-VN" kern="0" dirty="0">
                    <a:latin typeface="Alexandria" panose="020B0604020202020204" charset="-78"/>
                    <a:cs typeface="Alexandria" panose="020B0604020202020204" charset="-78"/>
                  </a:rPr>
                  <a:t> </a:t>
                </a:r>
                <a:r>
                  <a:rPr lang="vi-VN" kern="0" dirty="0" err="1">
                    <a:latin typeface="Alexandria" panose="020B0604020202020204" charset="-78"/>
                    <a:cs typeface="Alexandria" panose="020B0604020202020204" charset="-78"/>
                  </a:rPr>
                  <a:t>nhị</a:t>
                </a:r>
                <a:r>
                  <a:rPr lang="vi-VN" kern="0" dirty="0">
                    <a:latin typeface="Alexandria" panose="020B0604020202020204" charset="-78"/>
                    <a:cs typeface="Alexandria" panose="020B0604020202020204" charset="-78"/>
                  </a:rPr>
                  <a:t> phân (0/1) theo </a:t>
                </a:r>
                <a:r>
                  <a:rPr lang="vi-VN" kern="0" dirty="0" err="1">
                    <a:latin typeface="Alexandria" panose="020B0604020202020204" charset="-78"/>
                    <a:cs typeface="Alexandria" panose="020B0604020202020204" charset="-78"/>
                  </a:rPr>
                  <a:t>hóa</a:t>
                </a:r>
                <a:r>
                  <a:rPr lang="vi-VN" kern="0" dirty="0">
                    <a:latin typeface="Alexandria" panose="020B0604020202020204" charset="-78"/>
                    <a:cs typeface="Alexandria" panose="020B0604020202020204" charset="-78"/>
                  </a:rPr>
                  <a:t> đơn (</a:t>
                </a:r>
                <a:r>
                  <a:rPr lang="vi-VN" kern="0" dirty="0" err="1">
                    <a:latin typeface="Alexandria" panose="020B0604020202020204" charset="-78"/>
                    <a:cs typeface="Alexandria" panose="020B0604020202020204" charset="-78"/>
                  </a:rPr>
                  <a:t>item-invoice</a:t>
                </a:r>
                <a:r>
                  <a:rPr lang="vi-VN" kern="0" dirty="0">
                    <a:latin typeface="Alexandria" panose="020B0604020202020204" charset="-78"/>
                    <a:cs typeface="Alexandria" panose="020B0604020202020204" charset="-78"/>
                  </a:rPr>
                  <a:t>) </a:t>
                </a:r>
                <a:r>
                  <a:rPr lang="vi-VN" kern="0" dirty="0" err="1">
                    <a:latin typeface="Alexandria" panose="020B0604020202020204" charset="-78"/>
                    <a:cs typeface="Alexandria" panose="020B0604020202020204" charset="-78"/>
                  </a:rPr>
                  <a:t>hoặc</a:t>
                </a:r>
                <a:r>
                  <a:rPr lang="vi-VN" kern="0" dirty="0">
                    <a:latin typeface="Alexandria" panose="020B0604020202020204" charset="-78"/>
                    <a:cs typeface="Alexandria" panose="020B0604020202020204" charset="-78"/>
                  </a:rPr>
                  <a:t> theo </a:t>
                </a:r>
                <a:r>
                  <a:rPr lang="vi-VN" kern="0" dirty="0" err="1">
                    <a:latin typeface="Alexandria" panose="020B0604020202020204" charset="-78"/>
                    <a:cs typeface="Alexandria" panose="020B0604020202020204" charset="-78"/>
                  </a:rPr>
                  <a:t>khách</a:t>
                </a:r>
                <a:r>
                  <a:rPr lang="vi-VN" kern="0" dirty="0">
                    <a:latin typeface="Alexandria" panose="020B0604020202020204" charset="-78"/>
                    <a:cs typeface="Alexandria" panose="020B0604020202020204" charset="-78"/>
                  </a:rPr>
                  <a:t> </a:t>
                </a:r>
                <a:r>
                  <a:rPr lang="vi-VN" kern="0" dirty="0" err="1">
                    <a:latin typeface="Alexandria" panose="020B0604020202020204" charset="-78"/>
                    <a:cs typeface="Alexandria" panose="020B0604020202020204" charset="-78"/>
                  </a:rPr>
                  <a:t>hàng</a:t>
                </a:r>
                <a:r>
                  <a:rPr lang="vi-VN" kern="0" dirty="0">
                    <a:latin typeface="Alexandria" panose="020B0604020202020204" charset="-78"/>
                    <a:cs typeface="Alexandria" panose="020B0604020202020204" charset="-78"/>
                  </a:rPr>
                  <a:t> (</a:t>
                </a:r>
                <a:r>
                  <a:rPr lang="vi-VN" kern="0" dirty="0" err="1">
                    <a:latin typeface="Alexandria" panose="020B0604020202020204" charset="-78"/>
                    <a:cs typeface="Alexandria" panose="020B0604020202020204" charset="-78"/>
                  </a:rPr>
                  <a:t>item-customer</a:t>
                </a:r>
                <a:r>
                  <a:rPr lang="vi-VN" kern="0" dirty="0">
                    <a:latin typeface="Alexandria" panose="020B0604020202020204" charset="-78"/>
                    <a:cs typeface="Alexandria" panose="020B0604020202020204" charset="-78"/>
                  </a:rPr>
                  <a:t>)</a:t>
                </a:r>
                <a:endParaRPr lang="en-US" kern="0" dirty="0">
                  <a:latin typeface="Alexandria" panose="020B0604020202020204" charset="-78"/>
                  <a:cs typeface="Alexandria" panose="020B0604020202020204" charset="-78"/>
                </a:endParaRPr>
              </a:p>
              <a:p>
                <a:pPr marL="285750" indent="-285750">
                  <a:lnSpc>
                    <a:spcPct val="150000"/>
                  </a:lnSpc>
                </a:pPr>
                <a:r>
                  <a:rPr lang="vi-VN" kern="0" dirty="0">
                    <a:latin typeface="Alexandria" panose="020B0604020202020204" charset="-78"/>
                    <a:cs typeface="Alexandria" panose="020B0604020202020204" charset="-78"/>
                  </a:rPr>
                  <a:t>Công </a:t>
                </a:r>
                <a:r>
                  <a:rPr lang="vi-VN" kern="0" dirty="0" err="1">
                    <a:latin typeface="Alexandria" panose="020B0604020202020204" charset="-78"/>
                    <a:cs typeface="Alexandria" panose="020B0604020202020204" charset="-78"/>
                  </a:rPr>
                  <a:t>thức</a:t>
                </a:r>
                <a:r>
                  <a:rPr lang="vi-VN" kern="0" dirty="0">
                    <a:latin typeface="Alexandria" panose="020B0604020202020204" charset="-78"/>
                    <a:cs typeface="Alexandria" panose="020B0604020202020204" charset="-78"/>
                  </a:rPr>
                  <a:t>: </a:t>
                </a:r>
                <a14:m>
                  <m:oMath xmlns:m="http://schemas.openxmlformats.org/officeDocument/2006/math">
                    <m:func>
                      <m:funcPr>
                        <m:ctrlPr>
                          <a:rPr lang="vi-VN" i="1" kern="0" dirty="0" smtClean="0">
                            <a:latin typeface="Cambria Math" panose="02040503050406030204" pitchFamily="18" charset="0"/>
                            <a:cs typeface="Alexandria" panose="020B0604020202020204" charset="-78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vi-VN" i="0" kern="0" dirty="0" smtClean="0">
                            <a:latin typeface="Cambria Math" panose="02040503050406030204" pitchFamily="18" charset="0"/>
                            <a:cs typeface="Alexandria" panose="020B0604020202020204" charset="-78"/>
                          </a:rPr>
                          <m:t>cos</m:t>
                        </m:r>
                      </m:fName>
                      <m:e>
                        <m:r>
                          <a:rPr lang="en-US" b="0" i="1" kern="0" dirty="0" smtClean="0">
                            <a:latin typeface="Cambria Math" panose="02040503050406030204" pitchFamily="18" charset="0"/>
                            <a:cs typeface="Alexandria" panose="020B0604020202020204" charset="-78"/>
                          </a:rPr>
                          <m:t>(</m:t>
                        </m:r>
                        <m:r>
                          <a:rPr lang="en-US" b="0" i="1" kern="0" dirty="0" smtClean="0">
                            <a:latin typeface="Cambria Math" panose="02040503050406030204" pitchFamily="18" charset="0"/>
                            <a:cs typeface="Alexandria" panose="020B0604020202020204" charset="-78"/>
                          </a:rPr>
                          <m:t>𝐴</m:t>
                        </m:r>
                        <m:r>
                          <a:rPr lang="en-US" b="0" i="1" kern="0" dirty="0" smtClean="0">
                            <a:latin typeface="Cambria Math" panose="02040503050406030204" pitchFamily="18" charset="0"/>
                            <a:cs typeface="Alexandria" panose="020B0604020202020204" charset="-78"/>
                          </a:rPr>
                          <m:t>,</m:t>
                        </m:r>
                        <m:r>
                          <a:rPr lang="en-US" b="0" i="1" kern="0" dirty="0" smtClean="0">
                            <a:latin typeface="Cambria Math" panose="02040503050406030204" pitchFamily="18" charset="0"/>
                            <a:cs typeface="Alexandria" panose="020B0604020202020204" charset="-78"/>
                          </a:rPr>
                          <m:t>𝐵</m:t>
                        </m:r>
                        <m:r>
                          <a:rPr lang="en-US" b="0" i="1" kern="0" dirty="0" smtClean="0">
                            <a:latin typeface="Cambria Math" panose="02040503050406030204" pitchFamily="18" charset="0"/>
                            <a:cs typeface="Alexandria" panose="020B0604020202020204" charset="-78"/>
                          </a:rPr>
                          <m:t>)</m:t>
                        </m:r>
                      </m:e>
                    </m:func>
                  </m:oMath>
                </a14:m>
                <a:r>
                  <a:rPr lang="vi-VN" kern="0" dirty="0">
                    <a:latin typeface="Alexandria" panose="020B0604020202020204" charset="-78"/>
                    <a:cs typeface="Alexandria" panose="020B0604020202020204" charset="-78"/>
                  </a:rPr>
                  <a:t> =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vi-VN" sz="2000" i="1" kern="0" dirty="0" smtClean="0">
                            <a:latin typeface="Cambria Math" panose="02040503050406030204" pitchFamily="18" charset="0"/>
                            <a:cs typeface="Alexandria" panose="020B0604020202020204" charset="-78"/>
                          </a:rPr>
                        </m:ctrlPr>
                      </m:fPr>
                      <m:num>
                        <m:r>
                          <a:rPr lang="en-US" sz="2000" b="0" i="1" kern="0" dirty="0" smtClean="0">
                            <a:latin typeface="Cambria Math" panose="02040503050406030204" pitchFamily="18" charset="0"/>
                            <a:cs typeface="Alexandria" panose="020B0604020202020204" charset="-78"/>
                          </a:rPr>
                          <m:t>𝐴</m:t>
                        </m:r>
                        <m:r>
                          <a:rPr lang="en-US" sz="2000" b="0" i="1" kern="0" dirty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Alexandria" panose="020B0604020202020204" charset="-78"/>
                          </a:rPr>
                          <m:t>∙</m:t>
                        </m:r>
                        <m:r>
                          <a:rPr lang="en-US" sz="2000" b="0" i="1" kern="0" dirty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Alexandria" panose="020B0604020202020204" charset="-78"/>
                          </a:rPr>
                          <m:t>𝐵</m:t>
                        </m:r>
                      </m:num>
                      <m:den>
                        <m:d>
                          <m:dPr>
                            <m:begChr m:val="‖"/>
                            <m:endChr m:val="‖"/>
                            <m:ctrlPr>
                              <a:rPr lang="vi-VN" sz="2000" i="1" kern="0" dirty="0">
                                <a:latin typeface="Cambria Math" panose="02040503050406030204" pitchFamily="18" charset="0"/>
                                <a:cs typeface="Alexandria" panose="020B0604020202020204" charset="-78"/>
                              </a:rPr>
                            </m:ctrlPr>
                          </m:dPr>
                          <m:e>
                            <m:r>
                              <a:rPr lang="vi-VN" sz="2000" i="1" kern="0" dirty="0">
                                <a:latin typeface="Cambria Math" panose="02040503050406030204" pitchFamily="18" charset="0"/>
                                <a:cs typeface="Alexandria" panose="020B0604020202020204" charset="-78"/>
                              </a:rPr>
                              <m:t>𝐴</m:t>
                            </m:r>
                          </m:e>
                        </m:d>
                        <m:r>
                          <a:rPr lang="vi-VN" sz="2000" i="1" kern="0" dirty="0">
                            <a:latin typeface="Cambria Math" panose="02040503050406030204" pitchFamily="18" charset="0"/>
                            <a:cs typeface="Alexandria" panose="020B0604020202020204" charset="-78"/>
                          </a:rPr>
                          <m:t>×</m:t>
                        </m:r>
                        <m:d>
                          <m:dPr>
                            <m:begChr m:val="‖"/>
                            <m:endChr m:val="‖"/>
                            <m:ctrlPr>
                              <a:rPr lang="vi-VN" sz="2000" i="1" kern="0" dirty="0">
                                <a:latin typeface="Cambria Math" panose="02040503050406030204" pitchFamily="18" charset="0"/>
                                <a:cs typeface="Alexandria" panose="020B0604020202020204" charset="-78"/>
                              </a:rPr>
                            </m:ctrlPr>
                          </m:dPr>
                          <m:e>
                            <m:r>
                              <a:rPr lang="vi-VN" sz="2000" i="1" kern="0" dirty="0">
                                <a:latin typeface="Cambria Math" panose="02040503050406030204" pitchFamily="18" charset="0"/>
                                <a:cs typeface="Alexandria" panose="020B0604020202020204" charset="-78"/>
                              </a:rPr>
                              <m:t>𝐵</m:t>
                            </m:r>
                          </m:e>
                        </m:d>
                      </m:den>
                    </m:f>
                  </m:oMath>
                </a14:m>
                <a:r>
                  <a:rPr lang="vi-VN" kern="0" dirty="0">
                    <a:latin typeface="Alexandria" panose="020B0604020202020204" charset="-78"/>
                    <a:cs typeface="Alexandria" panose="020B0604020202020204" charset="-78"/>
                  </a:rPr>
                  <a:t> </a:t>
                </a:r>
                <a:r>
                  <a:rPr lang="en-US" kern="0" dirty="0">
                    <a:latin typeface="Alexandria" panose="020B0604020202020204" charset="-78"/>
                    <a:cs typeface="Alexandria" panose="020B0604020202020204" charset="-78"/>
                  </a:rPr>
                  <a:t>  </a:t>
                </a:r>
                <a:r>
                  <a:rPr lang="vi-VN" kern="0" dirty="0">
                    <a:latin typeface="Alexandria" panose="020B0604020202020204" charset="-78"/>
                    <a:cs typeface="Alexandria" panose="020B0604020202020204" charset="-78"/>
                  </a:rPr>
                  <a:t>giá </a:t>
                </a:r>
                <a:r>
                  <a:rPr lang="vi-VN" kern="0" dirty="0" err="1">
                    <a:latin typeface="Alexandria" panose="020B0604020202020204" charset="-78"/>
                    <a:cs typeface="Alexandria" panose="020B0604020202020204" charset="-78"/>
                  </a:rPr>
                  <a:t>trị</a:t>
                </a:r>
                <a:r>
                  <a:rPr lang="vi-VN" kern="0" dirty="0">
                    <a:latin typeface="Alexandria" panose="020B0604020202020204" charset="-78"/>
                    <a:cs typeface="Alexandria" panose="020B0604020202020204" charset="-78"/>
                  </a:rPr>
                  <a:t> </a:t>
                </a:r>
                <a:r>
                  <a:rPr lang="vi-VN" kern="0" dirty="0" err="1">
                    <a:latin typeface="Alexandria" panose="020B0604020202020204" charset="-78"/>
                    <a:cs typeface="Alexandria" panose="020B0604020202020204" charset="-78"/>
                  </a:rPr>
                  <a:t>từ</a:t>
                </a:r>
                <a:r>
                  <a:rPr lang="vi-VN" kern="0" dirty="0">
                    <a:latin typeface="Alexandria" panose="020B0604020202020204" charset="-78"/>
                    <a:cs typeface="Alexandria" panose="020B0604020202020204" charset="-78"/>
                  </a:rPr>
                  <a:t> 0 </a:t>
                </a:r>
                <a:r>
                  <a:rPr lang="vi-VN" kern="0" dirty="0" err="1">
                    <a:latin typeface="Alexandria" panose="020B0604020202020204" charset="-78"/>
                    <a:cs typeface="Alexandria" panose="020B0604020202020204" charset="-78"/>
                  </a:rPr>
                  <a:t>đến</a:t>
                </a:r>
                <a:r>
                  <a:rPr lang="vi-VN" kern="0" dirty="0">
                    <a:latin typeface="Alexandria" panose="020B0604020202020204" charset="-78"/>
                    <a:cs typeface="Alexandria" panose="020B0604020202020204" charset="-78"/>
                  </a:rPr>
                  <a:t> 1</a:t>
                </a:r>
                <a:endParaRPr lang="en-US" kern="0" dirty="0">
                  <a:latin typeface="Alexandria" panose="020B0604020202020204" charset="-78"/>
                  <a:cs typeface="Alexandria" panose="020B0604020202020204" charset="-78"/>
                </a:endParaRPr>
              </a:p>
              <a:p>
                <a:pPr marL="285750" indent="-285750">
                  <a:lnSpc>
                    <a:spcPct val="200000"/>
                  </a:lnSpc>
                </a:pPr>
                <a:r>
                  <a:rPr lang="vi-VN" kern="0" dirty="0" err="1">
                    <a:latin typeface="Alexandria" panose="020B0604020202020204" charset="-78"/>
                    <a:cs typeface="Alexandria" panose="020B0604020202020204" charset="-78"/>
                  </a:rPr>
                  <a:t>Giấu</a:t>
                </a:r>
                <a:r>
                  <a:rPr lang="vi-VN" kern="0" dirty="0">
                    <a:latin typeface="Alexandria" panose="020B0604020202020204" charset="-78"/>
                    <a:cs typeface="Alexandria" panose="020B0604020202020204" charset="-78"/>
                  </a:rPr>
                  <a:t> 1 </a:t>
                </a:r>
                <a:r>
                  <a:rPr lang="vi-VN" kern="0" dirty="0" err="1">
                    <a:latin typeface="Alexandria" panose="020B0604020202020204" charset="-78"/>
                    <a:cs typeface="Alexandria" panose="020B0604020202020204" charset="-78"/>
                  </a:rPr>
                  <a:t>sản</a:t>
                </a:r>
                <a:r>
                  <a:rPr lang="vi-VN" kern="0" dirty="0">
                    <a:latin typeface="Alexandria" panose="020B0604020202020204" charset="-78"/>
                    <a:cs typeface="Alexandria" panose="020B0604020202020204" charset="-78"/>
                  </a:rPr>
                  <a:t> </a:t>
                </a:r>
                <a:r>
                  <a:rPr lang="vi-VN" kern="0" dirty="0" err="1">
                    <a:latin typeface="Alexandria" panose="020B0604020202020204" charset="-78"/>
                    <a:cs typeface="Alexandria" panose="020B0604020202020204" charset="-78"/>
                  </a:rPr>
                  <a:t>phẩm</a:t>
                </a:r>
                <a:r>
                  <a:rPr lang="vi-VN" kern="0" dirty="0">
                    <a:latin typeface="Alexandria" panose="020B0604020202020204" charset="-78"/>
                    <a:cs typeface="Alexandria" panose="020B0604020202020204" charset="-78"/>
                  </a:rPr>
                  <a:t> trong </a:t>
                </a:r>
                <a:r>
                  <a:rPr lang="vi-VN" kern="0" dirty="0" err="1">
                    <a:latin typeface="Alexandria" panose="020B0604020202020204" charset="-78"/>
                    <a:cs typeface="Alexandria" panose="020B0604020202020204" charset="-78"/>
                  </a:rPr>
                  <a:t>giỏ</a:t>
                </a:r>
                <a:r>
                  <a:rPr lang="vi-VN" kern="0" dirty="0">
                    <a:latin typeface="Alexandria" panose="020B0604020202020204" charset="-78"/>
                    <a:cs typeface="Alexandria" panose="020B0604020202020204" charset="-78"/>
                  </a:rPr>
                  <a:t> </a:t>
                </a:r>
                <a:r>
                  <a:rPr lang="vi-VN" kern="0" dirty="0" err="1">
                    <a:latin typeface="Alexandria" panose="020B0604020202020204" charset="-78"/>
                    <a:cs typeface="Alexandria" panose="020B0604020202020204" charset="-78"/>
                  </a:rPr>
                  <a:t>hàng</a:t>
                </a:r>
                <a:r>
                  <a:rPr lang="vi-VN" kern="0" dirty="0">
                    <a:latin typeface="Alexandria" panose="020B0604020202020204" charset="-78"/>
                    <a:cs typeface="Alexandria" panose="020B0604020202020204" charset="-78"/>
                  </a:rPr>
                  <a:t> → </a:t>
                </a:r>
                <a:r>
                  <a:rPr lang="vi-VN" kern="0" dirty="0" err="1">
                    <a:latin typeface="Alexandria" panose="020B0604020202020204" charset="-78"/>
                    <a:cs typeface="Alexandria" panose="020B0604020202020204" charset="-78"/>
                  </a:rPr>
                  <a:t>dùng</a:t>
                </a:r>
                <a:r>
                  <a:rPr lang="vi-VN" kern="0" dirty="0">
                    <a:latin typeface="Alexandria" panose="020B0604020202020204" charset="-78"/>
                    <a:cs typeface="Alexandria" panose="020B0604020202020204" charset="-78"/>
                  </a:rPr>
                  <a:t> </a:t>
                </a:r>
                <a:r>
                  <a:rPr lang="vi-VN" kern="0" dirty="0" err="1">
                    <a:latin typeface="Alexandria" panose="020B0604020202020204" charset="-78"/>
                    <a:cs typeface="Alexandria" panose="020B0604020202020204" charset="-78"/>
                  </a:rPr>
                  <a:t>các</a:t>
                </a:r>
                <a:r>
                  <a:rPr lang="vi-VN" kern="0" dirty="0">
                    <a:latin typeface="Alexandria" panose="020B0604020202020204" charset="-78"/>
                    <a:cs typeface="Alexandria" panose="020B0604020202020204" charset="-78"/>
                  </a:rPr>
                  <a:t> </a:t>
                </a:r>
                <a:r>
                  <a:rPr lang="vi-VN" kern="0" dirty="0" err="1">
                    <a:latin typeface="Alexandria" panose="020B0604020202020204" charset="-78"/>
                    <a:cs typeface="Alexandria" panose="020B0604020202020204" charset="-78"/>
                  </a:rPr>
                  <a:t>sản</a:t>
                </a:r>
                <a:r>
                  <a:rPr lang="vi-VN" kern="0" dirty="0">
                    <a:latin typeface="Alexandria" panose="020B0604020202020204" charset="-78"/>
                    <a:cs typeface="Alexandria" panose="020B0604020202020204" charset="-78"/>
                  </a:rPr>
                  <a:t> </a:t>
                </a:r>
                <a:r>
                  <a:rPr lang="vi-VN" kern="0" dirty="0" err="1">
                    <a:latin typeface="Alexandria" panose="020B0604020202020204" charset="-78"/>
                    <a:cs typeface="Alexandria" panose="020B0604020202020204" charset="-78"/>
                  </a:rPr>
                  <a:t>phẩm</a:t>
                </a:r>
                <a:r>
                  <a:rPr lang="vi-VN" kern="0" dirty="0">
                    <a:latin typeface="Alexandria" panose="020B0604020202020204" charset="-78"/>
                    <a:cs typeface="Alexandria" panose="020B0604020202020204" charset="-78"/>
                  </a:rPr>
                  <a:t> </a:t>
                </a:r>
                <a:r>
                  <a:rPr lang="vi-VN" kern="0" dirty="0" err="1">
                    <a:latin typeface="Alexandria" panose="020B0604020202020204" charset="-78"/>
                    <a:cs typeface="Alexandria" panose="020B0604020202020204" charset="-78"/>
                  </a:rPr>
                  <a:t>còn</a:t>
                </a:r>
                <a:r>
                  <a:rPr lang="vi-VN" kern="0" dirty="0">
                    <a:latin typeface="Alexandria" panose="020B0604020202020204" charset="-78"/>
                    <a:cs typeface="Alexandria" panose="020B0604020202020204" charset="-78"/>
                  </a:rPr>
                  <a:t> </a:t>
                </a:r>
                <a:r>
                  <a:rPr lang="vi-VN" kern="0" dirty="0" err="1">
                    <a:latin typeface="Alexandria" panose="020B0604020202020204" charset="-78"/>
                    <a:cs typeface="Alexandria" panose="020B0604020202020204" charset="-78"/>
                  </a:rPr>
                  <a:t>lại</a:t>
                </a:r>
                <a:r>
                  <a:rPr lang="vi-VN" kern="0" dirty="0">
                    <a:latin typeface="Alexandria" panose="020B0604020202020204" charset="-78"/>
                    <a:cs typeface="Alexandria" panose="020B0604020202020204" charset="-78"/>
                  </a:rPr>
                  <a:t> </a:t>
                </a:r>
                <a:r>
                  <a:rPr lang="vi-VN" kern="0" dirty="0" err="1">
                    <a:latin typeface="Alexandria" panose="020B0604020202020204" charset="-78"/>
                    <a:cs typeface="Alexandria" panose="020B0604020202020204" charset="-78"/>
                  </a:rPr>
                  <a:t>tính</a:t>
                </a:r>
                <a:r>
                  <a:rPr lang="vi-VN" kern="0" dirty="0">
                    <a:latin typeface="Alexandria" panose="020B0604020202020204" charset="-78"/>
                    <a:cs typeface="Alexandria" panose="020B0604020202020204" charset="-78"/>
                  </a:rPr>
                  <a:t> </a:t>
                </a:r>
                <a:r>
                  <a:rPr lang="vi-VN" kern="0" dirty="0" err="1">
                    <a:latin typeface="Alexandria" panose="020B0604020202020204" charset="-78"/>
                    <a:cs typeface="Alexandria" panose="020B0604020202020204" charset="-78"/>
                  </a:rPr>
                  <a:t>điểm</a:t>
                </a:r>
                <a:r>
                  <a:rPr lang="vi-VN" kern="0" dirty="0">
                    <a:latin typeface="Alexandria" panose="020B0604020202020204" charset="-78"/>
                    <a:cs typeface="Alexandria" panose="020B0604020202020204" charset="-78"/>
                  </a:rPr>
                  <a:t> = </a:t>
                </a:r>
                <a:r>
                  <a:rPr lang="vi-VN" kern="0" dirty="0" err="1">
                    <a:latin typeface="Alexandria" panose="020B0604020202020204" charset="-78"/>
                    <a:cs typeface="Alexandria" panose="020B0604020202020204" charset="-78"/>
                  </a:rPr>
                  <a:t>tổng</a:t>
                </a:r>
                <a:r>
                  <a:rPr lang="vi-VN" kern="0" dirty="0">
                    <a:latin typeface="Alexandria" panose="020B0604020202020204" charset="-78"/>
                    <a:cs typeface="Alexandria" panose="020B0604020202020204" charset="-78"/>
                  </a:rPr>
                  <a:t> </a:t>
                </a:r>
                <a:r>
                  <a:rPr lang="vi-VN" kern="0" dirty="0" err="1">
                    <a:latin typeface="Alexandria" panose="020B0604020202020204" charset="-78"/>
                    <a:cs typeface="Alexandria" panose="020B0604020202020204" charset="-78"/>
                  </a:rPr>
                  <a:t>cosine</a:t>
                </a:r>
                <a:r>
                  <a:rPr lang="vi-VN" kern="0" dirty="0">
                    <a:latin typeface="Alexandria" panose="020B0604020202020204" charset="-78"/>
                    <a:cs typeface="Alexandria" panose="020B0604020202020204" charset="-78"/>
                  </a:rPr>
                  <a:t> → </a:t>
                </a:r>
                <a:r>
                  <a:rPr lang="vi-VN" kern="0" dirty="0" err="1">
                    <a:latin typeface="Alexandria" panose="020B0604020202020204" charset="-78"/>
                    <a:cs typeface="Alexandria" panose="020B0604020202020204" charset="-78"/>
                  </a:rPr>
                  <a:t>lấy</a:t>
                </a:r>
                <a:r>
                  <a:rPr lang="vi-VN" kern="0" dirty="0">
                    <a:latin typeface="Alexandria" panose="020B0604020202020204" charset="-78"/>
                    <a:cs typeface="Alexandria" panose="020B0604020202020204" charset="-78"/>
                  </a:rPr>
                  <a:t> </a:t>
                </a:r>
                <a:r>
                  <a:rPr lang="vi-VN" kern="0" dirty="0" err="1">
                    <a:latin typeface="Alexandria" panose="020B0604020202020204" charset="-78"/>
                    <a:cs typeface="Alexandria" panose="020B0604020202020204" charset="-78"/>
                  </a:rPr>
                  <a:t>Top</a:t>
                </a:r>
                <a:r>
                  <a:rPr lang="vi-VN" kern="0" dirty="0">
                    <a:latin typeface="Alexandria" panose="020B0604020202020204" charset="-78"/>
                    <a:cs typeface="Alexandria" panose="020B0604020202020204" charset="-78"/>
                  </a:rPr>
                  <a:t>-K</a:t>
                </a:r>
                <a:endParaRPr lang="en-US" kern="0" dirty="0">
                  <a:latin typeface="Alexandria" panose="020B0604020202020204" charset="-78"/>
                  <a:cs typeface="Alexandria" panose="020B0604020202020204" charset="-78"/>
                </a:endParaRPr>
              </a:p>
              <a:p>
                <a:pPr marL="285750" indent="-285750">
                  <a:lnSpc>
                    <a:spcPct val="200000"/>
                  </a:lnSpc>
                </a:pPr>
                <a:r>
                  <a:rPr lang="vi-VN" kern="0" dirty="0" err="1">
                    <a:latin typeface="Alexandria" panose="020B0604020202020204" charset="-78"/>
                    <a:cs typeface="Alexandria" panose="020B0604020202020204" charset="-78"/>
                  </a:rPr>
                  <a:t>Chống</a:t>
                </a:r>
                <a:r>
                  <a:rPr lang="vi-VN" kern="0" dirty="0">
                    <a:latin typeface="Alexandria" panose="020B0604020202020204" charset="-78"/>
                    <a:cs typeface="Alexandria" panose="020B0604020202020204" charset="-78"/>
                  </a:rPr>
                  <a:t> </a:t>
                </a:r>
                <a:r>
                  <a:rPr lang="vi-VN" kern="0" dirty="0" err="1">
                    <a:latin typeface="Alexandria" panose="020B0604020202020204" charset="-78"/>
                    <a:cs typeface="Alexandria" panose="020B0604020202020204" charset="-78"/>
                  </a:rPr>
                  <a:t>rò</a:t>
                </a:r>
                <a:r>
                  <a:rPr lang="vi-VN" kern="0" dirty="0">
                    <a:latin typeface="Alexandria" panose="020B0604020202020204" charset="-78"/>
                    <a:cs typeface="Alexandria" panose="020B0604020202020204" charset="-78"/>
                  </a:rPr>
                  <a:t> </a:t>
                </a:r>
                <a:r>
                  <a:rPr lang="vi-VN" kern="0" dirty="0" err="1">
                    <a:latin typeface="Alexandria" panose="020B0604020202020204" charset="-78"/>
                    <a:cs typeface="Alexandria" panose="020B0604020202020204" charset="-78"/>
                  </a:rPr>
                  <a:t>rỉ</a:t>
                </a:r>
                <a:r>
                  <a:rPr lang="vi-VN" kern="0" dirty="0">
                    <a:latin typeface="Alexandria" panose="020B0604020202020204" charset="-78"/>
                    <a:cs typeface="Alexandria" panose="020B0604020202020204" charset="-78"/>
                  </a:rPr>
                  <a:t> </a:t>
                </a:r>
                <a:r>
                  <a:rPr lang="vi-VN" kern="0" dirty="0" err="1">
                    <a:latin typeface="Alexandria" panose="020B0604020202020204" charset="-78"/>
                    <a:cs typeface="Alexandria" panose="020B0604020202020204" charset="-78"/>
                  </a:rPr>
                  <a:t>dữ</a:t>
                </a:r>
                <a:r>
                  <a:rPr lang="vi-VN" kern="0" dirty="0">
                    <a:latin typeface="Alexandria" panose="020B0604020202020204" charset="-78"/>
                    <a:cs typeface="Alexandria" panose="020B0604020202020204" charset="-78"/>
                  </a:rPr>
                  <a:t> </a:t>
                </a:r>
                <a:r>
                  <a:rPr lang="vi-VN" kern="0" dirty="0" err="1">
                    <a:latin typeface="Alexandria" panose="020B0604020202020204" charset="-78"/>
                    <a:cs typeface="Alexandria" panose="020B0604020202020204" charset="-78"/>
                  </a:rPr>
                  <a:t>liệu</a:t>
                </a:r>
                <a:r>
                  <a:rPr lang="vi-VN" kern="0" dirty="0">
                    <a:latin typeface="Alexandria" panose="020B0604020202020204" charset="-78"/>
                    <a:cs typeface="Alexandria" panose="020B0604020202020204" charset="-78"/>
                  </a:rPr>
                  <a:t>: chia theo </a:t>
                </a:r>
                <a:r>
                  <a:rPr lang="vi-VN" kern="0" dirty="0" err="1">
                    <a:latin typeface="Alexandria" panose="020B0604020202020204" charset="-78"/>
                    <a:cs typeface="Alexandria" panose="020B0604020202020204" charset="-78"/>
                  </a:rPr>
                  <a:t>hóa</a:t>
                </a:r>
                <a:r>
                  <a:rPr lang="vi-VN" kern="0" dirty="0">
                    <a:latin typeface="Alexandria" panose="020B0604020202020204" charset="-78"/>
                    <a:cs typeface="Alexandria" panose="020B0604020202020204" charset="-78"/>
                  </a:rPr>
                  <a:t> đơn (không theo </a:t>
                </a:r>
                <a:r>
                  <a:rPr lang="vi-VN" kern="0" dirty="0" err="1">
                    <a:latin typeface="Alexandria" panose="020B0604020202020204" charset="-78"/>
                    <a:cs typeface="Alexandria" panose="020B0604020202020204" charset="-78"/>
                  </a:rPr>
                  <a:t>dòng</a:t>
                </a:r>
                <a:r>
                  <a:rPr lang="vi-VN" kern="0" dirty="0">
                    <a:latin typeface="Alexandria" panose="020B0604020202020204" charset="-78"/>
                    <a:cs typeface="Alexandria" panose="020B0604020202020204" charset="-78"/>
                  </a:rPr>
                  <a:t>), </a:t>
                </a:r>
                <a:r>
                  <a:rPr lang="vi-VN" kern="0" dirty="0" err="1">
                    <a:latin typeface="Alexandria" panose="020B0604020202020204" charset="-78"/>
                    <a:cs typeface="Alexandria" panose="020B0604020202020204" charset="-78"/>
                  </a:rPr>
                  <a:t>min_freq</a:t>
                </a:r>
                <a:r>
                  <a:rPr lang="vi-VN" kern="0" dirty="0">
                    <a:latin typeface="Alexandria" panose="020B0604020202020204" charset="-78"/>
                    <a:cs typeface="Alexandria" panose="020B0604020202020204" charset="-78"/>
                  </a:rPr>
                  <a:t> </a:t>
                </a:r>
                <a:r>
                  <a:rPr lang="vi-VN" kern="0" dirty="0" err="1">
                    <a:latin typeface="Alexandria" panose="020B0604020202020204" charset="-78"/>
                    <a:cs typeface="Alexandria" panose="020B0604020202020204" charset="-78"/>
                  </a:rPr>
                  <a:t>và</a:t>
                </a:r>
                <a:r>
                  <a:rPr lang="vi-VN" kern="0" dirty="0">
                    <a:latin typeface="Alexandria" panose="020B0604020202020204" charset="-78"/>
                    <a:cs typeface="Alexandria" panose="020B0604020202020204" charset="-78"/>
                  </a:rPr>
                  <a:t> ma </a:t>
                </a:r>
                <a:r>
                  <a:rPr lang="vi-VN" kern="0" dirty="0" err="1">
                    <a:latin typeface="Alexandria" panose="020B0604020202020204" charset="-78"/>
                    <a:cs typeface="Alexandria" panose="020B0604020202020204" charset="-78"/>
                  </a:rPr>
                  <a:t>trận</a:t>
                </a:r>
                <a:r>
                  <a:rPr lang="vi-VN" kern="0" dirty="0">
                    <a:latin typeface="Alexandria" panose="020B0604020202020204" charset="-78"/>
                    <a:cs typeface="Alexandria" panose="020B0604020202020204" charset="-78"/>
                  </a:rPr>
                  <a:t> </a:t>
                </a:r>
                <a:r>
                  <a:rPr lang="vi-VN" kern="0" dirty="0" err="1">
                    <a:latin typeface="Alexandria" panose="020B0604020202020204" charset="-78"/>
                    <a:cs typeface="Alexandria" panose="020B0604020202020204" charset="-78"/>
                  </a:rPr>
                  <a:t>cosine</a:t>
                </a:r>
                <a:r>
                  <a:rPr lang="vi-VN" kern="0" dirty="0">
                    <a:latin typeface="Alexandria" panose="020B0604020202020204" charset="-78"/>
                    <a:cs typeface="Alexandria" panose="020B0604020202020204" charset="-78"/>
                  </a:rPr>
                  <a:t> </a:t>
                </a:r>
                <a:r>
                  <a:rPr lang="vi-VN" kern="0" dirty="0" err="1">
                    <a:latin typeface="Alexandria" panose="020B0604020202020204" charset="-78"/>
                    <a:cs typeface="Alexandria" panose="020B0604020202020204" charset="-78"/>
                  </a:rPr>
                  <a:t>chỉ</a:t>
                </a:r>
                <a:r>
                  <a:rPr lang="vi-VN" kern="0" dirty="0">
                    <a:latin typeface="Alexandria" panose="020B0604020202020204" charset="-78"/>
                    <a:cs typeface="Alexandria" panose="020B0604020202020204" charset="-78"/>
                  </a:rPr>
                  <a:t> </a:t>
                </a:r>
                <a:r>
                  <a:rPr lang="vi-VN" kern="0" dirty="0" err="1">
                    <a:latin typeface="Alexandria" panose="020B0604020202020204" charset="-78"/>
                    <a:cs typeface="Alexandria" panose="020B0604020202020204" charset="-78"/>
                  </a:rPr>
                  <a:t>tính</a:t>
                </a:r>
                <a:r>
                  <a:rPr lang="vi-VN" kern="0" dirty="0">
                    <a:latin typeface="Alexandria" panose="020B0604020202020204" charset="-78"/>
                    <a:cs typeface="Alexandria" panose="020B0604020202020204" charset="-78"/>
                  </a:rPr>
                  <a:t> </a:t>
                </a:r>
                <a:r>
                  <a:rPr lang="vi-VN" kern="0" dirty="0" err="1">
                    <a:latin typeface="Alexandria" panose="020B0604020202020204" charset="-78"/>
                    <a:cs typeface="Alexandria" panose="020B0604020202020204" charset="-78"/>
                  </a:rPr>
                  <a:t>từ</a:t>
                </a:r>
                <a:r>
                  <a:rPr lang="vi-VN" kern="0" dirty="0">
                    <a:latin typeface="Alexandria" panose="020B0604020202020204" charset="-78"/>
                    <a:cs typeface="Alexandria" panose="020B0604020202020204" charset="-78"/>
                  </a:rPr>
                  <a:t> </a:t>
                </a:r>
                <a:r>
                  <a:rPr lang="vi-VN" kern="0" dirty="0" err="1">
                    <a:latin typeface="Alexandria" panose="020B0604020202020204" charset="-78"/>
                    <a:cs typeface="Alexandria" panose="020B0604020202020204" charset="-78"/>
                  </a:rPr>
                  <a:t>train</a:t>
                </a:r>
                <a:r>
                  <a:rPr lang="vi-VN" kern="0" dirty="0">
                    <a:latin typeface="Alexandria" panose="020B0604020202020204" charset="-78"/>
                    <a:cs typeface="Alexandria" panose="020B0604020202020204" charset="-78"/>
                  </a:rPr>
                  <a:t>, </a:t>
                </a:r>
                <a:r>
                  <a:rPr lang="vi-VN" kern="0" dirty="0" err="1">
                    <a:latin typeface="Alexandria" panose="020B0604020202020204" charset="-78"/>
                    <a:cs typeface="Alexandria" panose="020B0604020202020204" charset="-78"/>
                  </a:rPr>
                  <a:t>test</a:t>
                </a:r>
                <a:r>
                  <a:rPr lang="vi-VN" kern="0" dirty="0">
                    <a:latin typeface="Alexandria" panose="020B0604020202020204" charset="-78"/>
                    <a:cs typeface="Alexandria" panose="020B0604020202020204" charset="-78"/>
                  </a:rPr>
                  <a:t> </a:t>
                </a:r>
                <a:r>
                  <a:rPr lang="vi-VN" kern="0" dirty="0" err="1">
                    <a:latin typeface="Alexandria" panose="020B0604020202020204" charset="-78"/>
                    <a:cs typeface="Alexandria" panose="020B0604020202020204" charset="-78"/>
                  </a:rPr>
                  <a:t>chỉ</a:t>
                </a:r>
                <a:r>
                  <a:rPr lang="vi-VN" kern="0" dirty="0">
                    <a:latin typeface="Alexandria" panose="020B0604020202020204" charset="-78"/>
                    <a:cs typeface="Alexandria" panose="020B0604020202020204" charset="-78"/>
                  </a:rPr>
                  <a:t> </a:t>
                </a:r>
                <a:r>
                  <a:rPr lang="vi-VN" kern="0" dirty="0" err="1">
                    <a:latin typeface="Alexandria" panose="020B0604020202020204" charset="-78"/>
                    <a:cs typeface="Alexandria" panose="020B0604020202020204" charset="-78"/>
                  </a:rPr>
                  <a:t>chạy</a:t>
                </a:r>
                <a:r>
                  <a:rPr lang="vi-VN" kern="0" dirty="0">
                    <a:latin typeface="Alexandria" panose="020B0604020202020204" charset="-78"/>
                    <a:cs typeface="Alexandria" panose="020B0604020202020204" charset="-78"/>
                  </a:rPr>
                  <a:t> 1 </a:t>
                </a:r>
                <a:r>
                  <a:rPr lang="vi-VN" kern="0" dirty="0" err="1">
                    <a:latin typeface="Alexandria" panose="020B0604020202020204" charset="-78"/>
                    <a:cs typeface="Alexandria" panose="020B0604020202020204" charset="-78"/>
                  </a:rPr>
                  <a:t>lần</a:t>
                </a:r>
                <a:endParaRPr lang="en-US" kern="0" dirty="0">
                  <a:latin typeface="Alexandria" panose="020B0604020202020204" charset="-78"/>
                  <a:cs typeface="Alexandria" panose="020B0604020202020204" charset="-78"/>
                </a:endParaRPr>
              </a:p>
            </p:txBody>
          </p:sp>
        </mc:Choice>
        <mc:Fallback>
          <p:sp>
            <p:nvSpPr>
              <p:cNvPr id="3" name="Google Shape;228;p38">
                <a:extLst>
                  <a:ext uri="{FF2B5EF4-FFF2-40B4-BE49-F238E27FC236}">
                    <a16:creationId xmlns:a16="http://schemas.microsoft.com/office/drawing/2014/main" id="{4D2D81AE-ACD0-456D-8552-4C88B2E67EE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39480" y="843318"/>
                <a:ext cx="5309190" cy="3799566"/>
              </a:xfrm>
              <a:prstGeom prst="rect">
                <a:avLst/>
              </a:prstGeom>
              <a:blipFill>
                <a:blip r:embed="rId2"/>
                <a:stretch>
                  <a:fillRect l="-115" b="-481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9" name="Hình ảnh 8">
            <a:extLst>
              <a:ext uri="{FF2B5EF4-FFF2-40B4-BE49-F238E27FC236}">
                <a16:creationId xmlns:a16="http://schemas.microsoft.com/office/drawing/2014/main" id="{5FD0D132-8CF4-47C2-B60B-8D6543571EF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48670" y="1325303"/>
            <a:ext cx="3336892" cy="2492893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Google Shape;208;p37">
            <a:extLst>
              <a:ext uri="{FF2B5EF4-FFF2-40B4-BE49-F238E27FC236}">
                <a16:creationId xmlns:a16="http://schemas.microsoft.com/office/drawing/2014/main" id="{C0B4C85E-A510-4B12-A7C0-5FC72D44619D}"/>
              </a:ext>
            </a:extLst>
          </p:cNvPr>
          <p:cNvSpPr txBox="1">
            <a:spLocks/>
          </p:cNvSpPr>
          <p:nvPr/>
        </p:nvSpPr>
        <p:spPr>
          <a:xfrm>
            <a:off x="439480" y="294618"/>
            <a:ext cx="8286306" cy="54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lexandria Medium"/>
              <a:buNone/>
              <a:defRPr sz="2500" b="0" i="0" u="none" strike="noStrike" cap="none">
                <a:solidFill>
                  <a:schemeClr val="dk1"/>
                </a:solidFill>
                <a:latin typeface="Alexandria Medium"/>
                <a:ea typeface="Alexandria Medium"/>
                <a:cs typeface="Alexandria Medium"/>
                <a:sym typeface="Alexandria Medium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lexandria Medium"/>
              <a:buNone/>
              <a:defRPr sz="3000" b="0" i="0" u="none" strike="noStrike" cap="none">
                <a:solidFill>
                  <a:schemeClr val="dk1"/>
                </a:solidFill>
                <a:latin typeface="Alexandria Medium"/>
                <a:ea typeface="Alexandria Medium"/>
                <a:cs typeface="Alexandria Medium"/>
                <a:sym typeface="Alexandria Medium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lexandria Medium"/>
              <a:buNone/>
              <a:defRPr sz="3000" b="0" i="0" u="none" strike="noStrike" cap="none">
                <a:solidFill>
                  <a:schemeClr val="dk1"/>
                </a:solidFill>
                <a:latin typeface="Alexandria Medium"/>
                <a:ea typeface="Alexandria Medium"/>
                <a:cs typeface="Alexandria Medium"/>
                <a:sym typeface="Alexandria Medium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lexandria Medium"/>
              <a:buNone/>
              <a:defRPr sz="3000" b="0" i="0" u="none" strike="noStrike" cap="none">
                <a:solidFill>
                  <a:schemeClr val="dk1"/>
                </a:solidFill>
                <a:latin typeface="Alexandria Medium"/>
                <a:ea typeface="Alexandria Medium"/>
                <a:cs typeface="Alexandria Medium"/>
                <a:sym typeface="Alexandria Medium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lexandria Medium"/>
              <a:buNone/>
              <a:defRPr sz="3000" b="0" i="0" u="none" strike="noStrike" cap="none">
                <a:solidFill>
                  <a:schemeClr val="dk1"/>
                </a:solidFill>
                <a:latin typeface="Alexandria Medium"/>
                <a:ea typeface="Alexandria Medium"/>
                <a:cs typeface="Alexandria Medium"/>
                <a:sym typeface="Alexandria Medium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lexandria Medium"/>
              <a:buNone/>
              <a:defRPr sz="3000" b="0" i="0" u="none" strike="noStrike" cap="none">
                <a:solidFill>
                  <a:schemeClr val="dk1"/>
                </a:solidFill>
                <a:latin typeface="Alexandria Medium"/>
                <a:ea typeface="Alexandria Medium"/>
                <a:cs typeface="Alexandria Medium"/>
                <a:sym typeface="Alexandria Medium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lexandria Medium"/>
              <a:buNone/>
              <a:defRPr sz="3000" b="0" i="0" u="none" strike="noStrike" cap="none">
                <a:solidFill>
                  <a:schemeClr val="dk1"/>
                </a:solidFill>
                <a:latin typeface="Alexandria Medium"/>
                <a:ea typeface="Alexandria Medium"/>
                <a:cs typeface="Alexandria Medium"/>
                <a:sym typeface="Alexandria Medium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lexandria Medium"/>
              <a:buNone/>
              <a:defRPr sz="3000" b="0" i="0" u="none" strike="noStrike" cap="none">
                <a:solidFill>
                  <a:schemeClr val="dk1"/>
                </a:solidFill>
                <a:latin typeface="Alexandria Medium"/>
                <a:ea typeface="Alexandria Medium"/>
                <a:cs typeface="Alexandria Medium"/>
                <a:sym typeface="Alexandria Medium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lexandria Medium"/>
              <a:buNone/>
              <a:defRPr sz="3000" b="0" i="0" u="none" strike="noStrike" cap="none">
                <a:solidFill>
                  <a:schemeClr val="dk1"/>
                </a:solidFill>
                <a:latin typeface="Alexandria Medium"/>
                <a:ea typeface="Alexandria Medium"/>
                <a:cs typeface="Alexandria Medium"/>
                <a:sym typeface="Alexandria Medium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5110E"/>
              </a:buClr>
              <a:buSzPts val="3000"/>
              <a:buFont typeface="Alexandria Medium"/>
              <a:buNone/>
              <a:tabLst/>
              <a:defRPr/>
            </a:pPr>
            <a:r>
              <a:rPr kumimoji="0" lang="en-US" sz="2000" b="1" i="0" u="none" strike="noStrike" kern="0" cap="none" spc="0" normalizeH="0" baseline="0" noProof="0" dirty="0" err="1">
                <a:ln>
                  <a:noFill/>
                </a:ln>
                <a:solidFill>
                  <a:srgbClr val="15110E"/>
                </a:solidFill>
                <a:effectLst/>
                <a:uLnTx/>
                <a:uFillTx/>
                <a:latin typeface="Alexandria" pitchFamily="2" charset="-78"/>
                <a:cs typeface="Alexandria" pitchFamily="2" charset="-78"/>
                <a:sym typeface="Alexandria Medium"/>
              </a:rPr>
              <a:t>Bốn</a:t>
            </a:r>
            <a:r>
              <a:rPr kumimoji="0" lang="en-US" sz="2000" b="1" i="0" u="none" strike="noStrike" kern="0" cap="none" spc="0" normalizeH="0" baseline="0" noProof="0" dirty="0">
                <a:ln>
                  <a:noFill/>
                </a:ln>
                <a:solidFill>
                  <a:srgbClr val="15110E"/>
                </a:solidFill>
                <a:effectLst/>
                <a:uLnTx/>
                <a:uFillTx/>
                <a:latin typeface="Alexandria" pitchFamily="2" charset="-78"/>
                <a:cs typeface="Alexandria" pitchFamily="2" charset="-78"/>
                <a:sym typeface="Alexandria Medium"/>
              </a:rPr>
              <a:t> </a:t>
            </a:r>
            <a:r>
              <a:rPr kumimoji="0" lang="en-US" sz="2000" b="1" i="0" u="none" strike="noStrike" kern="0" cap="none" spc="0" normalizeH="0" baseline="0" noProof="0" dirty="0" err="1">
                <a:ln>
                  <a:noFill/>
                </a:ln>
                <a:solidFill>
                  <a:srgbClr val="15110E"/>
                </a:solidFill>
                <a:effectLst/>
                <a:uLnTx/>
                <a:uFillTx/>
                <a:latin typeface="Alexandria" pitchFamily="2" charset="-78"/>
                <a:cs typeface="Alexandria" pitchFamily="2" charset="-78"/>
                <a:sym typeface="Alexandria Medium"/>
              </a:rPr>
              <a:t>thí</a:t>
            </a:r>
            <a:r>
              <a:rPr kumimoji="0" lang="en-US" sz="2000" b="1" i="0" u="none" strike="noStrike" kern="0" cap="none" spc="0" normalizeH="0" baseline="0" noProof="0" dirty="0">
                <a:ln>
                  <a:noFill/>
                </a:ln>
                <a:solidFill>
                  <a:srgbClr val="15110E"/>
                </a:solidFill>
                <a:effectLst/>
                <a:uLnTx/>
                <a:uFillTx/>
                <a:latin typeface="Alexandria" pitchFamily="2" charset="-78"/>
                <a:cs typeface="Alexandria" pitchFamily="2" charset="-78"/>
                <a:sym typeface="Alexandria Medium"/>
              </a:rPr>
              <a:t> </a:t>
            </a:r>
            <a:r>
              <a:rPr kumimoji="0" lang="en-US" sz="2000" b="1" i="0" u="none" strike="noStrike" kern="0" cap="none" spc="0" normalizeH="0" baseline="0" noProof="0" dirty="0" err="1">
                <a:ln>
                  <a:noFill/>
                </a:ln>
                <a:solidFill>
                  <a:srgbClr val="15110E"/>
                </a:solidFill>
                <a:effectLst/>
                <a:uLnTx/>
                <a:uFillTx/>
                <a:latin typeface="Alexandria" pitchFamily="2" charset="-78"/>
                <a:cs typeface="Alexandria" pitchFamily="2" charset="-78"/>
                <a:sym typeface="Alexandria Medium"/>
              </a:rPr>
              <a:t>nghiệm</a:t>
            </a:r>
            <a:r>
              <a:rPr kumimoji="0" lang="en-US" sz="2000" b="1" i="0" u="none" strike="noStrike" kern="0" cap="none" spc="0" normalizeH="0" baseline="0" noProof="0" dirty="0">
                <a:ln>
                  <a:noFill/>
                </a:ln>
                <a:solidFill>
                  <a:srgbClr val="15110E"/>
                </a:solidFill>
                <a:effectLst/>
                <a:uLnTx/>
                <a:uFillTx/>
                <a:latin typeface="Alexandria" pitchFamily="2" charset="-78"/>
                <a:cs typeface="Alexandria" pitchFamily="2" charset="-78"/>
                <a:sym typeface="Alexandria Medium"/>
              </a:rPr>
              <a:t> </a:t>
            </a:r>
            <a:r>
              <a:rPr kumimoji="0" lang="en-US" sz="2000" b="1" i="0" u="none" strike="noStrike" kern="0" cap="none" spc="0" normalizeH="0" baseline="0" noProof="0" dirty="0" err="1">
                <a:ln>
                  <a:noFill/>
                </a:ln>
                <a:solidFill>
                  <a:srgbClr val="15110E"/>
                </a:solidFill>
                <a:effectLst/>
                <a:uLnTx/>
                <a:uFillTx/>
                <a:latin typeface="Alexandria" pitchFamily="2" charset="-78"/>
                <a:cs typeface="Alexandria" pitchFamily="2" charset="-78"/>
                <a:sym typeface="Alexandria Medium"/>
              </a:rPr>
              <a:t>bắt</a:t>
            </a:r>
            <a:r>
              <a:rPr kumimoji="0" lang="en-US" sz="2000" b="1" i="0" u="none" strike="noStrike" kern="0" cap="none" spc="0" normalizeH="0" baseline="0" noProof="0" dirty="0">
                <a:ln>
                  <a:noFill/>
                </a:ln>
                <a:solidFill>
                  <a:srgbClr val="15110E"/>
                </a:solidFill>
                <a:effectLst/>
                <a:uLnTx/>
                <a:uFillTx/>
                <a:latin typeface="Alexandria" pitchFamily="2" charset="-78"/>
                <a:cs typeface="Alexandria" pitchFamily="2" charset="-78"/>
                <a:sym typeface="Alexandria Medium"/>
              </a:rPr>
              <a:t> </a:t>
            </a:r>
            <a:r>
              <a:rPr kumimoji="0" lang="en-US" sz="2000" b="1" i="0" u="none" strike="noStrike" kern="0" cap="none" spc="0" normalizeH="0" baseline="0" noProof="0" dirty="0" err="1">
                <a:ln>
                  <a:noFill/>
                </a:ln>
                <a:solidFill>
                  <a:srgbClr val="15110E"/>
                </a:solidFill>
                <a:effectLst/>
                <a:uLnTx/>
                <a:uFillTx/>
                <a:latin typeface="Alexandria" pitchFamily="2" charset="-78"/>
                <a:cs typeface="Alexandria" pitchFamily="2" charset="-78"/>
                <a:sym typeface="Alexandria Medium"/>
              </a:rPr>
              <a:t>buộc</a:t>
            </a:r>
            <a:endParaRPr kumimoji="0" lang="en-US" sz="2000" b="1" i="0" u="none" strike="noStrike" kern="0" cap="none" spc="0" normalizeH="0" baseline="0" noProof="0" dirty="0">
              <a:ln>
                <a:noFill/>
              </a:ln>
              <a:solidFill>
                <a:srgbClr val="15110E"/>
              </a:solidFill>
              <a:effectLst/>
              <a:uLnTx/>
              <a:uFillTx/>
              <a:latin typeface="Alexandria" pitchFamily="2" charset="-78"/>
              <a:cs typeface="Alexandria" pitchFamily="2" charset="-78"/>
              <a:sym typeface="Alexandria Medium"/>
            </a:endParaRPr>
          </a:p>
        </p:txBody>
      </p:sp>
      <p:sp>
        <p:nvSpPr>
          <p:cNvPr id="3" name="Google Shape;228;p38">
            <a:extLst>
              <a:ext uri="{FF2B5EF4-FFF2-40B4-BE49-F238E27FC236}">
                <a16:creationId xmlns:a16="http://schemas.microsoft.com/office/drawing/2014/main" id="{BD3CBA95-3B5F-40B9-9F68-2D794914E7E7}"/>
              </a:ext>
            </a:extLst>
          </p:cNvPr>
          <p:cNvSpPr txBox="1">
            <a:spLocks/>
          </p:cNvSpPr>
          <p:nvPr/>
        </p:nvSpPr>
        <p:spPr>
          <a:xfrm>
            <a:off x="439480" y="843318"/>
            <a:ext cx="8286306" cy="38491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048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lbert Sans"/>
              <a:buChar char="●"/>
              <a:defRPr sz="1400" b="0" i="0" u="none" strike="noStrike" cap="none">
                <a:solidFill>
                  <a:schemeClr val="dk1"/>
                </a:solidFill>
                <a:latin typeface="Albert Sans"/>
                <a:ea typeface="Albert Sans"/>
                <a:cs typeface="Albert Sans"/>
                <a:sym typeface="Albert Sans"/>
              </a:defRPr>
            </a:lvl1pPr>
            <a:lvl2pPr marL="914400" marR="0" lvl="1" indent="-3048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lbert Sans"/>
              <a:buChar char="○"/>
              <a:defRPr sz="1200" b="0" i="0" u="none" strike="noStrike" cap="none">
                <a:solidFill>
                  <a:schemeClr val="dk1"/>
                </a:solidFill>
                <a:latin typeface="Albert Sans"/>
                <a:ea typeface="Albert Sans"/>
                <a:cs typeface="Albert Sans"/>
                <a:sym typeface="Albert Sans"/>
              </a:defRPr>
            </a:lvl2pPr>
            <a:lvl3pPr marL="1371600" marR="0" lvl="2" indent="-3048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lbert Sans"/>
              <a:buChar char="■"/>
              <a:defRPr sz="1200" b="0" i="0" u="none" strike="noStrike" cap="none">
                <a:solidFill>
                  <a:schemeClr val="dk1"/>
                </a:solidFill>
                <a:latin typeface="Albert Sans"/>
                <a:ea typeface="Albert Sans"/>
                <a:cs typeface="Albert Sans"/>
                <a:sym typeface="Albert Sans"/>
              </a:defRPr>
            </a:lvl3pPr>
            <a:lvl4pPr marL="1828800" marR="0" lvl="3" indent="-3048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lbert Sans"/>
              <a:buChar char="●"/>
              <a:defRPr sz="1200" b="0" i="0" u="none" strike="noStrike" cap="none">
                <a:solidFill>
                  <a:schemeClr val="dk1"/>
                </a:solidFill>
                <a:latin typeface="Albert Sans"/>
                <a:ea typeface="Albert Sans"/>
                <a:cs typeface="Albert Sans"/>
                <a:sym typeface="Albert Sans"/>
              </a:defRPr>
            </a:lvl4pPr>
            <a:lvl5pPr marL="2286000" marR="0" lvl="4" indent="-3048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lbert Sans"/>
              <a:buChar char="○"/>
              <a:defRPr sz="1200" b="0" i="0" u="none" strike="noStrike" cap="none">
                <a:solidFill>
                  <a:schemeClr val="dk1"/>
                </a:solidFill>
                <a:latin typeface="Albert Sans"/>
                <a:ea typeface="Albert Sans"/>
                <a:cs typeface="Albert Sans"/>
                <a:sym typeface="Albert Sans"/>
              </a:defRPr>
            </a:lvl5pPr>
            <a:lvl6pPr marL="2743200" marR="0" lvl="5" indent="-3048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lbert Sans"/>
              <a:buChar char="■"/>
              <a:defRPr sz="1200" b="0" i="0" u="none" strike="noStrike" cap="none">
                <a:solidFill>
                  <a:schemeClr val="dk1"/>
                </a:solidFill>
                <a:latin typeface="Albert Sans"/>
                <a:ea typeface="Albert Sans"/>
                <a:cs typeface="Albert Sans"/>
                <a:sym typeface="Albert Sans"/>
              </a:defRPr>
            </a:lvl6pPr>
            <a:lvl7pPr marL="3200400" marR="0" lvl="6" indent="-3048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lbert Sans"/>
              <a:buChar char="●"/>
              <a:defRPr sz="1200" b="0" i="0" u="none" strike="noStrike" cap="none">
                <a:solidFill>
                  <a:schemeClr val="dk1"/>
                </a:solidFill>
                <a:latin typeface="Albert Sans"/>
                <a:ea typeface="Albert Sans"/>
                <a:cs typeface="Albert Sans"/>
                <a:sym typeface="Albert Sans"/>
              </a:defRPr>
            </a:lvl7pPr>
            <a:lvl8pPr marL="3657600" marR="0" lvl="7" indent="-3048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lbert Sans"/>
              <a:buChar char="○"/>
              <a:defRPr sz="1200" b="0" i="0" u="none" strike="noStrike" cap="none">
                <a:solidFill>
                  <a:schemeClr val="dk1"/>
                </a:solidFill>
                <a:latin typeface="Albert Sans"/>
                <a:ea typeface="Albert Sans"/>
                <a:cs typeface="Albert Sans"/>
                <a:sym typeface="Albert Sans"/>
              </a:defRPr>
            </a:lvl8pPr>
            <a:lvl9pPr marL="4114800" marR="0" lvl="8" indent="-3048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lbert Sans"/>
              <a:buChar char="■"/>
              <a:defRPr sz="1200" b="0" i="0" u="none" strike="noStrike" cap="none">
                <a:solidFill>
                  <a:schemeClr val="dk1"/>
                </a:solidFill>
                <a:latin typeface="Albert Sans"/>
                <a:ea typeface="Albert Sans"/>
                <a:cs typeface="Albert Sans"/>
                <a:sym typeface="Albert Sans"/>
              </a:defRPr>
            </a:lvl9pPr>
          </a:lstStyle>
          <a:p>
            <a:pPr marL="285750" indent="-285750">
              <a:lnSpc>
                <a:spcPct val="200000"/>
              </a:lnSpc>
            </a:pPr>
            <a:r>
              <a:rPr lang="vi-VN" kern="0" dirty="0" err="1">
                <a:latin typeface="Alexandria" panose="020B0604020202020204" charset="-78"/>
                <a:cs typeface="Alexandria" panose="020B0604020202020204" charset="-78"/>
              </a:rPr>
              <a:t>Nội</a:t>
            </a:r>
            <a:r>
              <a:rPr lang="vi-VN" kern="0" dirty="0">
                <a:latin typeface="Alexandria" panose="020B0604020202020204" charset="-78"/>
                <a:cs typeface="Alexandria" panose="020B0604020202020204" charset="-78"/>
              </a:rPr>
              <a:t> dung (</a:t>
            </a:r>
            <a:r>
              <a:rPr lang="vi-VN" kern="0" dirty="0" err="1">
                <a:latin typeface="Alexandria" panose="020B0604020202020204" charset="-78"/>
                <a:cs typeface="Alexandria" panose="020B0604020202020204" charset="-78"/>
              </a:rPr>
              <a:t>liệt</a:t>
            </a:r>
            <a:r>
              <a:rPr lang="vi-VN" kern="0" dirty="0">
                <a:latin typeface="Alexandria" panose="020B0604020202020204" charset="-78"/>
                <a:cs typeface="Alexandria" panose="020B0604020202020204" charset="-78"/>
              </a:rPr>
              <a:t> kê, chưa </a:t>
            </a:r>
            <a:r>
              <a:rPr lang="vi-VN" kern="0" dirty="0" err="1">
                <a:latin typeface="Alexandria" panose="020B0604020202020204" charset="-78"/>
                <a:cs typeface="Alexandria" panose="020B0604020202020204" charset="-78"/>
              </a:rPr>
              <a:t>có</a:t>
            </a:r>
            <a:r>
              <a:rPr lang="vi-VN" kern="0" dirty="0">
                <a:latin typeface="Alexandria" panose="020B0604020202020204" charset="-78"/>
                <a:cs typeface="Alexandria" panose="020B0604020202020204" charset="-78"/>
              </a:rPr>
              <a:t> </a:t>
            </a:r>
            <a:r>
              <a:rPr lang="vi-VN" kern="0" dirty="0" err="1">
                <a:latin typeface="Alexandria" panose="020B0604020202020204" charset="-78"/>
                <a:cs typeface="Alexandria" panose="020B0604020202020204" charset="-78"/>
              </a:rPr>
              <a:t>kết</a:t>
            </a:r>
            <a:r>
              <a:rPr lang="vi-VN" kern="0" dirty="0">
                <a:latin typeface="Alexandria" panose="020B0604020202020204" charset="-78"/>
                <a:cs typeface="Alexandria" panose="020B0604020202020204" charset="-78"/>
              </a:rPr>
              <a:t> </a:t>
            </a:r>
            <a:r>
              <a:rPr lang="vi-VN" kern="0" dirty="0" err="1">
                <a:latin typeface="Alexandria" panose="020B0604020202020204" charset="-78"/>
                <a:cs typeface="Alexandria" panose="020B0604020202020204" charset="-78"/>
              </a:rPr>
              <a:t>quả</a:t>
            </a:r>
            <a:r>
              <a:rPr lang="vi-VN" kern="0" dirty="0">
                <a:latin typeface="Alexandria" panose="020B0604020202020204" charset="-78"/>
                <a:cs typeface="Alexandria" panose="020B0604020202020204" charset="-78"/>
              </a:rPr>
              <a:t>):</a:t>
            </a:r>
            <a:endParaRPr lang="en-US" kern="0" dirty="0">
              <a:latin typeface="Alexandria" panose="020B0604020202020204" charset="-78"/>
              <a:cs typeface="Alexandria" panose="020B0604020202020204" charset="-78"/>
            </a:endParaRPr>
          </a:p>
          <a:p>
            <a:pPr marL="742950" lvl="1" indent="-285750">
              <a:lnSpc>
                <a:spcPct val="200000"/>
              </a:lnSpc>
              <a:buFont typeface="+mj-lt"/>
              <a:buAutoNum type="arabicPeriod"/>
            </a:pPr>
            <a:r>
              <a:rPr lang="vi-VN" kern="0" dirty="0">
                <a:latin typeface="Alexandria" panose="020B0604020202020204" charset="-78"/>
                <a:cs typeface="Alexandria" panose="020B0604020202020204" charset="-78"/>
              </a:rPr>
              <a:t>So </a:t>
            </a:r>
            <a:r>
              <a:rPr lang="vi-VN" kern="0" dirty="0" err="1">
                <a:latin typeface="Alexandria" panose="020B0604020202020204" charset="-78"/>
                <a:cs typeface="Alexandria" panose="020B0604020202020204" charset="-78"/>
              </a:rPr>
              <a:t>sánh</a:t>
            </a:r>
            <a:r>
              <a:rPr lang="vi-VN" kern="0" dirty="0">
                <a:latin typeface="Alexandria" panose="020B0604020202020204" charset="-78"/>
                <a:cs typeface="Alexandria" panose="020B0604020202020204" charset="-78"/>
              </a:rPr>
              <a:t> </a:t>
            </a:r>
            <a:r>
              <a:rPr lang="vi-VN" kern="0" dirty="0" err="1">
                <a:latin typeface="Alexandria" panose="020B0604020202020204" charset="-78"/>
                <a:cs typeface="Alexandria" panose="020B0604020202020204" charset="-78"/>
              </a:rPr>
              <a:t>vector</a:t>
            </a:r>
            <a:r>
              <a:rPr lang="vi-VN" kern="0" dirty="0">
                <a:latin typeface="Alexandria" panose="020B0604020202020204" charset="-78"/>
                <a:cs typeface="Alexandria" panose="020B0604020202020204" charset="-78"/>
              </a:rPr>
              <a:t> </a:t>
            </a:r>
            <a:r>
              <a:rPr lang="vi-VN" kern="0" dirty="0" err="1">
                <a:latin typeface="Alexandria" panose="020B0604020202020204" charset="-78"/>
                <a:cs typeface="Alexandria" panose="020B0604020202020204" charset="-78"/>
              </a:rPr>
              <a:t>item-invoice</a:t>
            </a:r>
            <a:r>
              <a:rPr lang="vi-VN" kern="0" dirty="0">
                <a:latin typeface="Alexandria" panose="020B0604020202020204" charset="-78"/>
                <a:cs typeface="Alexandria" panose="020B0604020202020204" charset="-78"/>
              </a:rPr>
              <a:t> </a:t>
            </a:r>
            <a:r>
              <a:rPr lang="vi-VN" kern="0" dirty="0" err="1">
                <a:latin typeface="Alexandria" panose="020B0604020202020204" charset="-78"/>
                <a:cs typeface="Alexandria" panose="020B0604020202020204" charset="-78"/>
              </a:rPr>
              <a:t>và</a:t>
            </a:r>
            <a:r>
              <a:rPr lang="vi-VN" kern="0" dirty="0">
                <a:latin typeface="Alexandria" panose="020B0604020202020204" charset="-78"/>
                <a:cs typeface="Alexandria" panose="020B0604020202020204" charset="-78"/>
              </a:rPr>
              <a:t> </a:t>
            </a:r>
            <a:r>
              <a:rPr lang="vi-VN" kern="0" dirty="0" err="1">
                <a:latin typeface="Alexandria" panose="020B0604020202020204" charset="-78"/>
                <a:cs typeface="Alexandria" panose="020B0604020202020204" charset="-78"/>
              </a:rPr>
              <a:t>item-customer</a:t>
            </a:r>
            <a:endParaRPr lang="en-US" kern="0" dirty="0">
              <a:latin typeface="Alexandria" panose="020B0604020202020204" charset="-78"/>
              <a:cs typeface="Alexandria" panose="020B0604020202020204" charset="-78"/>
            </a:endParaRPr>
          </a:p>
          <a:p>
            <a:pPr marL="742950" lvl="1" indent="-285750">
              <a:lnSpc>
                <a:spcPct val="200000"/>
              </a:lnSpc>
              <a:buFont typeface="+mj-lt"/>
              <a:buAutoNum type="arabicPeriod"/>
            </a:pPr>
            <a:r>
              <a:rPr lang="vi-VN" kern="0" dirty="0">
                <a:latin typeface="Alexandria" panose="020B0604020202020204" charset="-78"/>
                <a:cs typeface="Alexandria" panose="020B0604020202020204" charset="-78"/>
              </a:rPr>
              <a:t>So </a:t>
            </a:r>
            <a:r>
              <a:rPr lang="vi-VN" kern="0" dirty="0" err="1">
                <a:latin typeface="Alexandria" panose="020B0604020202020204" charset="-78"/>
                <a:cs typeface="Alexandria" panose="020B0604020202020204" charset="-78"/>
              </a:rPr>
              <a:t>sánh</a:t>
            </a:r>
            <a:r>
              <a:rPr lang="vi-VN" kern="0" dirty="0">
                <a:latin typeface="Alexandria" panose="020B0604020202020204" charset="-78"/>
                <a:cs typeface="Alexandria" panose="020B0604020202020204" charset="-78"/>
              </a:rPr>
              <a:t> </a:t>
            </a:r>
            <a:r>
              <a:rPr lang="vi-VN" kern="0" dirty="0" err="1">
                <a:latin typeface="Alexandria" panose="020B0604020202020204" charset="-78"/>
                <a:cs typeface="Alexandria" panose="020B0604020202020204" charset="-78"/>
              </a:rPr>
              <a:t>cosine</a:t>
            </a:r>
            <a:r>
              <a:rPr lang="vi-VN" kern="0" dirty="0">
                <a:latin typeface="Alexandria" panose="020B0604020202020204" charset="-78"/>
                <a:cs typeface="Alexandria" panose="020B0604020202020204" charset="-78"/>
              </a:rPr>
              <a:t> </a:t>
            </a:r>
            <a:r>
              <a:rPr lang="vi-VN" kern="0" dirty="0" err="1">
                <a:latin typeface="Alexandria" panose="020B0604020202020204" charset="-78"/>
                <a:cs typeface="Alexandria" panose="020B0604020202020204" charset="-78"/>
              </a:rPr>
              <a:t>với</a:t>
            </a:r>
            <a:r>
              <a:rPr lang="vi-VN" kern="0" dirty="0">
                <a:latin typeface="Alexandria" panose="020B0604020202020204" charset="-78"/>
                <a:cs typeface="Alexandria" panose="020B0604020202020204" charset="-78"/>
              </a:rPr>
              <a:t> </a:t>
            </a:r>
            <a:r>
              <a:rPr lang="vi-VN" kern="0" dirty="0" err="1">
                <a:latin typeface="Alexandria" panose="020B0604020202020204" charset="-78"/>
                <a:cs typeface="Alexandria" panose="020B0604020202020204" charset="-78"/>
              </a:rPr>
              <a:t>baseline</a:t>
            </a:r>
            <a:r>
              <a:rPr lang="vi-VN" kern="0" dirty="0">
                <a:latin typeface="Alexandria" panose="020B0604020202020204" charset="-78"/>
                <a:cs typeface="Alexandria" panose="020B0604020202020204" charset="-78"/>
              </a:rPr>
              <a:t> (</a:t>
            </a:r>
            <a:r>
              <a:rPr lang="vi-VN" kern="0" dirty="0" err="1">
                <a:latin typeface="Alexandria" panose="020B0604020202020204" charset="-78"/>
                <a:cs typeface="Alexandria" panose="020B0604020202020204" charset="-78"/>
              </a:rPr>
              <a:t>sản</a:t>
            </a:r>
            <a:r>
              <a:rPr lang="vi-VN" kern="0" dirty="0">
                <a:latin typeface="Alexandria" panose="020B0604020202020204" charset="-78"/>
                <a:cs typeface="Alexandria" panose="020B0604020202020204" charset="-78"/>
              </a:rPr>
              <a:t> </a:t>
            </a:r>
            <a:r>
              <a:rPr lang="vi-VN" kern="0" dirty="0" err="1">
                <a:latin typeface="Alexandria" panose="020B0604020202020204" charset="-78"/>
                <a:cs typeface="Alexandria" panose="020B0604020202020204" charset="-78"/>
              </a:rPr>
              <a:t>phẩm</a:t>
            </a:r>
            <a:r>
              <a:rPr lang="vi-VN" kern="0" dirty="0">
                <a:latin typeface="Alexandria" panose="020B0604020202020204" charset="-78"/>
                <a:cs typeface="Alexandria" panose="020B0604020202020204" charset="-78"/>
              </a:rPr>
              <a:t> </a:t>
            </a:r>
            <a:r>
              <a:rPr lang="vi-VN" kern="0" dirty="0" err="1">
                <a:latin typeface="Alexandria" panose="020B0604020202020204" charset="-78"/>
                <a:cs typeface="Alexandria" panose="020B0604020202020204" charset="-78"/>
              </a:rPr>
              <a:t>bán</a:t>
            </a:r>
            <a:r>
              <a:rPr lang="vi-VN" kern="0" dirty="0">
                <a:latin typeface="Alexandria" panose="020B0604020202020204" charset="-78"/>
                <a:cs typeface="Alexandria" panose="020B0604020202020204" charset="-78"/>
              </a:rPr>
              <a:t> </a:t>
            </a:r>
            <a:r>
              <a:rPr lang="vi-VN" kern="0" dirty="0" err="1">
                <a:latin typeface="Alexandria" panose="020B0604020202020204" charset="-78"/>
                <a:cs typeface="Alexandria" panose="020B0604020202020204" charset="-78"/>
              </a:rPr>
              <a:t>chạy</a:t>
            </a:r>
            <a:r>
              <a:rPr lang="vi-VN" kern="0" dirty="0">
                <a:latin typeface="Alexandria" panose="020B0604020202020204" charset="-78"/>
                <a:cs typeface="Alexandria" panose="020B0604020202020204" charset="-78"/>
              </a:rPr>
              <a:t> </a:t>
            </a:r>
            <a:r>
              <a:rPr lang="vi-VN" kern="0" dirty="0" err="1">
                <a:latin typeface="Alexandria" panose="020B0604020202020204" charset="-78"/>
                <a:cs typeface="Alexandria" panose="020B0604020202020204" charset="-78"/>
              </a:rPr>
              <a:t>nhất</a:t>
            </a:r>
            <a:r>
              <a:rPr lang="vi-VN" kern="0" dirty="0">
                <a:latin typeface="Alexandria" panose="020B0604020202020204" charset="-78"/>
                <a:cs typeface="Alexandria" panose="020B0604020202020204" charset="-78"/>
              </a:rPr>
              <a:t>)</a:t>
            </a:r>
            <a:endParaRPr lang="en-US" kern="0" dirty="0">
              <a:latin typeface="Alexandria" panose="020B0604020202020204" charset="-78"/>
              <a:cs typeface="Alexandria" panose="020B0604020202020204" charset="-78"/>
            </a:endParaRPr>
          </a:p>
          <a:p>
            <a:pPr marL="742950" lvl="1" indent="-285750">
              <a:lnSpc>
                <a:spcPct val="200000"/>
              </a:lnSpc>
              <a:buFont typeface="+mj-lt"/>
              <a:buAutoNum type="arabicPeriod"/>
            </a:pPr>
            <a:r>
              <a:rPr lang="vi-VN" kern="0" dirty="0" err="1">
                <a:latin typeface="Alexandria" panose="020B0604020202020204" charset="-78"/>
                <a:cs typeface="Alexandria" panose="020B0604020202020204" charset="-78"/>
              </a:rPr>
              <a:t>Khảo</a:t>
            </a:r>
            <a:r>
              <a:rPr lang="vi-VN" kern="0" dirty="0">
                <a:latin typeface="Alexandria" panose="020B0604020202020204" charset="-78"/>
                <a:cs typeface="Alexandria" panose="020B0604020202020204" charset="-78"/>
              </a:rPr>
              <a:t> </a:t>
            </a:r>
            <a:r>
              <a:rPr lang="vi-VN" kern="0" dirty="0" err="1">
                <a:latin typeface="Alexandria" panose="020B0604020202020204" charset="-78"/>
                <a:cs typeface="Alexandria" panose="020B0604020202020204" charset="-78"/>
              </a:rPr>
              <a:t>sát</a:t>
            </a:r>
            <a:r>
              <a:rPr lang="vi-VN" kern="0" dirty="0">
                <a:latin typeface="Alexandria" panose="020B0604020202020204" charset="-78"/>
                <a:cs typeface="Alexandria" panose="020B0604020202020204" charset="-78"/>
              </a:rPr>
              <a:t> </a:t>
            </a:r>
            <a:r>
              <a:rPr lang="vi-VN" kern="0" dirty="0" err="1">
                <a:latin typeface="Alexandria" panose="020B0604020202020204" charset="-78"/>
                <a:cs typeface="Alexandria" panose="020B0604020202020204" charset="-78"/>
              </a:rPr>
              <a:t>ngưỡng</a:t>
            </a:r>
            <a:r>
              <a:rPr lang="vi-VN" kern="0" dirty="0">
                <a:latin typeface="Alexandria" panose="020B0604020202020204" charset="-78"/>
                <a:cs typeface="Alexandria" panose="020B0604020202020204" charset="-78"/>
              </a:rPr>
              <a:t> </a:t>
            </a:r>
            <a:r>
              <a:rPr lang="vi-VN" kern="0" dirty="0" err="1">
                <a:latin typeface="Alexandria" panose="020B0604020202020204" charset="-78"/>
                <a:cs typeface="Alexandria" panose="020B0604020202020204" charset="-78"/>
              </a:rPr>
              <a:t>tần</a:t>
            </a:r>
            <a:r>
              <a:rPr lang="vi-VN" kern="0" dirty="0">
                <a:latin typeface="Alexandria" panose="020B0604020202020204" charset="-78"/>
                <a:cs typeface="Alexandria" panose="020B0604020202020204" charset="-78"/>
              </a:rPr>
              <a:t> </a:t>
            </a:r>
            <a:r>
              <a:rPr lang="vi-VN" kern="0" dirty="0" err="1">
                <a:latin typeface="Alexandria" panose="020B0604020202020204" charset="-78"/>
                <a:cs typeface="Alexandria" panose="020B0604020202020204" charset="-78"/>
              </a:rPr>
              <a:t>suất</a:t>
            </a:r>
            <a:r>
              <a:rPr lang="vi-VN" kern="0" dirty="0">
                <a:latin typeface="Alexandria" panose="020B0604020202020204" charset="-78"/>
                <a:cs typeface="Alexandria" panose="020B0604020202020204" charset="-78"/>
              </a:rPr>
              <a:t> (</a:t>
            </a:r>
            <a:r>
              <a:rPr lang="vi-VN" kern="0" dirty="0" err="1">
                <a:latin typeface="Alexandria" panose="020B0604020202020204" charset="-78"/>
                <a:cs typeface="Alexandria" panose="020B0604020202020204" charset="-78"/>
              </a:rPr>
              <a:t>min_freq</a:t>
            </a:r>
            <a:r>
              <a:rPr lang="vi-VN" kern="0" dirty="0">
                <a:latin typeface="Alexandria" panose="020B0604020202020204" charset="-78"/>
                <a:cs typeface="Alexandria" panose="020B0604020202020204" charset="-78"/>
              </a:rPr>
              <a:t>) </a:t>
            </a:r>
            <a:r>
              <a:rPr lang="vi-VN" kern="0" dirty="0" err="1">
                <a:latin typeface="Alexandria" panose="020B0604020202020204" charset="-78"/>
                <a:cs typeface="Alexandria" panose="020B0604020202020204" charset="-78"/>
              </a:rPr>
              <a:t>và</a:t>
            </a:r>
            <a:r>
              <a:rPr lang="vi-VN" kern="0" dirty="0">
                <a:latin typeface="Alexandria" panose="020B0604020202020204" charset="-78"/>
                <a:cs typeface="Alexandria" panose="020B0604020202020204" charset="-78"/>
              </a:rPr>
              <a:t> </a:t>
            </a:r>
            <a:r>
              <a:rPr lang="vi-VN" kern="0" dirty="0" err="1">
                <a:latin typeface="Alexandria" panose="020B0604020202020204" charset="-78"/>
                <a:cs typeface="Alexandria" panose="020B0604020202020204" charset="-78"/>
              </a:rPr>
              <a:t>số</a:t>
            </a:r>
            <a:r>
              <a:rPr lang="vi-VN" kern="0" dirty="0">
                <a:latin typeface="Alexandria" panose="020B0604020202020204" charset="-78"/>
                <a:cs typeface="Alexandria" panose="020B0604020202020204" charset="-78"/>
              </a:rPr>
              <a:t> </a:t>
            </a:r>
            <a:r>
              <a:rPr lang="vi-VN" kern="0" dirty="0" err="1">
                <a:latin typeface="Alexandria" panose="020B0604020202020204" charset="-78"/>
                <a:cs typeface="Alexandria" panose="020B0604020202020204" charset="-78"/>
              </a:rPr>
              <a:t>lượng</a:t>
            </a:r>
            <a:r>
              <a:rPr lang="vi-VN" kern="0" dirty="0">
                <a:latin typeface="Alexandria" panose="020B0604020202020204" charset="-78"/>
                <a:cs typeface="Alexandria" panose="020B0604020202020204" charset="-78"/>
              </a:rPr>
              <a:t> </a:t>
            </a:r>
            <a:r>
              <a:rPr lang="vi-VN" kern="0" dirty="0" err="1">
                <a:latin typeface="Alexandria" panose="020B0604020202020204" charset="-78"/>
                <a:cs typeface="Alexandria" panose="020B0604020202020204" charset="-78"/>
              </a:rPr>
              <a:t>gợi</a:t>
            </a:r>
            <a:r>
              <a:rPr lang="vi-VN" kern="0" dirty="0">
                <a:latin typeface="Alexandria" panose="020B0604020202020204" charset="-78"/>
                <a:cs typeface="Alexandria" panose="020B0604020202020204" charset="-78"/>
              </a:rPr>
              <a:t> ý K</a:t>
            </a:r>
            <a:endParaRPr lang="en-US" kern="0" dirty="0">
              <a:latin typeface="Alexandria" panose="020B0604020202020204" charset="-78"/>
              <a:cs typeface="Alexandria" panose="020B0604020202020204" charset="-78"/>
            </a:endParaRPr>
          </a:p>
          <a:p>
            <a:pPr marL="742950" lvl="1" indent="-285750">
              <a:lnSpc>
                <a:spcPct val="200000"/>
              </a:lnSpc>
              <a:buFont typeface="+mj-lt"/>
              <a:buAutoNum type="arabicPeriod"/>
            </a:pPr>
            <a:r>
              <a:rPr lang="vi-VN" kern="0" dirty="0" err="1">
                <a:latin typeface="Alexandria" panose="020B0604020202020204" charset="-78"/>
                <a:cs typeface="Alexandria" panose="020B0604020202020204" charset="-78"/>
              </a:rPr>
              <a:t>Ảnh</a:t>
            </a:r>
            <a:r>
              <a:rPr lang="vi-VN" kern="0" dirty="0">
                <a:latin typeface="Alexandria" panose="020B0604020202020204" charset="-78"/>
                <a:cs typeface="Alexandria" panose="020B0604020202020204" charset="-78"/>
              </a:rPr>
              <a:t> </a:t>
            </a:r>
            <a:r>
              <a:rPr lang="vi-VN" kern="0" dirty="0" err="1">
                <a:latin typeface="Alexandria" panose="020B0604020202020204" charset="-78"/>
                <a:cs typeface="Alexandria" panose="020B0604020202020204" charset="-78"/>
              </a:rPr>
              <a:t>hưởng</a:t>
            </a:r>
            <a:r>
              <a:rPr lang="vi-VN" kern="0" dirty="0">
                <a:latin typeface="Alexandria" panose="020B0604020202020204" charset="-78"/>
                <a:cs typeface="Alexandria" panose="020B0604020202020204" charset="-78"/>
              </a:rPr>
              <a:t> </a:t>
            </a:r>
            <a:r>
              <a:rPr lang="vi-VN" kern="0" dirty="0" err="1">
                <a:latin typeface="Alexandria" panose="020B0604020202020204" charset="-78"/>
                <a:cs typeface="Alexandria" panose="020B0604020202020204" charset="-78"/>
              </a:rPr>
              <a:t>của</a:t>
            </a:r>
            <a:r>
              <a:rPr lang="vi-VN" kern="0" dirty="0">
                <a:latin typeface="Alexandria" panose="020B0604020202020204" charset="-78"/>
                <a:cs typeface="Alexandria" panose="020B0604020202020204" charset="-78"/>
              </a:rPr>
              <a:t> </a:t>
            </a:r>
            <a:r>
              <a:rPr lang="vi-VN" kern="0" dirty="0" err="1">
                <a:latin typeface="Alexandria" panose="020B0604020202020204" charset="-78"/>
                <a:cs typeface="Alexandria" panose="020B0604020202020204" charset="-78"/>
              </a:rPr>
              <a:t>mã</a:t>
            </a:r>
            <a:r>
              <a:rPr lang="vi-VN" kern="0" dirty="0">
                <a:latin typeface="Alexandria" panose="020B0604020202020204" charset="-78"/>
                <a:cs typeface="Alexandria" panose="020B0604020202020204" charset="-78"/>
              </a:rPr>
              <a:t> </a:t>
            </a:r>
            <a:r>
              <a:rPr lang="vi-VN" kern="0" dirty="0" err="1">
                <a:latin typeface="Alexandria" panose="020B0604020202020204" charset="-78"/>
                <a:cs typeface="Alexandria" panose="020B0604020202020204" charset="-78"/>
              </a:rPr>
              <a:t>quà</a:t>
            </a:r>
            <a:r>
              <a:rPr lang="vi-VN" kern="0" dirty="0">
                <a:latin typeface="Alexandria" panose="020B0604020202020204" charset="-78"/>
                <a:cs typeface="Alexandria" panose="020B0604020202020204" charset="-78"/>
              </a:rPr>
              <a:t> </a:t>
            </a:r>
            <a:r>
              <a:rPr lang="vi-VN" kern="0" dirty="0" err="1">
                <a:latin typeface="Alexandria" panose="020B0604020202020204" charset="-78"/>
                <a:cs typeface="Alexandria" panose="020B0604020202020204" charset="-78"/>
              </a:rPr>
              <a:t>tặng</a:t>
            </a:r>
            <a:r>
              <a:rPr lang="vi-VN" kern="0" dirty="0">
                <a:latin typeface="Alexandria" panose="020B0604020202020204" charset="-78"/>
                <a:cs typeface="Alexandria" panose="020B0604020202020204" charset="-78"/>
              </a:rPr>
              <a:t>/</a:t>
            </a:r>
            <a:r>
              <a:rPr lang="vi-VN" kern="0" dirty="0" err="1">
                <a:latin typeface="Alexandria" panose="020B0604020202020204" charset="-78"/>
                <a:cs typeface="Alexandria" panose="020B0604020202020204" charset="-78"/>
              </a:rPr>
              <a:t>đóng</a:t>
            </a:r>
            <a:r>
              <a:rPr lang="vi-VN" kern="0" dirty="0">
                <a:latin typeface="Alexandria" panose="020B0604020202020204" charset="-78"/>
                <a:cs typeface="Alexandria" panose="020B0604020202020204" charset="-78"/>
              </a:rPr>
              <a:t> </a:t>
            </a:r>
            <a:r>
              <a:rPr lang="vi-VN" kern="0" dirty="0" err="1">
                <a:latin typeface="Alexandria" panose="020B0604020202020204" charset="-78"/>
                <a:cs typeface="Alexandria" panose="020B0604020202020204" charset="-78"/>
              </a:rPr>
              <a:t>gói</a:t>
            </a:r>
            <a:r>
              <a:rPr lang="vi-VN" kern="0" dirty="0">
                <a:latin typeface="Alexandria" panose="020B0604020202020204" charset="-78"/>
                <a:cs typeface="Alexandria" panose="020B0604020202020204" charset="-78"/>
              </a:rPr>
              <a:t> (PADS, gift_0001_*, DCGSSGIRL, DCGSSBOY)</a:t>
            </a:r>
            <a:endParaRPr lang="en-US" kern="0" dirty="0">
              <a:latin typeface="Alexandria" panose="020B0604020202020204" charset="-78"/>
              <a:cs typeface="Alexandria" panose="020B0604020202020204" charset="-78"/>
            </a:endParaRPr>
          </a:p>
          <a:p>
            <a:pPr marL="285750" indent="-285750">
              <a:lnSpc>
                <a:spcPct val="200000"/>
              </a:lnSpc>
            </a:pPr>
            <a:r>
              <a:rPr lang="vi-VN" kern="0" dirty="0" err="1">
                <a:latin typeface="Alexandria" panose="020B0604020202020204" charset="-78"/>
                <a:cs typeface="Alexandria" panose="020B0604020202020204" charset="-78"/>
              </a:rPr>
              <a:t>Đánh</a:t>
            </a:r>
            <a:r>
              <a:rPr lang="vi-VN" kern="0" dirty="0">
                <a:latin typeface="Alexandria" panose="020B0604020202020204" charset="-78"/>
                <a:cs typeface="Alexandria" panose="020B0604020202020204" charset="-78"/>
              </a:rPr>
              <a:t> </a:t>
            </a:r>
            <a:r>
              <a:rPr lang="vi-VN" kern="0" dirty="0" err="1">
                <a:latin typeface="Alexandria" panose="020B0604020202020204" charset="-78"/>
                <a:cs typeface="Alexandria" panose="020B0604020202020204" charset="-78"/>
              </a:rPr>
              <a:t>giá</a:t>
            </a:r>
            <a:r>
              <a:rPr lang="vi-VN" kern="0" dirty="0">
                <a:latin typeface="Alexandria" panose="020B0604020202020204" charset="-78"/>
                <a:cs typeface="Alexandria" panose="020B0604020202020204" charset="-78"/>
              </a:rPr>
              <a:t> </a:t>
            </a:r>
            <a:r>
              <a:rPr lang="vi-VN" kern="0" dirty="0" err="1">
                <a:latin typeface="Alexandria" panose="020B0604020202020204" charset="-78"/>
                <a:cs typeface="Alexandria" panose="020B0604020202020204" charset="-78"/>
              </a:rPr>
              <a:t>bằng</a:t>
            </a:r>
            <a:r>
              <a:rPr lang="vi-VN" kern="0" dirty="0">
                <a:latin typeface="Alexandria" panose="020B0604020202020204" charset="-78"/>
                <a:cs typeface="Alexandria" panose="020B0604020202020204" charset="-78"/>
              </a:rPr>
              <a:t> phương </a:t>
            </a:r>
            <a:r>
              <a:rPr lang="vi-VN" kern="0" dirty="0" err="1">
                <a:latin typeface="Alexandria" panose="020B0604020202020204" charset="-78"/>
                <a:cs typeface="Alexandria" panose="020B0604020202020204" charset="-78"/>
              </a:rPr>
              <a:t>pháp</a:t>
            </a:r>
            <a:r>
              <a:rPr lang="vi-VN" kern="0" dirty="0">
                <a:latin typeface="Alexandria" panose="020B0604020202020204" charset="-78"/>
                <a:cs typeface="Alexandria" panose="020B0604020202020204" charset="-78"/>
              </a:rPr>
              <a:t> </a:t>
            </a:r>
            <a:r>
              <a:rPr lang="vi-VN" kern="0" dirty="0" err="1">
                <a:latin typeface="Alexandria" panose="020B0604020202020204" charset="-78"/>
                <a:cs typeface="Alexandria" panose="020B0604020202020204" charset="-78"/>
              </a:rPr>
              <a:t>leave-one-out</a:t>
            </a:r>
            <a:r>
              <a:rPr lang="vi-VN" kern="0" dirty="0">
                <a:latin typeface="Alexandria" panose="020B0604020202020204" charset="-78"/>
                <a:cs typeface="Alexandria" panose="020B0604020202020204" charset="-78"/>
              </a:rPr>
              <a:t> + </a:t>
            </a:r>
            <a:r>
              <a:rPr lang="vi-VN" kern="0" dirty="0" err="1">
                <a:latin typeface="Alexandria" panose="020B0604020202020204" charset="-78"/>
                <a:cs typeface="Alexandria" panose="020B0604020202020204" charset="-78"/>
              </a:rPr>
              <a:t>độ</a:t>
            </a:r>
            <a:r>
              <a:rPr lang="vi-VN" kern="0" dirty="0">
                <a:latin typeface="Alexandria" panose="020B0604020202020204" charset="-78"/>
                <a:cs typeface="Alexandria" panose="020B0604020202020204" charset="-78"/>
              </a:rPr>
              <a:t> đo </a:t>
            </a:r>
            <a:r>
              <a:rPr lang="vi-VN" kern="0" dirty="0" err="1">
                <a:latin typeface="Alexandria" panose="020B0604020202020204" charset="-78"/>
                <a:cs typeface="Alexandria" panose="020B0604020202020204" charset="-78"/>
              </a:rPr>
              <a:t>Hit-rate@K</a:t>
            </a:r>
            <a:r>
              <a:rPr lang="vi-VN" kern="0" dirty="0">
                <a:latin typeface="Alexandria" panose="020B0604020202020204" charset="-78"/>
                <a:cs typeface="Alexandria" panose="020B0604020202020204" charset="-78"/>
              </a:rPr>
              <a:t>, </a:t>
            </a:r>
            <a:r>
              <a:rPr lang="vi-VN" kern="0" dirty="0" err="1">
                <a:latin typeface="Alexandria" panose="020B0604020202020204" charset="-78"/>
                <a:cs typeface="Alexandria" panose="020B0604020202020204" charset="-78"/>
              </a:rPr>
              <a:t>Coverage</a:t>
            </a:r>
            <a:endParaRPr lang="en-US" kern="0" dirty="0">
              <a:latin typeface="Alexandria" panose="020B0604020202020204" charset="-78"/>
              <a:cs typeface="Alexandria" panose="020B0604020202020204" charset="-78"/>
            </a:endParaRPr>
          </a:p>
          <a:p>
            <a:pPr marL="285750" indent="-285750">
              <a:lnSpc>
                <a:spcPct val="200000"/>
              </a:lnSpc>
            </a:pPr>
            <a:r>
              <a:rPr lang="vi-VN" kern="0" dirty="0" err="1">
                <a:latin typeface="Alexandria" panose="020B0604020202020204" charset="-78"/>
                <a:cs typeface="Alexandria" panose="020B0604020202020204" charset="-78"/>
              </a:rPr>
              <a:t>Tất</a:t>
            </a:r>
            <a:r>
              <a:rPr lang="vi-VN" kern="0" dirty="0">
                <a:latin typeface="Alexandria" panose="020B0604020202020204" charset="-78"/>
                <a:cs typeface="Alexandria" panose="020B0604020202020204" charset="-78"/>
              </a:rPr>
              <a:t> </a:t>
            </a:r>
            <a:r>
              <a:rPr lang="vi-VN" kern="0" dirty="0" err="1">
                <a:latin typeface="Alexandria" panose="020B0604020202020204" charset="-78"/>
                <a:cs typeface="Alexandria" panose="020B0604020202020204" charset="-78"/>
              </a:rPr>
              <a:t>cả</a:t>
            </a:r>
            <a:r>
              <a:rPr lang="vi-VN" kern="0" dirty="0">
                <a:latin typeface="Alexandria" panose="020B0604020202020204" charset="-78"/>
                <a:cs typeface="Alexandria" panose="020B0604020202020204" charset="-78"/>
              </a:rPr>
              <a:t> </a:t>
            </a:r>
            <a:r>
              <a:rPr lang="vi-VN" kern="0" dirty="0" err="1">
                <a:latin typeface="Alexandria" panose="020B0604020202020204" charset="-78"/>
                <a:cs typeface="Alexandria" panose="020B0604020202020204" charset="-78"/>
              </a:rPr>
              <a:t>thí</a:t>
            </a:r>
            <a:r>
              <a:rPr lang="vi-VN" kern="0" dirty="0">
                <a:latin typeface="Alexandria" panose="020B0604020202020204" charset="-78"/>
                <a:cs typeface="Alexandria" panose="020B0604020202020204" charset="-78"/>
              </a:rPr>
              <a:t> </a:t>
            </a:r>
            <a:r>
              <a:rPr lang="vi-VN" kern="0" dirty="0" err="1">
                <a:latin typeface="Alexandria" panose="020B0604020202020204" charset="-78"/>
                <a:cs typeface="Alexandria" panose="020B0604020202020204" charset="-78"/>
              </a:rPr>
              <a:t>nghiệm</a:t>
            </a:r>
            <a:r>
              <a:rPr lang="vi-VN" kern="0" dirty="0">
                <a:latin typeface="Alexandria" panose="020B0604020202020204" charset="-78"/>
                <a:cs typeface="Alexandria" panose="020B0604020202020204" charset="-78"/>
              </a:rPr>
              <a:t> </a:t>
            </a:r>
            <a:r>
              <a:rPr lang="vi-VN" kern="0" dirty="0" err="1">
                <a:latin typeface="Alexandria" panose="020B0604020202020204" charset="-78"/>
                <a:cs typeface="Alexandria" panose="020B0604020202020204" charset="-78"/>
              </a:rPr>
              <a:t>chạy</a:t>
            </a:r>
            <a:r>
              <a:rPr lang="vi-VN" kern="0" dirty="0">
                <a:latin typeface="Alexandria" panose="020B0604020202020204" charset="-78"/>
                <a:cs typeface="Alexandria" panose="020B0604020202020204" charset="-78"/>
              </a:rPr>
              <a:t> trên </a:t>
            </a:r>
            <a:r>
              <a:rPr lang="vi-VN" kern="0" dirty="0" err="1">
                <a:latin typeface="Alexandria" panose="020B0604020202020204" charset="-78"/>
                <a:cs typeface="Alexandria" panose="020B0604020202020204" charset="-78"/>
              </a:rPr>
              <a:t>tập</a:t>
            </a:r>
            <a:r>
              <a:rPr lang="vi-VN" kern="0" dirty="0">
                <a:latin typeface="Alexandria" panose="020B0604020202020204" charset="-78"/>
                <a:cs typeface="Alexandria" panose="020B0604020202020204" charset="-78"/>
              </a:rPr>
              <a:t> </a:t>
            </a:r>
            <a:r>
              <a:rPr lang="vi-VN" kern="0" dirty="0" err="1">
                <a:latin typeface="Alexandria" panose="020B0604020202020204" charset="-78"/>
                <a:cs typeface="Alexandria" panose="020B0604020202020204" charset="-78"/>
              </a:rPr>
              <a:t>validation</a:t>
            </a:r>
            <a:r>
              <a:rPr lang="vi-VN" kern="0" dirty="0">
                <a:latin typeface="Alexandria" panose="020B0604020202020204" charset="-78"/>
                <a:cs typeface="Alexandria" panose="020B0604020202020204" charset="-78"/>
              </a:rPr>
              <a:t>, </a:t>
            </a:r>
            <a:r>
              <a:rPr lang="vi-VN" kern="0" dirty="0" err="1">
                <a:latin typeface="Alexandria" panose="020B0604020202020204" charset="-78"/>
                <a:cs typeface="Alexandria" panose="020B0604020202020204" charset="-78"/>
              </a:rPr>
              <a:t>test</a:t>
            </a:r>
            <a:r>
              <a:rPr lang="vi-VN" kern="0" dirty="0">
                <a:latin typeface="Alexandria" panose="020B0604020202020204" charset="-78"/>
                <a:cs typeface="Alexandria" panose="020B0604020202020204" charset="-78"/>
              </a:rPr>
              <a:t> </a:t>
            </a:r>
            <a:r>
              <a:rPr lang="vi-VN" kern="0" dirty="0" err="1">
                <a:latin typeface="Alexandria" panose="020B0604020202020204" charset="-78"/>
                <a:cs typeface="Alexandria" panose="020B0604020202020204" charset="-78"/>
              </a:rPr>
              <a:t>chỉ</a:t>
            </a:r>
            <a:r>
              <a:rPr lang="vi-VN" kern="0" dirty="0">
                <a:latin typeface="Alexandria" panose="020B0604020202020204" charset="-78"/>
                <a:cs typeface="Alexandria" panose="020B0604020202020204" charset="-78"/>
              </a:rPr>
              <a:t> </a:t>
            </a:r>
            <a:r>
              <a:rPr lang="vi-VN" kern="0" dirty="0" err="1">
                <a:latin typeface="Alexandria" panose="020B0604020202020204" charset="-78"/>
                <a:cs typeface="Alexandria" panose="020B0604020202020204" charset="-78"/>
              </a:rPr>
              <a:t>dùng</a:t>
            </a:r>
            <a:r>
              <a:rPr lang="vi-VN" kern="0" dirty="0">
                <a:latin typeface="Alexandria" panose="020B0604020202020204" charset="-78"/>
                <a:cs typeface="Alexandria" panose="020B0604020202020204" charset="-78"/>
              </a:rPr>
              <a:t> ở </a:t>
            </a:r>
            <a:r>
              <a:rPr lang="vi-VN" kern="0" dirty="0" err="1">
                <a:latin typeface="Alexandria" panose="020B0604020202020204" charset="-78"/>
                <a:cs typeface="Alexandria" panose="020B0604020202020204" charset="-78"/>
              </a:rPr>
              <a:t>bước</a:t>
            </a:r>
            <a:r>
              <a:rPr lang="vi-VN" kern="0" dirty="0">
                <a:latin typeface="Alexandria" panose="020B0604020202020204" charset="-78"/>
                <a:cs typeface="Alexandria" panose="020B0604020202020204" charset="-78"/>
              </a:rPr>
              <a:t> </a:t>
            </a:r>
            <a:r>
              <a:rPr lang="vi-VN" kern="0" dirty="0" err="1">
                <a:latin typeface="Alexandria" panose="020B0604020202020204" charset="-78"/>
                <a:cs typeface="Alexandria" panose="020B0604020202020204" charset="-78"/>
              </a:rPr>
              <a:t>cuố</a:t>
            </a:r>
            <a:r>
              <a:rPr lang="en-US" kern="0" dirty="0" err="1">
                <a:latin typeface="Alexandria" panose="020B0604020202020204" charset="-78"/>
                <a:cs typeface="Alexandria" panose="020B0604020202020204" charset="-78"/>
              </a:rPr>
              <a:t>i</a:t>
            </a:r>
            <a:endParaRPr lang="en-US" kern="0" dirty="0">
              <a:latin typeface="Alexandria" panose="020B0604020202020204" charset="-78"/>
              <a:cs typeface="Alexandria" panose="020B0604020202020204" charset="-78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Google Shape;208;p37">
            <a:extLst>
              <a:ext uri="{FF2B5EF4-FFF2-40B4-BE49-F238E27FC236}">
                <a16:creationId xmlns:a16="http://schemas.microsoft.com/office/drawing/2014/main" id="{8125F56E-354B-4F10-A542-DA7E27C2EC07}"/>
              </a:ext>
            </a:extLst>
          </p:cNvPr>
          <p:cNvSpPr txBox="1">
            <a:spLocks/>
          </p:cNvSpPr>
          <p:nvPr/>
        </p:nvSpPr>
        <p:spPr>
          <a:xfrm>
            <a:off x="439480" y="294618"/>
            <a:ext cx="8286306" cy="54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lexandria Medium"/>
              <a:buNone/>
              <a:defRPr sz="2500" b="0" i="0" u="none" strike="noStrike" cap="none">
                <a:solidFill>
                  <a:schemeClr val="dk1"/>
                </a:solidFill>
                <a:latin typeface="Alexandria Medium"/>
                <a:ea typeface="Alexandria Medium"/>
                <a:cs typeface="Alexandria Medium"/>
                <a:sym typeface="Alexandria Medium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lexandria Medium"/>
              <a:buNone/>
              <a:defRPr sz="3000" b="0" i="0" u="none" strike="noStrike" cap="none">
                <a:solidFill>
                  <a:schemeClr val="dk1"/>
                </a:solidFill>
                <a:latin typeface="Alexandria Medium"/>
                <a:ea typeface="Alexandria Medium"/>
                <a:cs typeface="Alexandria Medium"/>
                <a:sym typeface="Alexandria Medium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lexandria Medium"/>
              <a:buNone/>
              <a:defRPr sz="3000" b="0" i="0" u="none" strike="noStrike" cap="none">
                <a:solidFill>
                  <a:schemeClr val="dk1"/>
                </a:solidFill>
                <a:latin typeface="Alexandria Medium"/>
                <a:ea typeface="Alexandria Medium"/>
                <a:cs typeface="Alexandria Medium"/>
                <a:sym typeface="Alexandria Medium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lexandria Medium"/>
              <a:buNone/>
              <a:defRPr sz="3000" b="0" i="0" u="none" strike="noStrike" cap="none">
                <a:solidFill>
                  <a:schemeClr val="dk1"/>
                </a:solidFill>
                <a:latin typeface="Alexandria Medium"/>
                <a:ea typeface="Alexandria Medium"/>
                <a:cs typeface="Alexandria Medium"/>
                <a:sym typeface="Alexandria Medium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lexandria Medium"/>
              <a:buNone/>
              <a:defRPr sz="3000" b="0" i="0" u="none" strike="noStrike" cap="none">
                <a:solidFill>
                  <a:schemeClr val="dk1"/>
                </a:solidFill>
                <a:latin typeface="Alexandria Medium"/>
                <a:ea typeface="Alexandria Medium"/>
                <a:cs typeface="Alexandria Medium"/>
                <a:sym typeface="Alexandria Medium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lexandria Medium"/>
              <a:buNone/>
              <a:defRPr sz="3000" b="0" i="0" u="none" strike="noStrike" cap="none">
                <a:solidFill>
                  <a:schemeClr val="dk1"/>
                </a:solidFill>
                <a:latin typeface="Alexandria Medium"/>
                <a:ea typeface="Alexandria Medium"/>
                <a:cs typeface="Alexandria Medium"/>
                <a:sym typeface="Alexandria Medium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lexandria Medium"/>
              <a:buNone/>
              <a:defRPr sz="3000" b="0" i="0" u="none" strike="noStrike" cap="none">
                <a:solidFill>
                  <a:schemeClr val="dk1"/>
                </a:solidFill>
                <a:latin typeface="Alexandria Medium"/>
                <a:ea typeface="Alexandria Medium"/>
                <a:cs typeface="Alexandria Medium"/>
                <a:sym typeface="Alexandria Medium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lexandria Medium"/>
              <a:buNone/>
              <a:defRPr sz="3000" b="0" i="0" u="none" strike="noStrike" cap="none">
                <a:solidFill>
                  <a:schemeClr val="dk1"/>
                </a:solidFill>
                <a:latin typeface="Alexandria Medium"/>
                <a:ea typeface="Alexandria Medium"/>
                <a:cs typeface="Alexandria Medium"/>
                <a:sym typeface="Alexandria Medium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lexandria Medium"/>
              <a:buNone/>
              <a:defRPr sz="3000" b="0" i="0" u="none" strike="noStrike" cap="none">
                <a:solidFill>
                  <a:schemeClr val="dk1"/>
                </a:solidFill>
                <a:latin typeface="Alexandria Medium"/>
                <a:ea typeface="Alexandria Medium"/>
                <a:cs typeface="Alexandria Medium"/>
                <a:sym typeface="Alexandria Medium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5110E"/>
              </a:buClr>
              <a:buSzPts val="3000"/>
              <a:buFont typeface="Alexandria Medium"/>
              <a:buNone/>
              <a:tabLst/>
              <a:defRPr/>
            </a:pPr>
            <a:r>
              <a:rPr kumimoji="0" lang="vi-VN" sz="2000" b="1" i="0" u="none" strike="noStrike" kern="0" cap="none" spc="0" normalizeH="0" baseline="0" noProof="0" dirty="0" err="1">
                <a:ln>
                  <a:noFill/>
                </a:ln>
                <a:solidFill>
                  <a:srgbClr val="15110E"/>
                </a:solidFill>
                <a:effectLst/>
                <a:uLnTx/>
                <a:uFillTx/>
                <a:latin typeface="Alexandria" pitchFamily="2" charset="-78"/>
                <a:cs typeface="Alexandria" pitchFamily="2" charset="-78"/>
                <a:sym typeface="Alexandria Medium"/>
              </a:rPr>
              <a:t>Cosine</a:t>
            </a:r>
            <a:r>
              <a:rPr kumimoji="0" lang="vi-VN" sz="2000" b="1" i="0" u="none" strike="noStrike" kern="0" cap="none" spc="0" normalizeH="0" baseline="0" noProof="0" dirty="0">
                <a:ln>
                  <a:noFill/>
                </a:ln>
                <a:solidFill>
                  <a:srgbClr val="15110E"/>
                </a:solidFill>
                <a:effectLst/>
                <a:uLnTx/>
                <a:uFillTx/>
                <a:latin typeface="Alexandria" pitchFamily="2" charset="-78"/>
                <a:cs typeface="Alexandria" pitchFamily="2" charset="-78"/>
                <a:sym typeface="Alexandria Medium"/>
              </a:rPr>
              <a:t> so </a:t>
            </a:r>
            <a:r>
              <a:rPr kumimoji="0" lang="vi-VN" sz="2000" b="1" i="0" u="none" strike="noStrike" kern="0" cap="none" spc="0" normalizeH="0" baseline="0" noProof="0" dirty="0" err="1">
                <a:ln>
                  <a:noFill/>
                </a:ln>
                <a:solidFill>
                  <a:srgbClr val="15110E"/>
                </a:solidFill>
                <a:effectLst/>
                <a:uLnTx/>
                <a:uFillTx/>
                <a:latin typeface="Alexandria" pitchFamily="2" charset="-78"/>
                <a:cs typeface="Alexandria" pitchFamily="2" charset="-78"/>
                <a:sym typeface="Alexandria Medium"/>
              </a:rPr>
              <a:t>với</a:t>
            </a:r>
            <a:r>
              <a:rPr kumimoji="0" lang="vi-VN" sz="2000" b="1" i="0" u="none" strike="noStrike" kern="0" cap="none" spc="0" normalizeH="0" baseline="0" noProof="0" dirty="0">
                <a:ln>
                  <a:noFill/>
                </a:ln>
                <a:solidFill>
                  <a:srgbClr val="15110E"/>
                </a:solidFill>
                <a:effectLst/>
                <a:uLnTx/>
                <a:uFillTx/>
                <a:latin typeface="Alexandria" pitchFamily="2" charset="-78"/>
                <a:cs typeface="Alexandria" pitchFamily="2" charset="-78"/>
                <a:sym typeface="Alexandria Medium"/>
              </a:rPr>
              <a:t> </a:t>
            </a:r>
            <a:r>
              <a:rPr kumimoji="0" lang="vi-VN" sz="2000" b="1" i="0" u="none" strike="noStrike" kern="0" cap="none" spc="0" normalizeH="0" baseline="0" noProof="0" dirty="0" err="1">
                <a:ln>
                  <a:noFill/>
                </a:ln>
                <a:solidFill>
                  <a:srgbClr val="15110E"/>
                </a:solidFill>
                <a:effectLst/>
                <a:uLnTx/>
                <a:uFillTx/>
                <a:latin typeface="Alexandria" pitchFamily="2" charset="-78"/>
                <a:cs typeface="Alexandria" pitchFamily="2" charset="-78"/>
                <a:sym typeface="Alexandria Medium"/>
              </a:rPr>
              <a:t>Baseline</a:t>
            </a:r>
            <a:r>
              <a:rPr kumimoji="0" lang="vi-VN" sz="2000" b="1" i="0" u="none" strike="noStrike" kern="0" cap="none" spc="0" normalizeH="0" baseline="0" noProof="0" dirty="0">
                <a:ln>
                  <a:noFill/>
                </a:ln>
                <a:solidFill>
                  <a:srgbClr val="15110E"/>
                </a:solidFill>
                <a:effectLst/>
                <a:uLnTx/>
                <a:uFillTx/>
                <a:latin typeface="Alexandria" pitchFamily="2" charset="-78"/>
                <a:cs typeface="Alexandria" pitchFamily="2" charset="-78"/>
                <a:sym typeface="Alexandria Medium"/>
              </a:rPr>
              <a:t>, </a:t>
            </a:r>
            <a:r>
              <a:rPr kumimoji="0" lang="vi-VN" sz="2000" b="1" i="0" u="none" strike="noStrike" kern="0" cap="none" spc="0" normalizeH="0" baseline="0" noProof="0" dirty="0" err="1">
                <a:ln>
                  <a:noFill/>
                </a:ln>
                <a:solidFill>
                  <a:srgbClr val="15110E"/>
                </a:solidFill>
                <a:effectLst/>
                <a:uLnTx/>
                <a:uFillTx/>
                <a:latin typeface="Alexandria" pitchFamily="2" charset="-78"/>
                <a:cs typeface="Alexandria" pitchFamily="2" charset="-78"/>
                <a:sym typeface="Alexandria Medium"/>
              </a:rPr>
              <a:t>và</a:t>
            </a:r>
            <a:r>
              <a:rPr kumimoji="0" lang="vi-VN" sz="2000" b="1" i="0" u="none" strike="noStrike" kern="0" cap="none" spc="0" normalizeH="0" baseline="0" noProof="0" dirty="0">
                <a:ln>
                  <a:noFill/>
                </a:ln>
                <a:solidFill>
                  <a:srgbClr val="15110E"/>
                </a:solidFill>
                <a:effectLst/>
                <a:uLnTx/>
                <a:uFillTx/>
                <a:latin typeface="Alexandria" pitchFamily="2" charset="-78"/>
                <a:cs typeface="Alexandria" pitchFamily="2" charset="-78"/>
                <a:sym typeface="Alexandria Medium"/>
              </a:rPr>
              <a:t> </a:t>
            </a:r>
            <a:r>
              <a:rPr kumimoji="0" lang="vi-VN" sz="2000" b="1" i="0" u="none" strike="noStrike" kern="0" cap="none" spc="0" normalizeH="0" baseline="0" noProof="0" dirty="0" err="1">
                <a:ln>
                  <a:noFill/>
                </a:ln>
                <a:solidFill>
                  <a:srgbClr val="15110E"/>
                </a:solidFill>
                <a:effectLst/>
                <a:uLnTx/>
                <a:uFillTx/>
                <a:latin typeface="Alexandria" pitchFamily="2" charset="-78"/>
                <a:cs typeface="Alexandria" pitchFamily="2" charset="-78"/>
                <a:sym typeface="Alexandria Medium"/>
              </a:rPr>
              <a:t>ngưỡng</a:t>
            </a:r>
            <a:r>
              <a:rPr kumimoji="0" lang="vi-VN" sz="2000" b="1" i="0" u="none" strike="noStrike" kern="0" cap="none" spc="0" normalizeH="0" baseline="0" noProof="0" dirty="0">
                <a:ln>
                  <a:noFill/>
                </a:ln>
                <a:solidFill>
                  <a:srgbClr val="15110E"/>
                </a:solidFill>
                <a:effectLst/>
                <a:uLnTx/>
                <a:uFillTx/>
                <a:latin typeface="Alexandria" pitchFamily="2" charset="-78"/>
                <a:cs typeface="Alexandria" pitchFamily="2" charset="-78"/>
                <a:sym typeface="Alexandria Medium"/>
              </a:rPr>
              <a:t> </a:t>
            </a:r>
            <a:r>
              <a:rPr kumimoji="0" lang="vi-VN" sz="2000" b="1" i="0" u="none" strike="noStrike" kern="0" cap="none" spc="0" normalizeH="0" baseline="0" noProof="0" dirty="0" err="1">
                <a:ln>
                  <a:noFill/>
                </a:ln>
                <a:solidFill>
                  <a:srgbClr val="15110E"/>
                </a:solidFill>
                <a:effectLst/>
                <a:uLnTx/>
                <a:uFillTx/>
                <a:latin typeface="Alexandria" pitchFamily="2" charset="-78"/>
                <a:cs typeface="Alexandria" pitchFamily="2" charset="-78"/>
                <a:sym typeface="Alexandria Medium"/>
              </a:rPr>
              <a:t>min_freq</a:t>
            </a:r>
            <a:r>
              <a:rPr kumimoji="0" lang="en-US" sz="2000" b="1" i="0" u="none" strike="noStrike" kern="0" cap="none" spc="0" normalizeH="0" baseline="0" noProof="0" dirty="0">
                <a:ln>
                  <a:noFill/>
                </a:ln>
                <a:solidFill>
                  <a:srgbClr val="15110E"/>
                </a:solidFill>
                <a:effectLst/>
                <a:uLnTx/>
                <a:uFillTx/>
                <a:latin typeface="Alexandria" pitchFamily="2" charset="-78"/>
                <a:cs typeface="Alexandria" pitchFamily="2" charset="-78"/>
                <a:sym typeface="Alexandria Medium"/>
              </a:rPr>
              <a:t> (2 &amp; 3)</a:t>
            </a:r>
          </a:p>
        </p:txBody>
      </p:sp>
      <p:sp>
        <p:nvSpPr>
          <p:cNvPr id="3" name="Google Shape;228;p38">
            <a:extLst>
              <a:ext uri="{FF2B5EF4-FFF2-40B4-BE49-F238E27FC236}">
                <a16:creationId xmlns:a16="http://schemas.microsoft.com/office/drawing/2014/main" id="{53F59922-F680-4E5F-BB72-6598FA56A43D}"/>
              </a:ext>
            </a:extLst>
          </p:cNvPr>
          <p:cNvSpPr txBox="1">
            <a:spLocks/>
          </p:cNvSpPr>
          <p:nvPr/>
        </p:nvSpPr>
        <p:spPr>
          <a:xfrm>
            <a:off x="439480" y="3225209"/>
            <a:ext cx="8286306" cy="146729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048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lbert Sans"/>
              <a:buChar char="●"/>
              <a:defRPr sz="1400" b="0" i="0" u="none" strike="noStrike" cap="none">
                <a:solidFill>
                  <a:schemeClr val="dk1"/>
                </a:solidFill>
                <a:latin typeface="Albert Sans"/>
                <a:ea typeface="Albert Sans"/>
                <a:cs typeface="Albert Sans"/>
                <a:sym typeface="Albert Sans"/>
              </a:defRPr>
            </a:lvl1pPr>
            <a:lvl2pPr marL="914400" marR="0" lvl="1" indent="-3048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lbert Sans"/>
              <a:buChar char="○"/>
              <a:defRPr sz="1200" b="0" i="0" u="none" strike="noStrike" cap="none">
                <a:solidFill>
                  <a:schemeClr val="dk1"/>
                </a:solidFill>
                <a:latin typeface="Albert Sans"/>
                <a:ea typeface="Albert Sans"/>
                <a:cs typeface="Albert Sans"/>
                <a:sym typeface="Albert Sans"/>
              </a:defRPr>
            </a:lvl2pPr>
            <a:lvl3pPr marL="1371600" marR="0" lvl="2" indent="-3048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lbert Sans"/>
              <a:buChar char="■"/>
              <a:defRPr sz="1200" b="0" i="0" u="none" strike="noStrike" cap="none">
                <a:solidFill>
                  <a:schemeClr val="dk1"/>
                </a:solidFill>
                <a:latin typeface="Albert Sans"/>
                <a:ea typeface="Albert Sans"/>
                <a:cs typeface="Albert Sans"/>
                <a:sym typeface="Albert Sans"/>
              </a:defRPr>
            </a:lvl3pPr>
            <a:lvl4pPr marL="1828800" marR="0" lvl="3" indent="-3048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lbert Sans"/>
              <a:buChar char="●"/>
              <a:defRPr sz="1200" b="0" i="0" u="none" strike="noStrike" cap="none">
                <a:solidFill>
                  <a:schemeClr val="dk1"/>
                </a:solidFill>
                <a:latin typeface="Albert Sans"/>
                <a:ea typeface="Albert Sans"/>
                <a:cs typeface="Albert Sans"/>
                <a:sym typeface="Albert Sans"/>
              </a:defRPr>
            </a:lvl4pPr>
            <a:lvl5pPr marL="2286000" marR="0" lvl="4" indent="-3048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lbert Sans"/>
              <a:buChar char="○"/>
              <a:defRPr sz="1200" b="0" i="0" u="none" strike="noStrike" cap="none">
                <a:solidFill>
                  <a:schemeClr val="dk1"/>
                </a:solidFill>
                <a:latin typeface="Albert Sans"/>
                <a:ea typeface="Albert Sans"/>
                <a:cs typeface="Albert Sans"/>
                <a:sym typeface="Albert Sans"/>
              </a:defRPr>
            </a:lvl5pPr>
            <a:lvl6pPr marL="2743200" marR="0" lvl="5" indent="-3048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lbert Sans"/>
              <a:buChar char="■"/>
              <a:defRPr sz="1200" b="0" i="0" u="none" strike="noStrike" cap="none">
                <a:solidFill>
                  <a:schemeClr val="dk1"/>
                </a:solidFill>
                <a:latin typeface="Albert Sans"/>
                <a:ea typeface="Albert Sans"/>
                <a:cs typeface="Albert Sans"/>
                <a:sym typeface="Albert Sans"/>
              </a:defRPr>
            </a:lvl6pPr>
            <a:lvl7pPr marL="3200400" marR="0" lvl="6" indent="-3048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lbert Sans"/>
              <a:buChar char="●"/>
              <a:defRPr sz="1200" b="0" i="0" u="none" strike="noStrike" cap="none">
                <a:solidFill>
                  <a:schemeClr val="dk1"/>
                </a:solidFill>
                <a:latin typeface="Albert Sans"/>
                <a:ea typeface="Albert Sans"/>
                <a:cs typeface="Albert Sans"/>
                <a:sym typeface="Albert Sans"/>
              </a:defRPr>
            </a:lvl7pPr>
            <a:lvl8pPr marL="3657600" marR="0" lvl="7" indent="-3048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lbert Sans"/>
              <a:buChar char="○"/>
              <a:defRPr sz="1200" b="0" i="0" u="none" strike="noStrike" cap="none">
                <a:solidFill>
                  <a:schemeClr val="dk1"/>
                </a:solidFill>
                <a:latin typeface="Albert Sans"/>
                <a:ea typeface="Albert Sans"/>
                <a:cs typeface="Albert Sans"/>
                <a:sym typeface="Albert Sans"/>
              </a:defRPr>
            </a:lvl8pPr>
            <a:lvl9pPr marL="4114800" marR="0" lvl="8" indent="-3048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lbert Sans"/>
              <a:buChar char="■"/>
              <a:defRPr sz="1200" b="0" i="0" u="none" strike="noStrike" cap="none">
                <a:solidFill>
                  <a:schemeClr val="dk1"/>
                </a:solidFill>
                <a:latin typeface="Albert Sans"/>
                <a:ea typeface="Albert Sans"/>
                <a:cs typeface="Albert Sans"/>
                <a:sym typeface="Albert Sans"/>
              </a:defRPr>
            </a:lvl9pPr>
          </a:lstStyle>
          <a:p>
            <a:pPr marL="285750" indent="-285750">
              <a:lnSpc>
                <a:spcPct val="200000"/>
              </a:lnSpc>
            </a:pPr>
            <a:r>
              <a:rPr lang="vi-VN" sz="1200" kern="0" dirty="0">
                <a:latin typeface="Alexandria" panose="020B0604020202020204" charset="-78"/>
                <a:cs typeface="Alexandria" panose="020B0604020202020204" charset="-78"/>
              </a:rPr>
              <a:t>Ở </a:t>
            </a:r>
            <a:r>
              <a:rPr lang="vi-VN" sz="1200" kern="0" dirty="0" err="1">
                <a:latin typeface="Alexandria" panose="020B0604020202020204" charset="-78"/>
                <a:cs typeface="Alexandria" panose="020B0604020202020204" charset="-78"/>
              </a:rPr>
              <a:t>mọi</a:t>
            </a:r>
            <a:r>
              <a:rPr lang="vi-VN" sz="1200" kern="0" dirty="0">
                <a:latin typeface="Alexandria" panose="020B0604020202020204" charset="-78"/>
                <a:cs typeface="Alexandria" panose="020B0604020202020204" charset="-78"/>
              </a:rPr>
              <a:t> </a:t>
            </a:r>
            <a:r>
              <a:rPr lang="vi-VN" sz="1200" kern="0" dirty="0" err="1">
                <a:latin typeface="Alexandria" panose="020B0604020202020204" charset="-78"/>
                <a:cs typeface="Alexandria" panose="020B0604020202020204" charset="-78"/>
              </a:rPr>
              <a:t>cấu</a:t>
            </a:r>
            <a:r>
              <a:rPr lang="vi-VN" sz="1200" kern="0" dirty="0">
                <a:latin typeface="Alexandria" panose="020B0604020202020204" charset="-78"/>
                <a:cs typeface="Alexandria" panose="020B0604020202020204" charset="-78"/>
              </a:rPr>
              <a:t> </a:t>
            </a:r>
            <a:r>
              <a:rPr lang="vi-VN" sz="1200" kern="0" dirty="0" err="1">
                <a:latin typeface="Alexandria" panose="020B0604020202020204" charset="-78"/>
                <a:cs typeface="Alexandria" panose="020B0604020202020204" charset="-78"/>
              </a:rPr>
              <a:t>hình</a:t>
            </a:r>
            <a:r>
              <a:rPr lang="vi-VN" sz="1200" kern="0" dirty="0">
                <a:latin typeface="Alexandria" panose="020B0604020202020204" charset="-78"/>
                <a:cs typeface="Alexandria" panose="020B0604020202020204" charset="-78"/>
              </a:rPr>
              <a:t>, </a:t>
            </a:r>
            <a:r>
              <a:rPr lang="vi-VN" sz="1200" kern="0" dirty="0" err="1">
                <a:latin typeface="Alexandria" panose="020B0604020202020204" charset="-78"/>
                <a:cs typeface="Alexandria" panose="020B0604020202020204" charset="-78"/>
              </a:rPr>
              <a:t>cosine</a:t>
            </a:r>
            <a:r>
              <a:rPr lang="vi-VN" sz="1200" kern="0" dirty="0">
                <a:latin typeface="Alexandria" panose="020B0604020202020204" charset="-78"/>
                <a:cs typeface="Alexandria" panose="020B0604020202020204" charset="-78"/>
              </a:rPr>
              <a:t> </a:t>
            </a:r>
            <a:r>
              <a:rPr lang="vi-VN" sz="1200" kern="0" dirty="0" err="1">
                <a:latin typeface="Alexandria" panose="020B0604020202020204" charset="-78"/>
                <a:cs typeface="Alexandria" panose="020B0604020202020204" charset="-78"/>
              </a:rPr>
              <a:t>vượt</a:t>
            </a:r>
            <a:r>
              <a:rPr lang="vi-VN" sz="1200" kern="0" dirty="0">
                <a:latin typeface="Alexandria" panose="020B0604020202020204" charset="-78"/>
                <a:cs typeface="Alexandria" panose="020B0604020202020204" charset="-78"/>
              </a:rPr>
              <a:t> </a:t>
            </a:r>
            <a:r>
              <a:rPr lang="vi-VN" sz="1200" kern="0" dirty="0" err="1">
                <a:latin typeface="Alexandria" panose="020B0604020202020204" charset="-78"/>
                <a:cs typeface="Alexandria" panose="020B0604020202020204" charset="-78"/>
              </a:rPr>
              <a:t>baseline</a:t>
            </a:r>
            <a:r>
              <a:rPr lang="vi-VN" sz="1200" kern="0" dirty="0">
                <a:latin typeface="Alexandria" panose="020B0604020202020204" charset="-78"/>
                <a:cs typeface="Alexandria" panose="020B0604020202020204" charset="-78"/>
              </a:rPr>
              <a:t> 4–7 </a:t>
            </a:r>
            <a:r>
              <a:rPr lang="vi-VN" sz="1200" kern="0" dirty="0" err="1">
                <a:latin typeface="Alexandria" panose="020B0604020202020204" charset="-78"/>
                <a:cs typeface="Alexandria" panose="020B0604020202020204" charset="-78"/>
              </a:rPr>
              <a:t>lần</a:t>
            </a:r>
            <a:endParaRPr lang="en-US" sz="1200" kern="0" dirty="0">
              <a:latin typeface="Alexandria" panose="020B0604020202020204" charset="-78"/>
              <a:cs typeface="Alexandria" panose="020B0604020202020204" charset="-78"/>
            </a:endParaRPr>
          </a:p>
          <a:p>
            <a:pPr marL="285750" indent="-285750">
              <a:lnSpc>
                <a:spcPct val="200000"/>
              </a:lnSpc>
            </a:pPr>
            <a:r>
              <a:rPr lang="vi-VN" sz="1200" kern="0" dirty="0" err="1">
                <a:latin typeface="Alexandria" panose="020B0604020202020204" charset="-78"/>
                <a:cs typeface="Alexandria" panose="020B0604020202020204" charset="-78"/>
              </a:rPr>
              <a:t>min_freq</a:t>
            </a:r>
            <a:r>
              <a:rPr lang="vi-VN" sz="1200" kern="0" dirty="0">
                <a:latin typeface="Alexandria" panose="020B0604020202020204" charset="-78"/>
                <a:cs typeface="Alexandria" panose="020B0604020202020204" charset="-78"/>
              </a:rPr>
              <a:t> </a:t>
            </a:r>
            <a:r>
              <a:rPr lang="vi-VN" sz="1200" kern="0" dirty="0" err="1">
                <a:latin typeface="Alexandria" panose="020B0604020202020204" charset="-78"/>
                <a:cs typeface="Alexandria" panose="020B0604020202020204" charset="-78"/>
              </a:rPr>
              <a:t>càng</a:t>
            </a:r>
            <a:r>
              <a:rPr lang="vi-VN" sz="1200" kern="0" dirty="0">
                <a:latin typeface="Alexandria" panose="020B0604020202020204" charset="-78"/>
                <a:cs typeface="Alexandria" panose="020B0604020202020204" charset="-78"/>
              </a:rPr>
              <a:t> cao → </a:t>
            </a:r>
            <a:r>
              <a:rPr lang="vi-VN" sz="1200" kern="0" dirty="0" err="1">
                <a:latin typeface="Alexandria" panose="020B0604020202020204" charset="-78"/>
                <a:cs typeface="Alexandria" panose="020B0604020202020204" charset="-78"/>
              </a:rPr>
              <a:t>Hit-rate</a:t>
            </a:r>
            <a:r>
              <a:rPr lang="vi-VN" sz="1200" kern="0" dirty="0">
                <a:latin typeface="Alexandria" panose="020B0604020202020204" charset="-78"/>
                <a:cs typeface="Alexandria" panose="020B0604020202020204" charset="-78"/>
              </a:rPr>
              <a:t> </a:t>
            </a:r>
            <a:r>
              <a:rPr lang="vi-VN" sz="1200" kern="0" dirty="0" err="1">
                <a:latin typeface="Alexandria" panose="020B0604020202020204" charset="-78"/>
                <a:cs typeface="Alexandria" panose="020B0604020202020204" charset="-78"/>
              </a:rPr>
              <a:t>và</a:t>
            </a:r>
            <a:r>
              <a:rPr lang="vi-VN" sz="1200" kern="0" dirty="0">
                <a:latin typeface="Alexandria" panose="020B0604020202020204" charset="-78"/>
                <a:cs typeface="Alexandria" panose="020B0604020202020204" charset="-78"/>
              </a:rPr>
              <a:t> </a:t>
            </a:r>
            <a:r>
              <a:rPr lang="vi-VN" sz="1200" kern="0" dirty="0" err="1">
                <a:latin typeface="Alexandria" panose="020B0604020202020204" charset="-78"/>
                <a:cs typeface="Alexandria" panose="020B0604020202020204" charset="-78"/>
              </a:rPr>
              <a:t>Coverage</a:t>
            </a:r>
            <a:r>
              <a:rPr lang="vi-VN" sz="1200" kern="0" dirty="0">
                <a:latin typeface="Alexandria" panose="020B0604020202020204" charset="-78"/>
                <a:cs typeface="Alexandria" panose="020B0604020202020204" charset="-78"/>
              </a:rPr>
              <a:t> tăng, nhưng </a:t>
            </a:r>
            <a:r>
              <a:rPr lang="vi-VN" sz="1200" kern="0" dirty="0" err="1">
                <a:latin typeface="Alexandria" panose="020B0604020202020204" charset="-78"/>
                <a:cs typeface="Alexandria" panose="020B0604020202020204" charset="-78"/>
              </a:rPr>
              <a:t>số</a:t>
            </a:r>
            <a:r>
              <a:rPr lang="vi-VN" sz="1200" kern="0" dirty="0">
                <a:latin typeface="Alexandria" panose="020B0604020202020204" charset="-78"/>
                <a:cs typeface="Alexandria" panose="020B0604020202020204" charset="-78"/>
              </a:rPr>
              <a:t> </a:t>
            </a:r>
            <a:r>
              <a:rPr lang="vi-VN" sz="1200" kern="0" dirty="0" err="1">
                <a:latin typeface="Alexandria" panose="020B0604020202020204" charset="-78"/>
                <a:cs typeface="Alexandria" panose="020B0604020202020204" charset="-78"/>
              </a:rPr>
              <a:t>cặp</a:t>
            </a:r>
            <a:r>
              <a:rPr lang="vi-VN" sz="1200" kern="0" dirty="0">
                <a:latin typeface="Alexandria" panose="020B0604020202020204" charset="-78"/>
                <a:cs typeface="Alexandria" panose="020B0604020202020204" charset="-78"/>
              </a:rPr>
              <a:t> </a:t>
            </a:r>
            <a:r>
              <a:rPr lang="vi-VN" sz="1200" kern="0" dirty="0" err="1">
                <a:latin typeface="Alexandria" panose="020B0604020202020204" charset="-78"/>
                <a:cs typeface="Alexandria" panose="020B0604020202020204" charset="-78"/>
              </a:rPr>
              <a:t>đánh</a:t>
            </a:r>
            <a:r>
              <a:rPr lang="vi-VN" sz="1200" kern="0" dirty="0">
                <a:latin typeface="Alexandria" panose="020B0604020202020204" charset="-78"/>
                <a:cs typeface="Alexandria" panose="020B0604020202020204" charset="-78"/>
              </a:rPr>
              <a:t> </a:t>
            </a:r>
            <a:r>
              <a:rPr lang="vi-VN" sz="1200" kern="0" dirty="0" err="1">
                <a:latin typeface="Alexandria" panose="020B0604020202020204" charset="-78"/>
                <a:cs typeface="Alexandria" panose="020B0604020202020204" charset="-78"/>
              </a:rPr>
              <a:t>giá</a:t>
            </a:r>
            <a:r>
              <a:rPr lang="vi-VN" sz="1200" kern="0" dirty="0">
                <a:latin typeface="Alexandria" panose="020B0604020202020204" charset="-78"/>
                <a:cs typeface="Alexandria" panose="020B0604020202020204" charset="-78"/>
              </a:rPr>
              <a:t> </a:t>
            </a:r>
            <a:r>
              <a:rPr lang="vi-VN" sz="1200" kern="0" dirty="0" err="1">
                <a:latin typeface="Alexandria" panose="020B0604020202020204" charset="-78"/>
                <a:cs typeface="Alexandria" panose="020B0604020202020204" charset="-78"/>
              </a:rPr>
              <a:t>giảm</a:t>
            </a:r>
            <a:r>
              <a:rPr lang="vi-VN" sz="1200" kern="0" dirty="0">
                <a:latin typeface="Alexandria" panose="020B0604020202020204" charset="-78"/>
                <a:cs typeface="Alexandria" panose="020B0604020202020204" charset="-78"/>
              </a:rPr>
              <a:t> (</a:t>
            </a:r>
            <a:r>
              <a:rPr lang="vi-VN" sz="1200" kern="0" dirty="0" err="1">
                <a:latin typeface="Alexandria" panose="020B0604020202020204" charset="-78"/>
                <a:cs typeface="Alexandria" panose="020B0604020202020204" charset="-78"/>
              </a:rPr>
              <a:t>đề</a:t>
            </a:r>
            <a:r>
              <a:rPr lang="vi-VN" sz="1200" kern="0" dirty="0">
                <a:latin typeface="Alexandria" panose="020B0604020202020204" charset="-78"/>
                <a:cs typeface="Alexandria" panose="020B0604020202020204" charset="-78"/>
              </a:rPr>
              <a:t> thi “</a:t>
            </a:r>
            <a:r>
              <a:rPr lang="vi-VN" sz="1200" kern="0" dirty="0" err="1">
                <a:latin typeface="Alexandria" panose="020B0604020202020204" charset="-78"/>
                <a:cs typeface="Alexandria" panose="020B0604020202020204" charset="-78"/>
              </a:rPr>
              <a:t>dễ</a:t>
            </a:r>
            <a:r>
              <a:rPr lang="vi-VN" sz="1200" kern="0" dirty="0">
                <a:latin typeface="Alexandria" panose="020B0604020202020204" charset="-78"/>
                <a:cs typeface="Alexandria" panose="020B0604020202020204" charset="-78"/>
              </a:rPr>
              <a:t>” hơn)</a:t>
            </a:r>
            <a:endParaRPr lang="en-US" sz="1200" kern="0" dirty="0">
              <a:latin typeface="Alexandria" panose="020B0604020202020204" charset="-78"/>
              <a:cs typeface="Alexandria" panose="020B0604020202020204" charset="-78"/>
            </a:endParaRPr>
          </a:p>
          <a:p>
            <a:pPr marL="285750" indent="-285750">
              <a:lnSpc>
                <a:spcPct val="200000"/>
              </a:lnSpc>
            </a:pPr>
            <a:r>
              <a:rPr lang="vi-VN" sz="1200" kern="0" dirty="0" err="1">
                <a:latin typeface="Alexandria" panose="020B0604020202020204" charset="-78"/>
                <a:cs typeface="Alexandria" panose="020B0604020202020204" charset="-78"/>
              </a:rPr>
              <a:t>Chọn</a:t>
            </a:r>
            <a:r>
              <a:rPr lang="vi-VN" sz="1200" kern="0" dirty="0">
                <a:latin typeface="Alexandria" panose="020B0604020202020204" charset="-78"/>
                <a:cs typeface="Alexandria" panose="020B0604020202020204" charset="-78"/>
              </a:rPr>
              <a:t> </a:t>
            </a:r>
            <a:r>
              <a:rPr lang="vi-VN" sz="1200" kern="0" dirty="0" err="1">
                <a:latin typeface="Alexandria" panose="020B0604020202020204" charset="-78"/>
                <a:cs typeface="Alexandria" panose="020B0604020202020204" charset="-78"/>
              </a:rPr>
              <a:t>min_freq</a:t>
            </a:r>
            <a:r>
              <a:rPr lang="vi-VN" sz="1200" kern="0" dirty="0">
                <a:latin typeface="Alexandria" panose="020B0604020202020204" charset="-78"/>
                <a:cs typeface="Alexandria" panose="020B0604020202020204" charset="-78"/>
              </a:rPr>
              <a:t> = 60: cân </a:t>
            </a:r>
            <a:r>
              <a:rPr lang="vi-VN" sz="1200" kern="0" dirty="0" err="1">
                <a:latin typeface="Alexandria" panose="020B0604020202020204" charset="-78"/>
                <a:cs typeface="Alexandria" panose="020B0604020202020204" charset="-78"/>
              </a:rPr>
              <a:t>bằng</a:t>
            </a:r>
            <a:r>
              <a:rPr lang="vi-VN" sz="1200" kern="0" dirty="0">
                <a:latin typeface="Alexandria" panose="020B0604020202020204" charset="-78"/>
                <a:cs typeface="Alexandria" panose="020B0604020202020204" charset="-78"/>
              </a:rPr>
              <a:t> </a:t>
            </a:r>
            <a:r>
              <a:rPr lang="vi-VN" sz="1200" kern="0" dirty="0" err="1">
                <a:latin typeface="Alexandria" panose="020B0604020202020204" charset="-78"/>
                <a:cs typeface="Alexandria" panose="020B0604020202020204" charset="-78"/>
              </a:rPr>
              <a:t>giữa</a:t>
            </a:r>
            <a:r>
              <a:rPr lang="vi-VN" sz="1200" kern="0" dirty="0">
                <a:latin typeface="Alexandria" panose="020B0604020202020204" charset="-78"/>
                <a:cs typeface="Alexandria" panose="020B0604020202020204" charset="-78"/>
              </a:rPr>
              <a:t> </a:t>
            </a:r>
            <a:r>
              <a:rPr lang="vi-VN" sz="1200" kern="0" dirty="0" err="1">
                <a:latin typeface="Alexandria" panose="020B0604020202020204" charset="-78"/>
                <a:cs typeface="Alexandria" panose="020B0604020202020204" charset="-78"/>
              </a:rPr>
              <a:t>độ</a:t>
            </a:r>
            <a:r>
              <a:rPr lang="vi-VN" sz="1200" kern="0" dirty="0">
                <a:latin typeface="Alexandria" panose="020B0604020202020204" charset="-78"/>
                <a:cs typeface="Alexandria" panose="020B0604020202020204" charset="-78"/>
              </a:rPr>
              <a:t> </a:t>
            </a:r>
            <a:r>
              <a:rPr lang="vi-VN" sz="1200" kern="0" dirty="0" err="1">
                <a:latin typeface="Alexandria" panose="020B0604020202020204" charset="-78"/>
                <a:cs typeface="Alexandria" panose="020B0604020202020204" charset="-78"/>
              </a:rPr>
              <a:t>chính</a:t>
            </a:r>
            <a:r>
              <a:rPr lang="vi-VN" sz="1200" kern="0" dirty="0">
                <a:latin typeface="Alexandria" panose="020B0604020202020204" charset="-78"/>
                <a:cs typeface="Alexandria" panose="020B0604020202020204" charset="-78"/>
              </a:rPr>
              <a:t> </a:t>
            </a:r>
            <a:r>
              <a:rPr lang="vi-VN" sz="1200" kern="0" dirty="0" err="1">
                <a:latin typeface="Alexandria" panose="020B0604020202020204" charset="-78"/>
                <a:cs typeface="Alexandria" panose="020B0604020202020204" charset="-78"/>
              </a:rPr>
              <a:t>xác</a:t>
            </a:r>
            <a:r>
              <a:rPr lang="vi-VN" sz="1200" kern="0" dirty="0">
                <a:latin typeface="Alexandria" panose="020B0604020202020204" charset="-78"/>
                <a:cs typeface="Alexandria" panose="020B0604020202020204" charset="-78"/>
              </a:rPr>
              <a:t> </a:t>
            </a:r>
            <a:r>
              <a:rPr lang="vi-VN" sz="1200" kern="0" dirty="0" err="1">
                <a:latin typeface="Alexandria" panose="020B0604020202020204" charset="-78"/>
                <a:cs typeface="Alexandria" panose="020B0604020202020204" charset="-78"/>
              </a:rPr>
              <a:t>và</a:t>
            </a:r>
            <a:r>
              <a:rPr lang="vi-VN" sz="1200" kern="0" dirty="0">
                <a:latin typeface="Alexandria" panose="020B0604020202020204" charset="-78"/>
                <a:cs typeface="Alexandria" panose="020B0604020202020204" charset="-78"/>
              </a:rPr>
              <a:t> </a:t>
            </a:r>
            <a:r>
              <a:rPr lang="vi-VN" sz="1200" kern="0" dirty="0" err="1">
                <a:latin typeface="Alexandria" panose="020B0604020202020204" charset="-78"/>
                <a:cs typeface="Alexandria" panose="020B0604020202020204" charset="-78"/>
              </a:rPr>
              <a:t>số</a:t>
            </a:r>
            <a:r>
              <a:rPr lang="vi-VN" sz="1200" kern="0" dirty="0">
                <a:latin typeface="Alexandria" panose="020B0604020202020204" charset="-78"/>
                <a:cs typeface="Alexandria" panose="020B0604020202020204" charset="-78"/>
              </a:rPr>
              <a:t> </a:t>
            </a:r>
            <a:r>
              <a:rPr lang="vi-VN" sz="1200" kern="0" dirty="0" err="1">
                <a:latin typeface="Alexandria" panose="020B0604020202020204" charset="-78"/>
                <a:cs typeface="Alexandria" panose="020B0604020202020204" charset="-78"/>
              </a:rPr>
              <a:t>lượng</a:t>
            </a:r>
            <a:r>
              <a:rPr lang="vi-VN" sz="1200" kern="0" dirty="0">
                <a:latin typeface="Alexandria" panose="020B0604020202020204" charset="-78"/>
                <a:cs typeface="Alexandria" panose="020B0604020202020204" charset="-78"/>
              </a:rPr>
              <a:t> </a:t>
            </a:r>
            <a:r>
              <a:rPr lang="vi-VN" sz="1200" kern="0" dirty="0" err="1">
                <a:latin typeface="Alexandria" panose="020B0604020202020204" charset="-78"/>
                <a:cs typeface="Alexandria" panose="020B0604020202020204" charset="-78"/>
              </a:rPr>
              <a:t>đánh</a:t>
            </a:r>
            <a:r>
              <a:rPr lang="vi-VN" sz="1200" kern="0" dirty="0">
                <a:latin typeface="Alexandria" panose="020B0604020202020204" charset="-78"/>
                <a:cs typeface="Alexandria" panose="020B0604020202020204" charset="-78"/>
              </a:rPr>
              <a:t> </a:t>
            </a:r>
            <a:r>
              <a:rPr lang="vi-VN" sz="1200" kern="0" dirty="0" err="1">
                <a:latin typeface="Alexandria" panose="020B0604020202020204" charset="-78"/>
                <a:cs typeface="Alexandria" panose="020B0604020202020204" charset="-78"/>
              </a:rPr>
              <a:t>giá</a:t>
            </a:r>
            <a:r>
              <a:rPr lang="vi-VN" sz="1200" kern="0" dirty="0">
                <a:latin typeface="Alexandria" panose="020B0604020202020204" charset="-78"/>
                <a:cs typeface="Alexandria" panose="020B0604020202020204" charset="-78"/>
              </a:rPr>
              <a:t> công </a:t>
            </a:r>
            <a:r>
              <a:rPr lang="vi-VN" sz="1200" kern="0" dirty="0" err="1">
                <a:latin typeface="Alexandria" panose="020B0604020202020204" charset="-78"/>
                <a:cs typeface="Alexandria" panose="020B0604020202020204" charset="-78"/>
              </a:rPr>
              <a:t>bằng</a:t>
            </a:r>
            <a:r>
              <a:rPr lang="vi-VN" sz="1200" kern="0" dirty="0">
                <a:latin typeface="Alexandria" panose="020B0604020202020204" charset="-78"/>
                <a:cs typeface="Alexandria" panose="020B0604020202020204" charset="-78"/>
              </a:rPr>
              <a:t> (5.115/5.484 </a:t>
            </a:r>
            <a:r>
              <a:rPr lang="vi-VN" sz="1200" kern="0" dirty="0" err="1">
                <a:latin typeface="Alexandria" panose="020B0604020202020204" charset="-78"/>
                <a:cs typeface="Alexandria" panose="020B0604020202020204" charset="-78"/>
              </a:rPr>
              <a:t>cặp</a:t>
            </a:r>
            <a:r>
              <a:rPr lang="vi-VN" sz="1200" kern="0" dirty="0">
                <a:latin typeface="Alexandria" panose="020B0604020202020204" charset="-78"/>
                <a:cs typeface="Alexandria" panose="020B0604020202020204" charset="-78"/>
              </a:rPr>
              <a:t>)</a:t>
            </a:r>
            <a:endParaRPr lang="en-US" sz="1200" kern="0" dirty="0">
              <a:latin typeface="Alexandria" panose="020B0604020202020204" charset="-78"/>
              <a:cs typeface="Alexandria" panose="020B0604020202020204" charset="-78"/>
            </a:endParaRPr>
          </a:p>
        </p:txBody>
      </p:sp>
      <p:pic>
        <p:nvPicPr>
          <p:cNvPr id="5" name="Hình ảnh 4">
            <a:extLst>
              <a:ext uri="{FF2B5EF4-FFF2-40B4-BE49-F238E27FC236}">
                <a16:creationId xmlns:a16="http://schemas.microsoft.com/office/drawing/2014/main" id="{74FF2BC0-91D5-4729-BAB0-D92153529232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9480" y="843317"/>
            <a:ext cx="3969818" cy="2381891"/>
          </a:xfrm>
          <a:prstGeom prst="rect">
            <a:avLst/>
          </a:prstGeom>
        </p:spPr>
      </p:pic>
      <p:pic>
        <p:nvPicPr>
          <p:cNvPr id="7" name="Hình ảnh 6">
            <a:extLst>
              <a:ext uri="{FF2B5EF4-FFF2-40B4-BE49-F238E27FC236}">
                <a16:creationId xmlns:a16="http://schemas.microsoft.com/office/drawing/2014/main" id="{7BA4AC2A-2479-4B21-8A6E-79143E803B69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87177" y="843317"/>
            <a:ext cx="3969818" cy="2381891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Google Shape;208;p37">
            <a:extLst>
              <a:ext uri="{FF2B5EF4-FFF2-40B4-BE49-F238E27FC236}">
                <a16:creationId xmlns:a16="http://schemas.microsoft.com/office/drawing/2014/main" id="{2FE92BC5-6216-4083-966A-4EE3DA330543}"/>
              </a:ext>
            </a:extLst>
          </p:cNvPr>
          <p:cNvSpPr txBox="1">
            <a:spLocks/>
          </p:cNvSpPr>
          <p:nvPr/>
        </p:nvSpPr>
        <p:spPr>
          <a:xfrm>
            <a:off x="439480" y="294618"/>
            <a:ext cx="8286306" cy="54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lexandria Medium"/>
              <a:buNone/>
              <a:defRPr sz="2500" b="0" i="0" u="none" strike="noStrike" cap="none">
                <a:solidFill>
                  <a:schemeClr val="dk1"/>
                </a:solidFill>
                <a:latin typeface="Alexandria Medium"/>
                <a:ea typeface="Alexandria Medium"/>
                <a:cs typeface="Alexandria Medium"/>
                <a:sym typeface="Alexandria Medium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lexandria Medium"/>
              <a:buNone/>
              <a:defRPr sz="3000" b="0" i="0" u="none" strike="noStrike" cap="none">
                <a:solidFill>
                  <a:schemeClr val="dk1"/>
                </a:solidFill>
                <a:latin typeface="Alexandria Medium"/>
                <a:ea typeface="Alexandria Medium"/>
                <a:cs typeface="Alexandria Medium"/>
                <a:sym typeface="Alexandria Medium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lexandria Medium"/>
              <a:buNone/>
              <a:defRPr sz="3000" b="0" i="0" u="none" strike="noStrike" cap="none">
                <a:solidFill>
                  <a:schemeClr val="dk1"/>
                </a:solidFill>
                <a:latin typeface="Alexandria Medium"/>
                <a:ea typeface="Alexandria Medium"/>
                <a:cs typeface="Alexandria Medium"/>
                <a:sym typeface="Alexandria Medium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lexandria Medium"/>
              <a:buNone/>
              <a:defRPr sz="3000" b="0" i="0" u="none" strike="noStrike" cap="none">
                <a:solidFill>
                  <a:schemeClr val="dk1"/>
                </a:solidFill>
                <a:latin typeface="Alexandria Medium"/>
                <a:ea typeface="Alexandria Medium"/>
                <a:cs typeface="Alexandria Medium"/>
                <a:sym typeface="Alexandria Medium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lexandria Medium"/>
              <a:buNone/>
              <a:defRPr sz="3000" b="0" i="0" u="none" strike="noStrike" cap="none">
                <a:solidFill>
                  <a:schemeClr val="dk1"/>
                </a:solidFill>
                <a:latin typeface="Alexandria Medium"/>
                <a:ea typeface="Alexandria Medium"/>
                <a:cs typeface="Alexandria Medium"/>
                <a:sym typeface="Alexandria Medium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lexandria Medium"/>
              <a:buNone/>
              <a:defRPr sz="3000" b="0" i="0" u="none" strike="noStrike" cap="none">
                <a:solidFill>
                  <a:schemeClr val="dk1"/>
                </a:solidFill>
                <a:latin typeface="Alexandria Medium"/>
                <a:ea typeface="Alexandria Medium"/>
                <a:cs typeface="Alexandria Medium"/>
                <a:sym typeface="Alexandria Medium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lexandria Medium"/>
              <a:buNone/>
              <a:defRPr sz="3000" b="0" i="0" u="none" strike="noStrike" cap="none">
                <a:solidFill>
                  <a:schemeClr val="dk1"/>
                </a:solidFill>
                <a:latin typeface="Alexandria Medium"/>
                <a:ea typeface="Alexandria Medium"/>
                <a:cs typeface="Alexandria Medium"/>
                <a:sym typeface="Alexandria Medium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lexandria Medium"/>
              <a:buNone/>
              <a:defRPr sz="3000" b="0" i="0" u="none" strike="noStrike" cap="none">
                <a:solidFill>
                  <a:schemeClr val="dk1"/>
                </a:solidFill>
                <a:latin typeface="Alexandria Medium"/>
                <a:ea typeface="Alexandria Medium"/>
                <a:cs typeface="Alexandria Medium"/>
                <a:sym typeface="Alexandria Medium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lexandria Medium"/>
              <a:buNone/>
              <a:defRPr sz="3000" b="0" i="0" u="none" strike="noStrike" cap="none">
                <a:solidFill>
                  <a:schemeClr val="dk1"/>
                </a:solidFill>
                <a:latin typeface="Alexandria Medium"/>
                <a:ea typeface="Alexandria Medium"/>
                <a:cs typeface="Alexandria Medium"/>
                <a:sym typeface="Alexandria Medium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5110E"/>
              </a:buClr>
              <a:buSzPts val="3000"/>
              <a:buFont typeface="Alexandria Medium"/>
              <a:buNone/>
              <a:tabLst/>
              <a:defRPr/>
            </a:pPr>
            <a:r>
              <a:rPr kumimoji="0" lang="en-US" sz="2000" b="1" i="0" u="none" strike="noStrike" kern="0" cap="none" spc="0" normalizeH="0" baseline="0" noProof="0" dirty="0" err="1">
                <a:ln>
                  <a:noFill/>
                </a:ln>
                <a:solidFill>
                  <a:srgbClr val="15110E"/>
                </a:solidFill>
                <a:effectLst/>
                <a:uLnTx/>
                <a:uFillTx/>
                <a:latin typeface="Alexandria" pitchFamily="2" charset="-78"/>
                <a:cs typeface="Alexandria" pitchFamily="2" charset="-78"/>
                <a:sym typeface="Alexandria Medium"/>
              </a:rPr>
              <a:t>Cách</a:t>
            </a:r>
            <a:r>
              <a:rPr kumimoji="0" lang="en-US" sz="2000" b="1" i="0" u="none" strike="noStrike" kern="0" cap="none" spc="0" normalizeH="0" baseline="0" noProof="0" dirty="0">
                <a:ln>
                  <a:noFill/>
                </a:ln>
                <a:solidFill>
                  <a:srgbClr val="15110E"/>
                </a:solidFill>
                <a:effectLst/>
                <a:uLnTx/>
                <a:uFillTx/>
                <a:latin typeface="Alexandria" pitchFamily="2" charset="-78"/>
                <a:cs typeface="Alexandria" pitchFamily="2" charset="-78"/>
                <a:sym typeface="Alexandria Medium"/>
              </a:rPr>
              <a:t> </a:t>
            </a:r>
            <a:r>
              <a:rPr kumimoji="0" lang="en-US" sz="2000" b="1" i="0" u="none" strike="noStrike" kern="0" cap="none" spc="0" normalizeH="0" baseline="0" noProof="0" dirty="0" err="1">
                <a:ln>
                  <a:noFill/>
                </a:ln>
                <a:solidFill>
                  <a:srgbClr val="15110E"/>
                </a:solidFill>
                <a:effectLst/>
                <a:uLnTx/>
                <a:uFillTx/>
                <a:latin typeface="Alexandria" pitchFamily="2" charset="-78"/>
                <a:cs typeface="Alexandria" pitchFamily="2" charset="-78"/>
                <a:sym typeface="Alexandria Medium"/>
              </a:rPr>
              <a:t>biểu</a:t>
            </a:r>
            <a:r>
              <a:rPr kumimoji="0" lang="en-US" sz="2000" b="1" i="0" u="none" strike="noStrike" kern="0" cap="none" spc="0" normalizeH="0" baseline="0" noProof="0" dirty="0">
                <a:ln>
                  <a:noFill/>
                </a:ln>
                <a:solidFill>
                  <a:srgbClr val="15110E"/>
                </a:solidFill>
                <a:effectLst/>
                <a:uLnTx/>
                <a:uFillTx/>
                <a:latin typeface="Alexandria" pitchFamily="2" charset="-78"/>
                <a:cs typeface="Alexandria" pitchFamily="2" charset="-78"/>
                <a:sym typeface="Alexandria Medium"/>
              </a:rPr>
              <a:t> </a:t>
            </a:r>
            <a:r>
              <a:rPr kumimoji="0" lang="en-US" sz="2000" b="1" i="0" u="none" strike="noStrike" kern="0" cap="none" spc="0" normalizeH="0" baseline="0" noProof="0" dirty="0" err="1">
                <a:ln>
                  <a:noFill/>
                </a:ln>
                <a:solidFill>
                  <a:srgbClr val="15110E"/>
                </a:solidFill>
                <a:effectLst/>
                <a:uLnTx/>
                <a:uFillTx/>
                <a:latin typeface="Alexandria" pitchFamily="2" charset="-78"/>
                <a:cs typeface="Alexandria" pitchFamily="2" charset="-78"/>
                <a:sym typeface="Alexandria Medium"/>
              </a:rPr>
              <a:t>diễn</a:t>
            </a:r>
            <a:r>
              <a:rPr kumimoji="0" lang="en-US" sz="2000" b="1" i="0" u="none" strike="noStrike" kern="0" cap="none" spc="0" normalizeH="0" baseline="0" noProof="0" dirty="0">
                <a:ln>
                  <a:noFill/>
                </a:ln>
                <a:solidFill>
                  <a:srgbClr val="15110E"/>
                </a:solidFill>
                <a:effectLst/>
                <a:uLnTx/>
                <a:uFillTx/>
                <a:latin typeface="Alexandria" pitchFamily="2" charset="-78"/>
                <a:cs typeface="Alexandria" pitchFamily="2" charset="-78"/>
                <a:sym typeface="Alexandria Medium"/>
              </a:rPr>
              <a:t> </a:t>
            </a:r>
            <a:r>
              <a:rPr kumimoji="0" lang="en-US" sz="2000" b="1" i="0" u="none" strike="noStrike" kern="0" cap="none" spc="0" normalizeH="0" baseline="0" noProof="0" dirty="0" err="1">
                <a:ln>
                  <a:noFill/>
                </a:ln>
                <a:solidFill>
                  <a:srgbClr val="15110E"/>
                </a:solidFill>
                <a:effectLst/>
                <a:uLnTx/>
                <a:uFillTx/>
                <a:latin typeface="Alexandria" pitchFamily="2" charset="-78"/>
                <a:cs typeface="Alexandria" pitchFamily="2" charset="-78"/>
                <a:sym typeface="Alexandria Medium"/>
              </a:rPr>
              <a:t>và</a:t>
            </a:r>
            <a:r>
              <a:rPr kumimoji="0" lang="en-US" sz="2000" b="1" i="0" u="none" strike="noStrike" kern="0" cap="none" spc="0" normalizeH="0" baseline="0" noProof="0" dirty="0">
                <a:ln>
                  <a:noFill/>
                </a:ln>
                <a:solidFill>
                  <a:srgbClr val="15110E"/>
                </a:solidFill>
                <a:effectLst/>
                <a:uLnTx/>
                <a:uFillTx/>
                <a:latin typeface="Alexandria" pitchFamily="2" charset="-78"/>
                <a:cs typeface="Alexandria" pitchFamily="2" charset="-78"/>
                <a:sym typeface="Alexandria Medium"/>
              </a:rPr>
              <a:t> </a:t>
            </a:r>
            <a:r>
              <a:rPr kumimoji="0" lang="en-US" sz="2000" b="1" i="0" u="none" strike="noStrike" kern="0" cap="none" spc="0" normalizeH="0" baseline="0" noProof="0" dirty="0" err="1">
                <a:ln>
                  <a:noFill/>
                </a:ln>
                <a:solidFill>
                  <a:srgbClr val="15110E"/>
                </a:solidFill>
                <a:effectLst/>
                <a:uLnTx/>
                <a:uFillTx/>
                <a:latin typeface="Alexandria" pitchFamily="2" charset="-78"/>
                <a:cs typeface="Alexandria" pitchFamily="2" charset="-78"/>
                <a:sym typeface="Alexandria Medium"/>
              </a:rPr>
              <a:t>mã</a:t>
            </a:r>
            <a:r>
              <a:rPr kumimoji="0" lang="en-US" sz="2000" b="1" i="0" u="none" strike="noStrike" kern="0" cap="none" spc="0" normalizeH="0" baseline="0" noProof="0" dirty="0">
                <a:ln>
                  <a:noFill/>
                </a:ln>
                <a:solidFill>
                  <a:srgbClr val="15110E"/>
                </a:solidFill>
                <a:effectLst/>
                <a:uLnTx/>
                <a:uFillTx/>
                <a:latin typeface="Alexandria" pitchFamily="2" charset="-78"/>
                <a:cs typeface="Alexandria" pitchFamily="2" charset="-78"/>
                <a:sym typeface="Alexandria Medium"/>
              </a:rPr>
              <a:t> </a:t>
            </a:r>
            <a:r>
              <a:rPr kumimoji="0" lang="en-US" sz="2000" b="1" i="0" u="none" strike="noStrike" kern="0" cap="none" spc="0" normalizeH="0" baseline="0" noProof="0" dirty="0" err="1">
                <a:ln>
                  <a:noFill/>
                </a:ln>
                <a:solidFill>
                  <a:srgbClr val="15110E"/>
                </a:solidFill>
                <a:effectLst/>
                <a:uLnTx/>
                <a:uFillTx/>
                <a:latin typeface="Alexandria" pitchFamily="2" charset="-78"/>
                <a:cs typeface="Alexandria" pitchFamily="2" charset="-78"/>
                <a:sym typeface="Alexandria Medium"/>
              </a:rPr>
              <a:t>quà</a:t>
            </a:r>
            <a:r>
              <a:rPr kumimoji="0" lang="en-US" sz="2000" b="1" i="0" u="none" strike="noStrike" kern="0" cap="none" spc="0" normalizeH="0" baseline="0" noProof="0" dirty="0">
                <a:ln>
                  <a:noFill/>
                </a:ln>
                <a:solidFill>
                  <a:srgbClr val="15110E"/>
                </a:solidFill>
                <a:effectLst/>
                <a:uLnTx/>
                <a:uFillTx/>
                <a:latin typeface="Alexandria" pitchFamily="2" charset="-78"/>
                <a:cs typeface="Alexandria" pitchFamily="2" charset="-78"/>
                <a:sym typeface="Alexandria Medium"/>
              </a:rPr>
              <a:t> </a:t>
            </a:r>
            <a:r>
              <a:rPr kumimoji="0" lang="en-US" sz="2000" b="1" i="0" u="none" strike="noStrike" kern="0" cap="none" spc="0" normalizeH="0" baseline="0" noProof="0" dirty="0" err="1">
                <a:ln>
                  <a:noFill/>
                </a:ln>
                <a:solidFill>
                  <a:srgbClr val="15110E"/>
                </a:solidFill>
                <a:effectLst/>
                <a:uLnTx/>
                <a:uFillTx/>
                <a:latin typeface="Alexandria" pitchFamily="2" charset="-78"/>
                <a:cs typeface="Alexandria" pitchFamily="2" charset="-78"/>
                <a:sym typeface="Alexandria Medium"/>
              </a:rPr>
              <a:t>tặng</a:t>
            </a:r>
            <a:r>
              <a:rPr kumimoji="0" lang="en-US" sz="2000" b="1" i="0" u="none" strike="noStrike" kern="0" cap="none" spc="0" normalizeH="0" baseline="0" noProof="0" dirty="0">
                <a:ln>
                  <a:noFill/>
                </a:ln>
                <a:solidFill>
                  <a:srgbClr val="15110E"/>
                </a:solidFill>
                <a:effectLst/>
                <a:uLnTx/>
                <a:uFillTx/>
                <a:latin typeface="Alexandria" pitchFamily="2" charset="-78"/>
                <a:cs typeface="Alexandria" pitchFamily="2" charset="-78"/>
                <a:sym typeface="Alexandria Medium"/>
              </a:rPr>
              <a:t>/</a:t>
            </a:r>
            <a:r>
              <a:rPr kumimoji="0" lang="en-US" sz="2000" b="1" i="0" u="none" strike="noStrike" kern="0" cap="none" spc="0" normalizeH="0" baseline="0" noProof="0" dirty="0" err="1">
                <a:ln>
                  <a:noFill/>
                </a:ln>
                <a:solidFill>
                  <a:srgbClr val="15110E"/>
                </a:solidFill>
                <a:effectLst/>
                <a:uLnTx/>
                <a:uFillTx/>
                <a:latin typeface="Alexandria" pitchFamily="2" charset="-78"/>
                <a:cs typeface="Alexandria" pitchFamily="2" charset="-78"/>
                <a:sym typeface="Alexandria Medium"/>
              </a:rPr>
              <a:t>đóng</a:t>
            </a:r>
            <a:r>
              <a:rPr kumimoji="0" lang="en-US" sz="2000" b="1" i="0" u="none" strike="noStrike" kern="0" cap="none" spc="0" normalizeH="0" baseline="0" noProof="0" dirty="0">
                <a:ln>
                  <a:noFill/>
                </a:ln>
                <a:solidFill>
                  <a:srgbClr val="15110E"/>
                </a:solidFill>
                <a:effectLst/>
                <a:uLnTx/>
                <a:uFillTx/>
                <a:latin typeface="Alexandria" pitchFamily="2" charset="-78"/>
                <a:cs typeface="Alexandria" pitchFamily="2" charset="-78"/>
                <a:sym typeface="Alexandria Medium"/>
              </a:rPr>
              <a:t> </a:t>
            </a:r>
            <a:r>
              <a:rPr kumimoji="0" lang="en-US" sz="2000" b="1" i="0" u="none" strike="noStrike" kern="0" cap="none" spc="0" normalizeH="0" baseline="0" noProof="0" dirty="0" err="1">
                <a:ln>
                  <a:noFill/>
                </a:ln>
                <a:solidFill>
                  <a:srgbClr val="15110E"/>
                </a:solidFill>
                <a:effectLst/>
                <a:uLnTx/>
                <a:uFillTx/>
                <a:latin typeface="Alexandria" pitchFamily="2" charset="-78"/>
                <a:cs typeface="Alexandria" pitchFamily="2" charset="-78"/>
                <a:sym typeface="Alexandria Medium"/>
              </a:rPr>
              <a:t>gói</a:t>
            </a:r>
            <a:r>
              <a:rPr kumimoji="0" lang="en-US" sz="2000" b="1" i="0" u="none" strike="noStrike" kern="0" cap="none" spc="0" normalizeH="0" baseline="0" noProof="0" dirty="0">
                <a:ln>
                  <a:noFill/>
                </a:ln>
                <a:solidFill>
                  <a:srgbClr val="15110E"/>
                </a:solidFill>
                <a:effectLst/>
                <a:uLnTx/>
                <a:uFillTx/>
                <a:latin typeface="Alexandria" pitchFamily="2" charset="-78"/>
                <a:cs typeface="Alexandria" pitchFamily="2" charset="-78"/>
                <a:sym typeface="Alexandria Medium"/>
              </a:rPr>
              <a:t> (1 &amp; 4)</a:t>
            </a:r>
          </a:p>
        </p:txBody>
      </p:sp>
      <p:sp>
        <p:nvSpPr>
          <p:cNvPr id="3" name="Google Shape;228;p38">
            <a:extLst>
              <a:ext uri="{FF2B5EF4-FFF2-40B4-BE49-F238E27FC236}">
                <a16:creationId xmlns:a16="http://schemas.microsoft.com/office/drawing/2014/main" id="{236AF0E1-6BF8-408A-9B4B-FBE8D67124D5}"/>
              </a:ext>
            </a:extLst>
          </p:cNvPr>
          <p:cNvSpPr txBox="1">
            <a:spLocks/>
          </p:cNvSpPr>
          <p:nvPr/>
        </p:nvSpPr>
        <p:spPr>
          <a:xfrm>
            <a:off x="439480" y="2962940"/>
            <a:ext cx="8286306" cy="172956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048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lbert Sans"/>
              <a:buChar char="●"/>
              <a:defRPr sz="1400" b="0" i="0" u="none" strike="noStrike" cap="none">
                <a:solidFill>
                  <a:schemeClr val="dk1"/>
                </a:solidFill>
                <a:latin typeface="Albert Sans"/>
                <a:ea typeface="Albert Sans"/>
                <a:cs typeface="Albert Sans"/>
                <a:sym typeface="Albert Sans"/>
              </a:defRPr>
            </a:lvl1pPr>
            <a:lvl2pPr marL="914400" marR="0" lvl="1" indent="-3048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lbert Sans"/>
              <a:buChar char="○"/>
              <a:defRPr sz="1200" b="0" i="0" u="none" strike="noStrike" cap="none">
                <a:solidFill>
                  <a:schemeClr val="dk1"/>
                </a:solidFill>
                <a:latin typeface="Albert Sans"/>
                <a:ea typeface="Albert Sans"/>
                <a:cs typeface="Albert Sans"/>
                <a:sym typeface="Albert Sans"/>
              </a:defRPr>
            </a:lvl2pPr>
            <a:lvl3pPr marL="1371600" marR="0" lvl="2" indent="-3048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lbert Sans"/>
              <a:buChar char="■"/>
              <a:defRPr sz="1200" b="0" i="0" u="none" strike="noStrike" cap="none">
                <a:solidFill>
                  <a:schemeClr val="dk1"/>
                </a:solidFill>
                <a:latin typeface="Albert Sans"/>
                <a:ea typeface="Albert Sans"/>
                <a:cs typeface="Albert Sans"/>
                <a:sym typeface="Albert Sans"/>
              </a:defRPr>
            </a:lvl3pPr>
            <a:lvl4pPr marL="1828800" marR="0" lvl="3" indent="-3048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lbert Sans"/>
              <a:buChar char="●"/>
              <a:defRPr sz="1200" b="0" i="0" u="none" strike="noStrike" cap="none">
                <a:solidFill>
                  <a:schemeClr val="dk1"/>
                </a:solidFill>
                <a:latin typeface="Albert Sans"/>
                <a:ea typeface="Albert Sans"/>
                <a:cs typeface="Albert Sans"/>
                <a:sym typeface="Albert Sans"/>
              </a:defRPr>
            </a:lvl4pPr>
            <a:lvl5pPr marL="2286000" marR="0" lvl="4" indent="-3048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lbert Sans"/>
              <a:buChar char="○"/>
              <a:defRPr sz="1200" b="0" i="0" u="none" strike="noStrike" cap="none">
                <a:solidFill>
                  <a:schemeClr val="dk1"/>
                </a:solidFill>
                <a:latin typeface="Albert Sans"/>
                <a:ea typeface="Albert Sans"/>
                <a:cs typeface="Albert Sans"/>
                <a:sym typeface="Albert Sans"/>
              </a:defRPr>
            </a:lvl5pPr>
            <a:lvl6pPr marL="2743200" marR="0" lvl="5" indent="-3048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lbert Sans"/>
              <a:buChar char="■"/>
              <a:defRPr sz="1200" b="0" i="0" u="none" strike="noStrike" cap="none">
                <a:solidFill>
                  <a:schemeClr val="dk1"/>
                </a:solidFill>
                <a:latin typeface="Albert Sans"/>
                <a:ea typeface="Albert Sans"/>
                <a:cs typeface="Albert Sans"/>
                <a:sym typeface="Albert Sans"/>
              </a:defRPr>
            </a:lvl6pPr>
            <a:lvl7pPr marL="3200400" marR="0" lvl="6" indent="-3048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lbert Sans"/>
              <a:buChar char="●"/>
              <a:defRPr sz="1200" b="0" i="0" u="none" strike="noStrike" cap="none">
                <a:solidFill>
                  <a:schemeClr val="dk1"/>
                </a:solidFill>
                <a:latin typeface="Albert Sans"/>
                <a:ea typeface="Albert Sans"/>
                <a:cs typeface="Albert Sans"/>
                <a:sym typeface="Albert Sans"/>
              </a:defRPr>
            </a:lvl7pPr>
            <a:lvl8pPr marL="3657600" marR="0" lvl="7" indent="-3048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lbert Sans"/>
              <a:buChar char="○"/>
              <a:defRPr sz="1200" b="0" i="0" u="none" strike="noStrike" cap="none">
                <a:solidFill>
                  <a:schemeClr val="dk1"/>
                </a:solidFill>
                <a:latin typeface="Albert Sans"/>
                <a:ea typeface="Albert Sans"/>
                <a:cs typeface="Albert Sans"/>
                <a:sym typeface="Albert Sans"/>
              </a:defRPr>
            </a:lvl8pPr>
            <a:lvl9pPr marL="4114800" marR="0" lvl="8" indent="-3048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lbert Sans"/>
              <a:buChar char="■"/>
              <a:defRPr sz="1200" b="0" i="0" u="none" strike="noStrike" cap="none">
                <a:solidFill>
                  <a:schemeClr val="dk1"/>
                </a:solidFill>
                <a:latin typeface="Albert Sans"/>
                <a:ea typeface="Albert Sans"/>
                <a:cs typeface="Albert Sans"/>
                <a:sym typeface="Albert Sans"/>
              </a:defRPr>
            </a:lvl9pPr>
          </a:lstStyle>
          <a:p>
            <a:pPr marL="285750" indent="-285750">
              <a:lnSpc>
                <a:spcPct val="200000"/>
              </a:lnSpc>
            </a:pPr>
            <a:r>
              <a:rPr lang="vi-VN" sz="1200" kern="0" dirty="0">
                <a:latin typeface="Alexandria" panose="020B0604020202020204" charset="-78"/>
                <a:cs typeface="Alexandria" panose="020B0604020202020204" charset="-78"/>
              </a:rPr>
              <a:t>TN1: </a:t>
            </a:r>
            <a:r>
              <a:rPr lang="vi-VN" sz="1200" kern="0" dirty="0" err="1">
                <a:latin typeface="Alexandria" panose="020B0604020202020204" charset="-78"/>
                <a:cs typeface="Alexandria" panose="020B0604020202020204" charset="-78"/>
              </a:rPr>
              <a:t>item-customer</a:t>
            </a:r>
            <a:r>
              <a:rPr lang="vi-VN" sz="1200" kern="0" dirty="0">
                <a:latin typeface="Alexandria" panose="020B0604020202020204" charset="-78"/>
                <a:cs typeface="Alexandria" panose="020B0604020202020204" charset="-78"/>
              </a:rPr>
              <a:t> </a:t>
            </a:r>
            <a:r>
              <a:rPr lang="vi-VN" sz="1200" kern="0" dirty="0" err="1">
                <a:latin typeface="Alexandria" panose="020B0604020202020204" charset="-78"/>
                <a:cs typeface="Alexandria" panose="020B0604020202020204" charset="-78"/>
              </a:rPr>
              <a:t>nhỉnh</a:t>
            </a:r>
            <a:r>
              <a:rPr lang="vi-VN" sz="1200" kern="0" dirty="0">
                <a:latin typeface="Alexandria" panose="020B0604020202020204" charset="-78"/>
                <a:cs typeface="Alexandria" panose="020B0604020202020204" charset="-78"/>
              </a:rPr>
              <a:t> hơn </a:t>
            </a:r>
            <a:r>
              <a:rPr lang="vi-VN" sz="1200" kern="0" dirty="0" err="1">
                <a:latin typeface="Alexandria" panose="020B0604020202020204" charset="-78"/>
                <a:cs typeface="Alexandria" panose="020B0604020202020204" charset="-78"/>
              </a:rPr>
              <a:t>Hit-rate</a:t>
            </a:r>
            <a:r>
              <a:rPr lang="vi-VN" sz="1200" kern="0" dirty="0">
                <a:latin typeface="Alexandria" panose="020B0604020202020204" charset="-78"/>
                <a:cs typeface="Alexandria" panose="020B0604020202020204" charset="-78"/>
              </a:rPr>
              <a:t> nhưng </a:t>
            </a:r>
            <a:r>
              <a:rPr lang="en-US" sz="1200" kern="0" dirty="0" err="1">
                <a:latin typeface="Alexandria" panose="020B0604020202020204" charset="-78"/>
                <a:cs typeface="Alexandria" panose="020B0604020202020204" charset="-78"/>
              </a:rPr>
              <a:t>dữ</a:t>
            </a:r>
            <a:r>
              <a:rPr lang="en-US" sz="1200" kern="0" dirty="0">
                <a:latin typeface="Alexandria" panose="020B0604020202020204" charset="-78"/>
                <a:cs typeface="Alexandria" panose="020B0604020202020204" charset="-78"/>
              </a:rPr>
              <a:t> </a:t>
            </a:r>
            <a:r>
              <a:rPr lang="en-US" sz="1200" kern="0" dirty="0" err="1">
                <a:latin typeface="Alexandria" panose="020B0604020202020204" charset="-78"/>
                <a:cs typeface="Alexandria" panose="020B0604020202020204" charset="-78"/>
              </a:rPr>
              <a:t>liệu</a:t>
            </a:r>
            <a:r>
              <a:rPr lang="en-US" sz="1200" kern="0" dirty="0">
                <a:latin typeface="Alexandria" panose="020B0604020202020204" charset="-78"/>
                <a:cs typeface="Alexandria" panose="020B0604020202020204" charset="-78"/>
              </a:rPr>
              <a:t> </a:t>
            </a:r>
            <a:r>
              <a:rPr lang="vi-VN" sz="1200" kern="0" dirty="0" err="1">
                <a:latin typeface="Alexandria" panose="020B0604020202020204" charset="-78"/>
                <a:cs typeface="Alexandria" panose="020B0604020202020204" charset="-78"/>
              </a:rPr>
              <a:t>nhỏ</a:t>
            </a:r>
            <a:r>
              <a:rPr lang="vi-VN" sz="1200" kern="0" dirty="0">
                <a:latin typeface="Alexandria" panose="020B0604020202020204" charset="-78"/>
                <a:cs typeface="Alexandria" panose="020B0604020202020204" charset="-78"/>
              </a:rPr>
              <a:t> hơn 24% (do 22,8% </a:t>
            </a:r>
            <a:r>
              <a:rPr lang="vi-VN" sz="1200" kern="0" dirty="0" err="1">
                <a:latin typeface="Alexandria" panose="020B0604020202020204" charset="-78"/>
                <a:cs typeface="Alexandria" panose="020B0604020202020204" charset="-78"/>
              </a:rPr>
              <a:t>thiếu</a:t>
            </a:r>
            <a:r>
              <a:rPr lang="vi-VN" sz="1200" kern="0" dirty="0">
                <a:latin typeface="Alexandria" panose="020B0604020202020204" charset="-78"/>
                <a:cs typeface="Alexandria" panose="020B0604020202020204" charset="-78"/>
              </a:rPr>
              <a:t> </a:t>
            </a:r>
            <a:r>
              <a:rPr lang="vi-VN" sz="1200" kern="0" dirty="0" err="1">
                <a:latin typeface="Alexandria" panose="020B0604020202020204" charset="-78"/>
                <a:cs typeface="Alexandria" panose="020B0604020202020204" charset="-78"/>
              </a:rPr>
              <a:t>Customer</a:t>
            </a:r>
            <a:r>
              <a:rPr lang="vi-VN" sz="1200" kern="0" dirty="0">
                <a:latin typeface="Alexandria" panose="020B0604020202020204" charset="-78"/>
                <a:cs typeface="Alexandria" panose="020B0604020202020204" charset="-78"/>
              </a:rPr>
              <a:t> ID) → </a:t>
            </a:r>
            <a:r>
              <a:rPr lang="vi-VN" sz="1200" kern="0" dirty="0" err="1">
                <a:latin typeface="Alexandria" panose="020B0604020202020204" charset="-78"/>
                <a:cs typeface="Alexandria" panose="020B0604020202020204" charset="-78"/>
              </a:rPr>
              <a:t>chọn</a:t>
            </a:r>
            <a:r>
              <a:rPr lang="vi-VN" sz="1200" kern="0" dirty="0">
                <a:latin typeface="Alexandria" panose="020B0604020202020204" charset="-78"/>
                <a:cs typeface="Alexandria" panose="020B0604020202020204" charset="-78"/>
              </a:rPr>
              <a:t> </a:t>
            </a:r>
            <a:r>
              <a:rPr lang="vi-VN" sz="1200" kern="0" dirty="0" err="1">
                <a:latin typeface="Alexandria" panose="020B0604020202020204" charset="-78"/>
                <a:cs typeface="Alexandria" panose="020B0604020202020204" charset="-78"/>
              </a:rPr>
              <a:t>item-invoice</a:t>
            </a:r>
            <a:r>
              <a:rPr lang="vi-VN" sz="1200" kern="0" dirty="0">
                <a:latin typeface="Alexandria" panose="020B0604020202020204" charset="-78"/>
                <a:cs typeface="Alexandria" panose="020B0604020202020204" charset="-78"/>
              </a:rPr>
              <a:t> </a:t>
            </a:r>
            <a:r>
              <a:rPr lang="vi-VN" sz="1200" kern="0" dirty="0" err="1">
                <a:latin typeface="Alexandria" panose="020B0604020202020204" charset="-78"/>
                <a:cs typeface="Alexandria" panose="020B0604020202020204" charset="-78"/>
              </a:rPr>
              <a:t>vì</a:t>
            </a:r>
            <a:r>
              <a:rPr lang="vi-VN" sz="1200" kern="0" dirty="0">
                <a:latin typeface="Alexandria" panose="020B0604020202020204" charset="-78"/>
                <a:cs typeface="Alexandria" panose="020B0604020202020204" charset="-78"/>
              </a:rPr>
              <a:t> công </a:t>
            </a:r>
            <a:r>
              <a:rPr lang="vi-VN" sz="1200" kern="0" dirty="0" err="1">
                <a:latin typeface="Alexandria" panose="020B0604020202020204" charset="-78"/>
                <a:cs typeface="Alexandria" panose="020B0604020202020204" charset="-78"/>
              </a:rPr>
              <a:t>bằng</a:t>
            </a:r>
            <a:r>
              <a:rPr lang="vi-VN" sz="1200" kern="0" dirty="0">
                <a:latin typeface="Alexandria" panose="020B0604020202020204" charset="-78"/>
                <a:cs typeface="Alexandria" panose="020B0604020202020204" charset="-78"/>
              </a:rPr>
              <a:t> </a:t>
            </a:r>
            <a:r>
              <a:rPr lang="vi-VN" sz="1200" kern="0" dirty="0" err="1">
                <a:latin typeface="Alexandria" panose="020B0604020202020204" charset="-78"/>
                <a:cs typeface="Alexandria" panose="020B0604020202020204" charset="-78"/>
              </a:rPr>
              <a:t>và</a:t>
            </a:r>
            <a:r>
              <a:rPr lang="vi-VN" sz="1200" kern="0" dirty="0">
                <a:latin typeface="Alexandria" panose="020B0604020202020204" charset="-78"/>
                <a:cs typeface="Alexandria" panose="020B0604020202020204" charset="-78"/>
              </a:rPr>
              <a:t> </a:t>
            </a:r>
            <a:r>
              <a:rPr lang="vi-VN" sz="1200" kern="0" dirty="0" err="1">
                <a:latin typeface="Alexandria" panose="020B0604020202020204" charset="-78"/>
                <a:cs typeface="Alexandria" panose="020B0604020202020204" charset="-78"/>
              </a:rPr>
              <a:t>dùng</a:t>
            </a:r>
            <a:r>
              <a:rPr lang="vi-VN" sz="1200" kern="0" dirty="0">
                <a:latin typeface="Alexandria" panose="020B0604020202020204" charset="-78"/>
                <a:cs typeface="Alexandria" panose="020B0604020202020204" charset="-78"/>
              </a:rPr>
              <a:t> </a:t>
            </a:r>
            <a:r>
              <a:rPr lang="vi-VN" sz="1200" kern="0" dirty="0" err="1">
                <a:latin typeface="Alexandria" panose="020B0604020202020204" charset="-78"/>
                <a:cs typeface="Alexandria" panose="020B0604020202020204" charset="-78"/>
              </a:rPr>
              <a:t>được</a:t>
            </a:r>
            <a:r>
              <a:rPr lang="vi-VN" sz="1200" kern="0" dirty="0">
                <a:latin typeface="Alexandria" panose="020B0604020202020204" charset="-78"/>
                <a:cs typeface="Alexandria" panose="020B0604020202020204" charset="-78"/>
              </a:rPr>
              <a:t> cho </a:t>
            </a:r>
            <a:r>
              <a:rPr lang="vi-VN" sz="1200" kern="0" dirty="0" err="1">
                <a:latin typeface="Alexandria" panose="020B0604020202020204" charset="-78"/>
                <a:cs typeface="Alexandria" panose="020B0604020202020204" charset="-78"/>
              </a:rPr>
              <a:t>khách</a:t>
            </a:r>
            <a:r>
              <a:rPr lang="vi-VN" sz="1200" kern="0" dirty="0">
                <a:latin typeface="Alexandria" panose="020B0604020202020204" charset="-78"/>
                <a:cs typeface="Alexandria" panose="020B0604020202020204" charset="-78"/>
              </a:rPr>
              <a:t> chưa đăng </a:t>
            </a:r>
            <a:r>
              <a:rPr lang="vi-VN" sz="1200" kern="0" dirty="0" err="1">
                <a:latin typeface="Alexandria" panose="020B0604020202020204" charset="-78"/>
                <a:cs typeface="Alexandria" panose="020B0604020202020204" charset="-78"/>
              </a:rPr>
              <a:t>nhập</a:t>
            </a:r>
            <a:r>
              <a:rPr lang="en-US" sz="1200" kern="0" dirty="0">
                <a:latin typeface="Alexandria" panose="020B0604020202020204" charset="-78"/>
                <a:cs typeface="Alexandria" panose="020B0604020202020204" charset="-78"/>
              </a:rPr>
              <a:t>.</a:t>
            </a:r>
          </a:p>
          <a:p>
            <a:pPr marL="285750" indent="-285750">
              <a:lnSpc>
                <a:spcPct val="200000"/>
              </a:lnSpc>
            </a:pPr>
            <a:r>
              <a:rPr lang="vi-VN" sz="1200" kern="0" dirty="0">
                <a:latin typeface="Alexandria" panose="020B0604020202020204" charset="-78"/>
                <a:cs typeface="Alexandria" panose="020B0604020202020204" charset="-78"/>
              </a:rPr>
              <a:t>TN4: </a:t>
            </a:r>
            <a:r>
              <a:rPr lang="vi-VN" sz="1200" kern="0" dirty="0" err="1">
                <a:latin typeface="Alexandria" panose="020B0604020202020204" charset="-78"/>
                <a:cs typeface="Alexandria" panose="020B0604020202020204" charset="-78"/>
              </a:rPr>
              <a:t>giữ</a:t>
            </a:r>
            <a:r>
              <a:rPr lang="vi-VN" sz="1200" kern="0" dirty="0">
                <a:latin typeface="Alexandria" panose="020B0604020202020204" charset="-78"/>
                <a:cs typeface="Alexandria" panose="020B0604020202020204" charset="-78"/>
              </a:rPr>
              <a:t>/</a:t>
            </a:r>
            <a:r>
              <a:rPr lang="vi-VN" sz="1200" kern="0" dirty="0" err="1">
                <a:latin typeface="Alexandria" panose="020B0604020202020204" charset="-78"/>
                <a:cs typeface="Alexandria" panose="020B0604020202020204" charset="-78"/>
              </a:rPr>
              <a:t>loại</a:t>
            </a:r>
            <a:r>
              <a:rPr lang="vi-VN" sz="1200" kern="0" dirty="0">
                <a:latin typeface="Alexandria" panose="020B0604020202020204" charset="-78"/>
                <a:cs typeface="Alexandria" panose="020B0604020202020204" charset="-78"/>
              </a:rPr>
              <a:t> </a:t>
            </a:r>
            <a:r>
              <a:rPr lang="vi-VN" sz="1200" kern="0" dirty="0" err="1">
                <a:latin typeface="Alexandria" panose="020B0604020202020204" charset="-78"/>
                <a:cs typeface="Alexandria" panose="020B0604020202020204" charset="-78"/>
              </a:rPr>
              <a:t>mã</a:t>
            </a:r>
            <a:r>
              <a:rPr lang="vi-VN" sz="1200" kern="0" dirty="0">
                <a:latin typeface="Alexandria" panose="020B0604020202020204" charset="-78"/>
                <a:cs typeface="Alexandria" panose="020B0604020202020204" charset="-78"/>
              </a:rPr>
              <a:t> </a:t>
            </a:r>
            <a:r>
              <a:rPr lang="vi-VN" sz="1200" kern="0" dirty="0" err="1">
                <a:latin typeface="Alexandria" panose="020B0604020202020204" charset="-78"/>
                <a:cs typeface="Alexandria" panose="020B0604020202020204" charset="-78"/>
              </a:rPr>
              <a:t>quà</a:t>
            </a:r>
            <a:r>
              <a:rPr lang="vi-VN" sz="1200" kern="0" dirty="0">
                <a:latin typeface="Alexandria" panose="020B0604020202020204" charset="-78"/>
                <a:cs typeface="Alexandria" panose="020B0604020202020204" charset="-78"/>
              </a:rPr>
              <a:t> </a:t>
            </a:r>
            <a:r>
              <a:rPr lang="vi-VN" sz="1200" kern="0" dirty="0" err="1">
                <a:latin typeface="Alexandria" panose="020B0604020202020204" charset="-78"/>
                <a:cs typeface="Alexandria" panose="020B0604020202020204" charset="-78"/>
              </a:rPr>
              <a:t>tặng</a:t>
            </a:r>
            <a:r>
              <a:rPr lang="vi-VN" sz="1200" kern="0" dirty="0">
                <a:latin typeface="Alexandria" panose="020B0604020202020204" charset="-78"/>
                <a:cs typeface="Alexandria" panose="020B0604020202020204" charset="-78"/>
              </a:rPr>
              <a:t> chênh </a:t>
            </a:r>
            <a:r>
              <a:rPr lang="vi-VN" sz="1200" kern="0" dirty="0" err="1">
                <a:latin typeface="Alexandria" panose="020B0604020202020204" charset="-78"/>
                <a:cs typeface="Alexandria" panose="020B0604020202020204" charset="-78"/>
              </a:rPr>
              <a:t>lệch</a:t>
            </a:r>
            <a:r>
              <a:rPr lang="vi-VN" sz="1200" kern="0" dirty="0">
                <a:latin typeface="Alexandria" panose="020B0604020202020204" charset="-78"/>
                <a:cs typeface="Alexandria" panose="020B0604020202020204" charset="-78"/>
              </a:rPr>
              <a:t> </a:t>
            </a:r>
            <a:r>
              <a:rPr lang="vi-VN" sz="1200" kern="0" dirty="0" err="1">
                <a:latin typeface="Alexandria" panose="020B0604020202020204" charset="-78"/>
                <a:cs typeface="Alexandria" panose="020B0604020202020204" charset="-78"/>
              </a:rPr>
              <a:t>Hit-rate</a:t>
            </a:r>
            <a:r>
              <a:rPr lang="vi-VN" sz="1200" kern="0" dirty="0">
                <a:latin typeface="Alexandria" panose="020B0604020202020204" charset="-78"/>
                <a:cs typeface="Alexandria" panose="020B0604020202020204" charset="-78"/>
              </a:rPr>
              <a:t> &lt;2% → </a:t>
            </a:r>
            <a:r>
              <a:rPr lang="vi-VN" sz="1200" kern="0" dirty="0" err="1">
                <a:latin typeface="Alexandria" panose="020B0604020202020204" charset="-78"/>
                <a:cs typeface="Alexandria" panose="020B0604020202020204" charset="-78"/>
              </a:rPr>
              <a:t>loại</a:t>
            </a:r>
            <a:r>
              <a:rPr lang="vi-VN" sz="1200" kern="0" dirty="0">
                <a:latin typeface="Alexandria" panose="020B0604020202020204" charset="-78"/>
                <a:cs typeface="Alexandria" panose="020B0604020202020204" charset="-78"/>
              </a:rPr>
              <a:t> </a:t>
            </a:r>
            <a:r>
              <a:rPr lang="vi-VN" sz="1200" kern="0" dirty="0" err="1">
                <a:latin typeface="Alexandria" panose="020B0604020202020204" charset="-78"/>
                <a:cs typeface="Alexandria" panose="020B0604020202020204" charset="-78"/>
              </a:rPr>
              <a:t>bỏ</a:t>
            </a:r>
            <a:r>
              <a:rPr lang="vi-VN" sz="1200" kern="0" dirty="0">
                <a:latin typeface="Alexandria" panose="020B0604020202020204" charset="-78"/>
                <a:cs typeface="Alexandria" panose="020B0604020202020204" charset="-78"/>
              </a:rPr>
              <a:t> </a:t>
            </a:r>
            <a:r>
              <a:rPr lang="vi-VN" sz="1200" kern="0" dirty="0" err="1">
                <a:latin typeface="Alexandria" panose="020B0604020202020204" charset="-78"/>
                <a:cs typeface="Alexandria" panose="020B0604020202020204" charset="-78"/>
              </a:rPr>
              <a:t>vì</a:t>
            </a:r>
            <a:r>
              <a:rPr lang="vi-VN" sz="1200" kern="0" dirty="0">
                <a:latin typeface="Alexandria" panose="020B0604020202020204" charset="-78"/>
                <a:cs typeface="Alexandria" panose="020B0604020202020204" charset="-78"/>
              </a:rPr>
              <a:t> </a:t>
            </a:r>
            <a:r>
              <a:rPr lang="vi-VN" sz="1200" kern="0" dirty="0" err="1">
                <a:latin typeface="Alexandria" panose="020B0604020202020204" charset="-78"/>
                <a:cs typeface="Alexandria" panose="020B0604020202020204" charset="-78"/>
              </a:rPr>
              <a:t>lý</a:t>
            </a:r>
            <a:r>
              <a:rPr lang="vi-VN" sz="1200" kern="0" dirty="0">
                <a:latin typeface="Alexandria" panose="020B0604020202020204" charset="-78"/>
                <a:cs typeface="Alexandria" panose="020B0604020202020204" charset="-78"/>
              </a:rPr>
              <a:t> do </a:t>
            </a:r>
            <a:r>
              <a:rPr lang="vi-VN" sz="1200" kern="0" dirty="0" err="1">
                <a:latin typeface="Alexandria" panose="020B0604020202020204" charset="-78"/>
                <a:cs typeface="Alexandria" panose="020B0604020202020204" charset="-78"/>
              </a:rPr>
              <a:t>thực</a:t>
            </a:r>
            <a:r>
              <a:rPr lang="vi-VN" sz="1200" kern="0" dirty="0">
                <a:latin typeface="Alexandria" panose="020B0604020202020204" charset="-78"/>
                <a:cs typeface="Alexandria" panose="020B0604020202020204" charset="-78"/>
              </a:rPr>
              <a:t> </a:t>
            </a:r>
            <a:r>
              <a:rPr lang="vi-VN" sz="1200" kern="0" dirty="0" err="1">
                <a:latin typeface="Alexandria" panose="020B0604020202020204" charset="-78"/>
                <a:cs typeface="Alexandria" panose="020B0604020202020204" charset="-78"/>
              </a:rPr>
              <a:t>tiễn</a:t>
            </a:r>
            <a:r>
              <a:rPr lang="vi-VN" sz="1200" kern="0" dirty="0">
                <a:latin typeface="Alexandria" panose="020B0604020202020204" charset="-78"/>
                <a:cs typeface="Alexandria" panose="020B0604020202020204" charset="-78"/>
              </a:rPr>
              <a:t> (không nên </a:t>
            </a:r>
            <a:r>
              <a:rPr lang="vi-VN" sz="1200" kern="0" dirty="0" err="1">
                <a:latin typeface="Alexandria" panose="020B0604020202020204" charset="-78"/>
                <a:cs typeface="Alexandria" panose="020B0604020202020204" charset="-78"/>
              </a:rPr>
              <a:t>gợi</a:t>
            </a:r>
            <a:r>
              <a:rPr lang="vi-VN" sz="1200" kern="0" dirty="0">
                <a:latin typeface="Alexandria" panose="020B0604020202020204" charset="-78"/>
                <a:cs typeface="Alexandria" panose="020B0604020202020204" charset="-78"/>
              </a:rPr>
              <a:t> ý </a:t>
            </a:r>
            <a:r>
              <a:rPr lang="vi-VN" sz="1200" kern="0" dirty="0" err="1">
                <a:latin typeface="Alexandria" panose="020B0604020202020204" charset="-78"/>
                <a:cs typeface="Alexandria" panose="020B0604020202020204" charset="-78"/>
              </a:rPr>
              <a:t>thẻ</a:t>
            </a:r>
            <a:r>
              <a:rPr lang="vi-VN" sz="1200" kern="0" dirty="0">
                <a:latin typeface="Alexandria" panose="020B0604020202020204" charset="-78"/>
                <a:cs typeface="Alexandria" panose="020B0604020202020204" charset="-78"/>
              </a:rPr>
              <a:t> </a:t>
            </a:r>
            <a:r>
              <a:rPr lang="vi-VN" sz="1200" kern="0" dirty="0" err="1">
                <a:latin typeface="Alexandria" panose="020B0604020202020204" charset="-78"/>
                <a:cs typeface="Alexandria" panose="020B0604020202020204" charset="-78"/>
              </a:rPr>
              <a:t>quà</a:t>
            </a:r>
            <a:r>
              <a:rPr lang="vi-VN" sz="1200" kern="0" dirty="0">
                <a:latin typeface="Alexandria" panose="020B0604020202020204" charset="-78"/>
                <a:cs typeface="Alexandria" panose="020B0604020202020204" charset="-78"/>
              </a:rPr>
              <a:t> </a:t>
            </a:r>
            <a:r>
              <a:rPr lang="vi-VN" sz="1200" kern="0" dirty="0" err="1">
                <a:latin typeface="Alexandria" panose="020B0604020202020204" charset="-78"/>
                <a:cs typeface="Alexandria" panose="020B0604020202020204" charset="-78"/>
              </a:rPr>
              <a:t>tặng</a:t>
            </a:r>
            <a:r>
              <a:rPr lang="vi-VN" sz="1200" kern="0" dirty="0">
                <a:latin typeface="Alexandria" panose="020B0604020202020204" charset="-78"/>
                <a:cs typeface="Alexandria" panose="020B0604020202020204" charset="-78"/>
              </a:rPr>
              <a:t>)</a:t>
            </a:r>
            <a:endParaRPr lang="en-US" sz="1200" kern="0" dirty="0">
              <a:latin typeface="Alexandria" panose="020B0604020202020204" charset="-78"/>
              <a:cs typeface="Alexandria" panose="020B0604020202020204" charset="-78"/>
            </a:endParaRPr>
          </a:p>
        </p:txBody>
      </p:sp>
      <p:pic>
        <p:nvPicPr>
          <p:cNvPr id="5" name="Hình ảnh 4">
            <a:extLst>
              <a:ext uri="{FF2B5EF4-FFF2-40B4-BE49-F238E27FC236}">
                <a16:creationId xmlns:a16="http://schemas.microsoft.com/office/drawing/2014/main" id="{5E4CE58C-B01D-4EE0-A7C7-F96C59EC8512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9481" y="843318"/>
            <a:ext cx="3437860" cy="2062716"/>
          </a:xfrm>
          <a:prstGeom prst="rect">
            <a:avLst/>
          </a:prstGeom>
        </p:spPr>
      </p:pic>
      <p:pic>
        <p:nvPicPr>
          <p:cNvPr id="9" name="Hình ảnh 8">
            <a:extLst>
              <a:ext uri="{FF2B5EF4-FFF2-40B4-BE49-F238E27FC236}">
                <a16:creationId xmlns:a16="http://schemas.microsoft.com/office/drawing/2014/main" id="{E3A90090-0E91-4AF4-B6C7-9E6EAF875D7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20890" y="843317"/>
            <a:ext cx="4404896" cy="2062715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Google Shape;208;p37">
            <a:extLst>
              <a:ext uri="{FF2B5EF4-FFF2-40B4-BE49-F238E27FC236}">
                <a16:creationId xmlns:a16="http://schemas.microsoft.com/office/drawing/2014/main" id="{AF92D938-7F1C-4D76-A620-2BCBF5651AB8}"/>
              </a:ext>
            </a:extLst>
          </p:cNvPr>
          <p:cNvSpPr txBox="1">
            <a:spLocks/>
          </p:cNvSpPr>
          <p:nvPr/>
        </p:nvSpPr>
        <p:spPr>
          <a:xfrm>
            <a:off x="439480" y="294618"/>
            <a:ext cx="8286306" cy="54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lexandria Medium"/>
              <a:buNone/>
              <a:defRPr sz="2500" b="0" i="0" u="none" strike="noStrike" cap="none">
                <a:solidFill>
                  <a:schemeClr val="dk1"/>
                </a:solidFill>
                <a:latin typeface="Alexandria Medium"/>
                <a:ea typeface="Alexandria Medium"/>
                <a:cs typeface="Alexandria Medium"/>
                <a:sym typeface="Alexandria Medium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lexandria Medium"/>
              <a:buNone/>
              <a:defRPr sz="3000" b="0" i="0" u="none" strike="noStrike" cap="none">
                <a:solidFill>
                  <a:schemeClr val="dk1"/>
                </a:solidFill>
                <a:latin typeface="Alexandria Medium"/>
                <a:ea typeface="Alexandria Medium"/>
                <a:cs typeface="Alexandria Medium"/>
                <a:sym typeface="Alexandria Medium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lexandria Medium"/>
              <a:buNone/>
              <a:defRPr sz="3000" b="0" i="0" u="none" strike="noStrike" cap="none">
                <a:solidFill>
                  <a:schemeClr val="dk1"/>
                </a:solidFill>
                <a:latin typeface="Alexandria Medium"/>
                <a:ea typeface="Alexandria Medium"/>
                <a:cs typeface="Alexandria Medium"/>
                <a:sym typeface="Alexandria Medium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lexandria Medium"/>
              <a:buNone/>
              <a:defRPr sz="3000" b="0" i="0" u="none" strike="noStrike" cap="none">
                <a:solidFill>
                  <a:schemeClr val="dk1"/>
                </a:solidFill>
                <a:latin typeface="Alexandria Medium"/>
                <a:ea typeface="Alexandria Medium"/>
                <a:cs typeface="Alexandria Medium"/>
                <a:sym typeface="Alexandria Medium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lexandria Medium"/>
              <a:buNone/>
              <a:defRPr sz="3000" b="0" i="0" u="none" strike="noStrike" cap="none">
                <a:solidFill>
                  <a:schemeClr val="dk1"/>
                </a:solidFill>
                <a:latin typeface="Alexandria Medium"/>
                <a:ea typeface="Alexandria Medium"/>
                <a:cs typeface="Alexandria Medium"/>
                <a:sym typeface="Alexandria Medium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lexandria Medium"/>
              <a:buNone/>
              <a:defRPr sz="3000" b="0" i="0" u="none" strike="noStrike" cap="none">
                <a:solidFill>
                  <a:schemeClr val="dk1"/>
                </a:solidFill>
                <a:latin typeface="Alexandria Medium"/>
                <a:ea typeface="Alexandria Medium"/>
                <a:cs typeface="Alexandria Medium"/>
                <a:sym typeface="Alexandria Medium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lexandria Medium"/>
              <a:buNone/>
              <a:defRPr sz="3000" b="0" i="0" u="none" strike="noStrike" cap="none">
                <a:solidFill>
                  <a:schemeClr val="dk1"/>
                </a:solidFill>
                <a:latin typeface="Alexandria Medium"/>
                <a:ea typeface="Alexandria Medium"/>
                <a:cs typeface="Alexandria Medium"/>
                <a:sym typeface="Alexandria Medium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lexandria Medium"/>
              <a:buNone/>
              <a:defRPr sz="3000" b="0" i="0" u="none" strike="noStrike" cap="none">
                <a:solidFill>
                  <a:schemeClr val="dk1"/>
                </a:solidFill>
                <a:latin typeface="Alexandria Medium"/>
                <a:ea typeface="Alexandria Medium"/>
                <a:cs typeface="Alexandria Medium"/>
                <a:sym typeface="Alexandria Medium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lexandria Medium"/>
              <a:buNone/>
              <a:defRPr sz="3000" b="0" i="0" u="none" strike="noStrike" cap="none">
                <a:solidFill>
                  <a:schemeClr val="dk1"/>
                </a:solidFill>
                <a:latin typeface="Alexandria Medium"/>
                <a:ea typeface="Alexandria Medium"/>
                <a:cs typeface="Alexandria Medium"/>
                <a:sym typeface="Alexandria Medium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5110E"/>
              </a:buClr>
              <a:buSzPts val="3000"/>
              <a:buFont typeface="Alexandria Medium"/>
              <a:buNone/>
              <a:tabLst/>
              <a:defRPr/>
            </a:pPr>
            <a:r>
              <a:rPr kumimoji="0" lang="en-US" sz="2000" b="1" i="0" u="none" strike="noStrike" kern="0" cap="none" spc="0" normalizeH="0" baseline="0" noProof="0" dirty="0" err="1">
                <a:ln>
                  <a:noFill/>
                </a:ln>
                <a:solidFill>
                  <a:srgbClr val="15110E"/>
                </a:solidFill>
                <a:effectLst/>
                <a:uLnTx/>
                <a:uFillTx/>
                <a:latin typeface="Alexandria" pitchFamily="2" charset="-78"/>
                <a:cs typeface="Alexandria" pitchFamily="2" charset="-78"/>
                <a:sym typeface="Alexandria Medium"/>
              </a:rPr>
              <a:t>Kết</a:t>
            </a:r>
            <a:r>
              <a:rPr kumimoji="0" lang="en-US" sz="2000" b="1" i="0" u="none" strike="noStrike" kern="0" cap="none" spc="0" normalizeH="0" baseline="0" noProof="0" dirty="0">
                <a:ln>
                  <a:noFill/>
                </a:ln>
                <a:solidFill>
                  <a:srgbClr val="15110E"/>
                </a:solidFill>
                <a:effectLst/>
                <a:uLnTx/>
                <a:uFillTx/>
                <a:latin typeface="Alexandria" pitchFamily="2" charset="-78"/>
                <a:cs typeface="Alexandria" pitchFamily="2" charset="-78"/>
                <a:sym typeface="Alexandria Medium"/>
              </a:rPr>
              <a:t> </a:t>
            </a:r>
            <a:r>
              <a:rPr kumimoji="0" lang="en-US" sz="2000" b="1" i="0" u="none" strike="noStrike" kern="0" cap="none" spc="0" normalizeH="0" baseline="0" noProof="0" dirty="0" err="1">
                <a:ln>
                  <a:noFill/>
                </a:ln>
                <a:solidFill>
                  <a:srgbClr val="15110E"/>
                </a:solidFill>
                <a:effectLst/>
                <a:uLnTx/>
                <a:uFillTx/>
                <a:latin typeface="Alexandria" pitchFamily="2" charset="-78"/>
                <a:cs typeface="Alexandria" pitchFamily="2" charset="-78"/>
                <a:sym typeface="Alexandria Medium"/>
              </a:rPr>
              <a:t>quả</a:t>
            </a:r>
            <a:r>
              <a:rPr kumimoji="0" lang="en-US" sz="2000" b="1" i="0" u="none" strike="noStrike" kern="0" cap="none" spc="0" normalizeH="0" baseline="0" noProof="0" dirty="0">
                <a:ln>
                  <a:noFill/>
                </a:ln>
                <a:solidFill>
                  <a:srgbClr val="15110E"/>
                </a:solidFill>
                <a:effectLst/>
                <a:uLnTx/>
                <a:uFillTx/>
                <a:latin typeface="Alexandria" pitchFamily="2" charset="-78"/>
                <a:cs typeface="Alexandria" pitchFamily="2" charset="-78"/>
                <a:sym typeface="Alexandria Medium"/>
              </a:rPr>
              <a:t> </a:t>
            </a:r>
            <a:r>
              <a:rPr kumimoji="0" lang="en-US" sz="2000" b="1" i="0" u="none" strike="noStrike" kern="0" cap="none" spc="0" normalizeH="0" baseline="0" noProof="0" dirty="0" err="1">
                <a:ln>
                  <a:noFill/>
                </a:ln>
                <a:solidFill>
                  <a:srgbClr val="15110E"/>
                </a:solidFill>
                <a:effectLst/>
                <a:uLnTx/>
                <a:uFillTx/>
                <a:latin typeface="Alexandria" pitchFamily="2" charset="-78"/>
                <a:cs typeface="Alexandria" pitchFamily="2" charset="-78"/>
                <a:sym typeface="Alexandria Medium"/>
              </a:rPr>
              <a:t>cuối</a:t>
            </a:r>
            <a:r>
              <a:rPr kumimoji="0" lang="en-US" sz="2000" b="1" i="0" u="none" strike="noStrike" kern="0" cap="none" spc="0" normalizeH="0" baseline="0" noProof="0" dirty="0">
                <a:ln>
                  <a:noFill/>
                </a:ln>
                <a:solidFill>
                  <a:srgbClr val="15110E"/>
                </a:solidFill>
                <a:effectLst/>
                <a:uLnTx/>
                <a:uFillTx/>
                <a:latin typeface="Alexandria" pitchFamily="2" charset="-78"/>
                <a:cs typeface="Alexandria" pitchFamily="2" charset="-78"/>
                <a:sym typeface="Alexandria Medium"/>
              </a:rPr>
              <a:t> </a:t>
            </a:r>
            <a:r>
              <a:rPr kumimoji="0" lang="en-US" sz="2000" b="1" i="0" u="none" strike="noStrike" kern="0" cap="none" spc="0" normalizeH="0" baseline="0" noProof="0" dirty="0" err="1">
                <a:ln>
                  <a:noFill/>
                </a:ln>
                <a:solidFill>
                  <a:srgbClr val="15110E"/>
                </a:solidFill>
                <a:effectLst/>
                <a:uLnTx/>
                <a:uFillTx/>
                <a:latin typeface="Alexandria" pitchFamily="2" charset="-78"/>
                <a:cs typeface="Alexandria" pitchFamily="2" charset="-78"/>
                <a:sym typeface="Alexandria Medium"/>
              </a:rPr>
              <a:t>cùng</a:t>
            </a:r>
            <a:r>
              <a:rPr kumimoji="0" lang="en-US" sz="2000" b="1" i="0" u="none" strike="noStrike" kern="0" cap="none" spc="0" normalizeH="0" baseline="0" noProof="0" dirty="0">
                <a:ln>
                  <a:noFill/>
                </a:ln>
                <a:solidFill>
                  <a:srgbClr val="15110E"/>
                </a:solidFill>
                <a:effectLst/>
                <a:uLnTx/>
                <a:uFillTx/>
                <a:latin typeface="Alexandria" pitchFamily="2" charset="-78"/>
                <a:cs typeface="Alexandria" pitchFamily="2" charset="-78"/>
                <a:sym typeface="Alexandria Medium"/>
              </a:rPr>
              <a:t> </a:t>
            </a:r>
            <a:r>
              <a:rPr kumimoji="0" lang="en-US" sz="2000" b="1" i="0" u="none" strike="noStrike" kern="0" cap="none" spc="0" normalizeH="0" baseline="0" noProof="0" dirty="0" err="1">
                <a:ln>
                  <a:noFill/>
                </a:ln>
                <a:solidFill>
                  <a:srgbClr val="15110E"/>
                </a:solidFill>
                <a:effectLst/>
                <a:uLnTx/>
                <a:uFillTx/>
                <a:latin typeface="Alexandria" pitchFamily="2" charset="-78"/>
                <a:cs typeface="Alexandria" pitchFamily="2" charset="-78"/>
                <a:sym typeface="Alexandria Medium"/>
              </a:rPr>
              <a:t>trên</a:t>
            </a:r>
            <a:r>
              <a:rPr kumimoji="0" lang="en-US" sz="2000" b="1" i="0" u="none" strike="noStrike" kern="0" cap="none" spc="0" normalizeH="0" baseline="0" noProof="0" dirty="0">
                <a:ln>
                  <a:noFill/>
                </a:ln>
                <a:solidFill>
                  <a:srgbClr val="15110E"/>
                </a:solidFill>
                <a:effectLst/>
                <a:uLnTx/>
                <a:uFillTx/>
                <a:latin typeface="Alexandria" pitchFamily="2" charset="-78"/>
                <a:cs typeface="Alexandria" pitchFamily="2" charset="-78"/>
                <a:sym typeface="Alexandria Medium"/>
              </a:rPr>
              <a:t> </a:t>
            </a:r>
            <a:r>
              <a:rPr kumimoji="0" lang="en-US" sz="2000" b="1" i="0" u="none" strike="noStrike" kern="0" cap="none" spc="0" normalizeH="0" baseline="0" noProof="0" dirty="0" err="1">
                <a:ln>
                  <a:noFill/>
                </a:ln>
                <a:solidFill>
                  <a:srgbClr val="15110E"/>
                </a:solidFill>
                <a:effectLst/>
                <a:uLnTx/>
                <a:uFillTx/>
                <a:latin typeface="Alexandria" pitchFamily="2" charset="-78"/>
                <a:cs typeface="Alexandria" pitchFamily="2" charset="-78"/>
                <a:sym typeface="Alexandria Medium"/>
              </a:rPr>
              <a:t>tập</a:t>
            </a:r>
            <a:r>
              <a:rPr kumimoji="0" lang="en-US" sz="2000" b="1" i="0" u="none" strike="noStrike" kern="0" cap="none" spc="0" normalizeH="0" baseline="0" noProof="0" dirty="0">
                <a:ln>
                  <a:noFill/>
                </a:ln>
                <a:solidFill>
                  <a:srgbClr val="15110E"/>
                </a:solidFill>
                <a:effectLst/>
                <a:uLnTx/>
                <a:uFillTx/>
                <a:latin typeface="Alexandria" pitchFamily="2" charset="-78"/>
                <a:cs typeface="Alexandria" pitchFamily="2" charset="-78"/>
                <a:sym typeface="Alexandria Medium"/>
              </a:rPr>
              <a:t> </a:t>
            </a:r>
            <a:r>
              <a:rPr kumimoji="0" lang="en-US" sz="2000" b="1" i="0" u="none" strike="noStrike" kern="0" cap="none" spc="0" normalizeH="0" baseline="0" noProof="0" dirty="0" err="1">
                <a:ln>
                  <a:noFill/>
                </a:ln>
                <a:solidFill>
                  <a:srgbClr val="15110E"/>
                </a:solidFill>
                <a:effectLst/>
                <a:uLnTx/>
                <a:uFillTx/>
                <a:latin typeface="Alexandria" pitchFamily="2" charset="-78"/>
                <a:cs typeface="Alexandria" pitchFamily="2" charset="-78"/>
                <a:sym typeface="Alexandria Medium"/>
              </a:rPr>
              <a:t>kiểm</a:t>
            </a:r>
            <a:r>
              <a:rPr kumimoji="0" lang="en-US" sz="2000" b="1" i="0" u="none" strike="noStrike" kern="0" cap="none" spc="0" normalizeH="0" baseline="0" noProof="0" dirty="0">
                <a:ln>
                  <a:noFill/>
                </a:ln>
                <a:solidFill>
                  <a:srgbClr val="15110E"/>
                </a:solidFill>
                <a:effectLst/>
                <a:uLnTx/>
                <a:uFillTx/>
                <a:latin typeface="Alexandria" pitchFamily="2" charset="-78"/>
                <a:cs typeface="Alexandria" pitchFamily="2" charset="-78"/>
                <a:sym typeface="Alexandria Medium"/>
              </a:rPr>
              <a:t> </a:t>
            </a:r>
            <a:r>
              <a:rPr kumimoji="0" lang="en-US" sz="2000" b="1" i="0" u="none" strike="noStrike" kern="0" cap="none" spc="0" normalizeH="0" baseline="0" noProof="0" dirty="0" err="1">
                <a:ln>
                  <a:noFill/>
                </a:ln>
                <a:solidFill>
                  <a:srgbClr val="15110E"/>
                </a:solidFill>
                <a:effectLst/>
                <a:uLnTx/>
                <a:uFillTx/>
                <a:latin typeface="Alexandria" pitchFamily="2" charset="-78"/>
                <a:cs typeface="Alexandria" pitchFamily="2" charset="-78"/>
                <a:sym typeface="Alexandria Medium"/>
              </a:rPr>
              <a:t>tra</a:t>
            </a:r>
            <a:r>
              <a:rPr kumimoji="0" lang="en-US" sz="2000" b="1" i="0" u="none" strike="noStrike" kern="0" cap="none" spc="0" normalizeH="0" baseline="0" noProof="0" dirty="0">
                <a:ln>
                  <a:noFill/>
                </a:ln>
                <a:solidFill>
                  <a:srgbClr val="15110E"/>
                </a:solidFill>
                <a:effectLst/>
                <a:uLnTx/>
                <a:uFillTx/>
                <a:latin typeface="Alexandria" pitchFamily="2" charset="-78"/>
                <a:cs typeface="Alexandria" pitchFamily="2" charset="-78"/>
                <a:sym typeface="Alexandria Medium"/>
              </a:rPr>
              <a:t> (Test)</a:t>
            </a:r>
          </a:p>
        </p:txBody>
      </p:sp>
      <p:sp>
        <p:nvSpPr>
          <p:cNvPr id="3" name="Google Shape;228;p38">
            <a:extLst>
              <a:ext uri="{FF2B5EF4-FFF2-40B4-BE49-F238E27FC236}">
                <a16:creationId xmlns:a16="http://schemas.microsoft.com/office/drawing/2014/main" id="{0BFDD747-D1BA-4DEF-8520-D89C606BCF24}"/>
              </a:ext>
            </a:extLst>
          </p:cNvPr>
          <p:cNvSpPr txBox="1">
            <a:spLocks/>
          </p:cNvSpPr>
          <p:nvPr/>
        </p:nvSpPr>
        <p:spPr>
          <a:xfrm>
            <a:off x="439480" y="843318"/>
            <a:ext cx="8286306" cy="54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048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lbert Sans"/>
              <a:buChar char="●"/>
              <a:defRPr sz="1400" b="0" i="0" u="none" strike="noStrike" cap="none">
                <a:solidFill>
                  <a:schemeClr val="dk1"/>
                </a:solidFill>
                <a:latin typeface="Albert Sans"/>
                <a:ea typeface="Albert Sans"/>
                <a:cs typeface="Albert Sans"/>
                <a:sym typeface="Albert Sans"/>
              </a:defRPr>
            </a:lvl1pPr>
            <a:lvl2pPr marL="914400" marR="0" lvl="1" indent="-3048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lbert Sans"/>
              <a:buChar char="○"/>
              <a:defRPr sz="1200" b="0" i="0" u="none" strike="noStrike" cap="none">
                <a:solidFill>
                  <a:schemeClr val="dk1"/>
                </a:solidFill>
                <a:latin typeface="Albert Sans"/>
                <a:ea typeface="Albert Sans"/>
                <a:cs typeface="Albert Sans"/>
                <a:sym typeface="Albert Sans"/>
              </a:defRPr>
            </a:lvl2pPr>
            <a:lvl3pPr marL="1371600" marR="0" lvl="2" indent="-3048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lbert Sans"/>
              <a:buChar char="■"/>
              <a:defRPr sz="1200" b="0" i="0" u="none" strike="noStrike" cap="none">
                <a:solidFill>
                  <a:schemeClr val="dk1"/>
                </a:solidFill>
                <a:latin typeface="Albert Sans"/>
                <a:ea typeface="Albert Sans"/>
                <a:cs typeface="Albert Sans"/>
                <a:sym typeface="Albert Sans"/>
              </a:defRPr>
            </a:lvl3pPr>
            <a:lvl4pPr marL="1828800" marR="0" lvl="3" indent="-3048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lbert Sans"/>
              <a:buChar char="●"/>
              <a:defRPr sz="1200" b="0" i="0" u="none" strike="noStrike" cap="none">
                <a:solidFill>
                  <a:schemeClr val="dk1"/>
                </a:solidFill>
                <a:latin typeface="Albert Sans"/>
                <a:ea typeface="Albert Sans"/>
                <a:cs typeface="Albert Sans"/>
                <a:sym typeface="Albert Sans"/>
              </a:defRPr>
            </a:lvl4pPr>
            <a:lvl5pPr marL="2286000" marR="0" lvl="4" indent="-3048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lbert Sans"/>
              <a:buChar char="○"/>
              <a:defRPr sz="1200" b="0" i="0" u="none" strike="noStrike" cap="none">
                <a:solidFill>
                  <a:schemeClr val="dk1"/>
                </a:solidFill>
                <a:latin typeface="Albert Sans"/>
                <a:ea typeface="Albert Sans"/>
                <a:cs typeface="Albert Sans"/>
                <a:sym typeface="Albert Sans"/>
              </a:defRPr>
            </a:lvl5pPr>
            <a:lvl6pPr marL="2743200" marR="0" lvl="5" indent="-3048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lbert Sans"/>
              <a:buChar char="■"/>
              <a:defRPr sz="1200" b="0" i="0" u="none" strike="noStrike" cap="none">
                <a:solidFill>
                  <a:schemeClr val="dk1"/>
                </a:solidFill>
                <a:latin typeface="Albert Sans"/>
                <a:ea typeface="Albert Sans"/>
                <a:cs typeface="Albert Sans"/>
                <a:sym typeface="Albert Sans"/>
              </a:defRPr>
            </a:lvl6pPr>
            <a:lvl7pPr marL="3200400" marR="0" lvl="6" indent="-3048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lbert Sans"/>
              <a:buChar char="●"/>
              <a:defRPr sz="1200" b="0" i="0" u="none" strike="noStrike" cap="none">
                <a:solidFill>
                  <a:schemeClr val="dk1"/>
                </a:solidFill>
                <a:latin typeface="Albert Sans"/>
                <a:ea typeface="Albert Sans"/>
                <a:cs typeface="Albert Sans"/>
                <a:sym typeface="Albert Sans"/>
              </a:defRPr>
            </a:lvl7pPr>
            <a:lvl8pPr marL="3657600" marR="0" lvl="7" indent="-3048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lbert Sans"/>
              <a:buChar char="○"/>
              <a:defRPr sz="1200" b="0" i="0" u="none" strike="noStrike" cap="none">
                <a:solidFill>
                  <a:schemeClr val="dk1"/>
                </a:solidFill>
                <a:latin typeface="Albert Sans"/>
                <a:ea typeface="Albert Sans"/>
                <a:cs typeface="Albert Sans"/>
                <a:sym typeface="Albert Sans"/>
              </a:defRPr>
            </a:lvl8pPr>
            <a:lvl9pPr marL="4114800" marR="0" lvl="8" indent="-3048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lbert Sans"/>
              <a:buChar char="■"/>
              <a:defRPr sz="1200" b="0" i="0" u="none" strike="noStrike" cap="none">
                <a:solidFill>
                  <a:schemeClr val="dk1"/>
                </a:solidFill>
                <a:latin typeface="Albert Sans"/>
                <a:ea typeface="Albert Sans"/>
                <a:cs typeface="Albert Sans"/>
                <a:sym typeface="Albert Sans"/>
              </a:defRPr>
            </a:lvl9pPr>
          </a:lstStyle>
          <a:p>
            <a:pPr marL="285750" indent="-285750">
              <a:lnSpc>
                <a:spcPct val="200000"/>
              </a:lnSpc>
            </a:pPr>
            <a:r>
              <a:rPr lang="vi-VN" kern="0" dirty="0" err="1">
                <a:latin typeface="Alexandria" panose="020B0604020202020204" charset="-78"/>
                <a:cs typeface="Alexandria" panose="020B0604020202020204" charset="-78"/>
              </a:rPr>
              <a:t>Cấu</a:t>
            </a:r>
            <a:r>
              <a:rPr lang="vi-VN" kern="0" dirty="0">
                <a:latin typeface="Alexandria" panose="020B0604020202020204" charset="-78"/>
                <a:cs typeface="Alexandria" panose="020B0604020202020204" charset="-78"/>
              </a:rPr>
              <a:t> </a:t>
            </a:r>
            <a:r>
              <a:rPr lang="vi-VN" kern="0" dirty="0" err="1">
                <a:latin typeface="Alexandria" panose="020B0604020202020204" charset="-78"/>
                <a:cs typeface="Alexandria" panose="020B0604020202020204" charset="-78"/>
              </a:rPr>
              <a:t>hình</a:t>
            </a:r>
            <a:r>
              <a:rPr lang="vi-VN" kern="0" dirty="0">
                <a:latin typeface="Alexandria" panose="020B0604020202020204" charset="-78"/>
                <a:cs typeface="Alexandria" panose="020B0604020202020204" charset="-78"/>
              </a:rPr>
              <a:t> </a:t>
            </a:r>
            <a:r>
              <a:rPr lang="vi-VN" kern="0" dirty="0" err="1">
                <a:latin typeface="Alexandria" panose="020B0604020202020204" charset="-78"/>
                <a:cs typeface="Alexandria" panose="020B0604020202020204" charset="-78"/>
              </a:rPr>
              <a:t>đóng</a:t>
            </a:r>
            <a:r>
              <a:rPr lang="vi-VN" kern="0" dirty="0">
                <a:latin typeface="Alexandria" panose="020B0604020202020204" charset="-78"/>
                <a:cs typeface="Alexandria" panose="020B0604020202020204" charset="-78"/>
              </a:rPr>
              <a:t> băng: </a:t>
            </a:r>
            <a:r>
              <a:rPr lang="vi-VN" kern="0" dirty="0" err="1">
                <a:latin typeface="Alexandria" panose="020B0604020202020204" charset="-78"/>
                <a:cs typeface="Alexandria" panose="020B0604020202020204" charset="-78"/>
              </a:rPr>
              <a:t>item-invoice</a:t>
            </a:r>
            <a:r>
              <a:rPr lang="vi-VN" kern="0" dirty="0">
                <a:latin typeface="Alexandria" panose="020B0604020202020204" charset="-78"/>
                <a:cs typeface="Alexandria" panose="020B0604020202020204" charset="-78"/>
              </a:rPr>
              <a:t>, </a:t>
            </a:r>
            <a:r>
              <a:rPr lang="vi-VN" kern="0" dirty="0" err="1">
                <a:latin typeface="Alexandria" panose="020B0604020202020204" charset="-78"/>
                <a:cs typeface="Alexandria" panose="020B0604020202020204" charset="-78"/>
              </a:rPr>
              <a:t>min_freq</a:t>
            </a:r>
            <a:r>
              <a:rPr lang="vi-VN" kern="0" dirty="0">
                <a:latin typeface="Alexandria" panose="020B0604020202020204" charset="-78"/>
                <a:cs typeface="Alexandria" panose="020B0604020202020204" charset="-78"/>
              </a:rPr>
              <a:t>=60, K=20, </a:t>
            </a:r>
            <a:r>
              <a:rPr lang="vi-VN" kern="0" dirty="0" err="1">
                <a:latin typeface="Alexandria" panose="020B0604020202020204" charset="-78"/>
                <a:cs typeface="Alexandria" panose="020B0604020202020204" charset="-78"/>
              </a:rPr>
              <a:t>loại</a:t>
            </a:r>
            <a:r>
              <a:rPr lang="vi-VN" kern="0" dirty="0">
                <a:latin typeface="Alexandria" panose="020B0604020202020204" charset="-78"/>
                <a:cs typeface="Alexandria" panose="020B0604020202020204" charset="-78"/>
              </a:rPr>
              <a:t> </a:t>
            </a:r>
            <a:r>
              <a:rPr lang="vi-VN" kern="0" dirty="0" err="1">
                <a:latin typeface="Alexandria" panose="020B0604020202020204" charset="-78"/>
                <a:cs typeface="Alexandria" panose="020B0604020202020204" charset="-78"/>
              </a:rPr>
              <a:t>mã</a:t>
            </a:r>
            <a:r>
              <a:rPr lang="vi-VN" kern="0" dirty="0">
                <a:latin typeface="Alexandria" panose="020B0604020202020204" charset="-78"/>
                <a:cs typeface="Alexandria" panose="020B0604020202020204" charset="-78"/>
              </a:rPr>
              <a:t> </a:t>
            </a:r>
            <a:r>
              <a:rPr lang="vi-VN" kern="0" dirty="0" err="1">
                <a:latin typeface="Alexandria" panose="020B0604020202020204" charset="-78"/>
                <a:cs typeface="Alexandria" panose="020B0604020202020204" charset="-78"/>
              </a:rPr>
              <a:t>quà</a:t>
            </a:r>
            <a:r>
              <a:rPr lang="vi-VN" kern="0" dirty="0">
                <a:latin typeface="Alexandria" panose="020B0604020202020204" charset="-78"/>
                <a:cs typeface="Alexandria" panose="020B0604020202020204" charset="-78"/>
              </a:rPr>
              <a:t> </a:t>
            </a:r>
            <a:r>
              <a:rPr lang="vi-VN" kern="0" dirty="0" err="1">
                <a:latin typeface="Alexandria" panose="020B0604020202020204" charset="-78"/>
                <a:cs typeface="Alexandria" panose="020B0604020202020204" charset="-78"/>
              </a:rPr>
              <a:t>tặng</a:t>
            </a:r>
            <a:endParaRPr lang="en-US" kern="0" dirty="0">
              <a:latin typeface="Alexandria" panose="020B0604020202020204" charset="-78"/>
              <a:cs typeface="Alexandria" panose="020B0604020202020204" charset="-78"/>
            </a:endParaRPr>
          </a:p>
          <a:p>
            <a:pPr marL="285750" indent="-285750">
              <a:lnSpc>
                <a:spcPct val="200000"/>
              </a:lnSpc>
            </a:pPr>
            <a:endParaRPr lang="en-US" kern="0" dirty="0">
              <a:latin typeface="Alexandria" panose="020B0604020202020204" charset="-78"/>
              <a:cs typeface="Alexandria" panose="020B0604020202020204" charset="-78"/>
            </a:endParaRPr>
          </a:p>
        </p:txBody>
      </p:sp>
      <p:sp>
        <p:nvSpPr>
          <p:cNvPr id="6" name="Google Shape;228;p38">
            <a:extLst>
              <a:ext uri="{FF2B5EF4-FFF2-40B4-BE49-F238E27FC236}">
                <a16:creationId xmlns:a16="http://schemas.microsoft.com/office/drawing/2014/main" id="{F29F8ADD-371B-4BFD-97BB-D4D492657ADC}"/>
              </a:ext>
            </a:extLst>
          </p:cNvPr>
          <p:cNvSpPr txBox="1">
            <a:spLocks/>
          </p:cNvSpPr>
          <p:nvPr/>
        </p:nvSpPr>
        <p:spPr>
          <a:xfrm>
            <a:off x="439480" y="3959140"/>
            <a:ext cx="8286306" cy="107360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048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lbert Sans"/>
              <a:buChar char="●"/>
              <a:defRPr sz="1400" b="0" i="0" u="none" strike="noStrike" cap="none">
                <a:solidFill>
                  <a:schemeClr val="dk1"/>
                </a:solidFill>
                <a:latin typeface="Albert Sans"/>
                <a:ea typeface="Albert Sans"/>
                <a:cs typeface="Albert Sans"/>
                <a:sym typeface="Albert Sans"/>
              </a:defRPr>
            </a:lvl1pPr>
            <a:lvl2pPr marL="914400" marR="0" lvl="1" indent="-3048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lbert Sans"/>
              <a:buChar char="○"/>
              <a:defRPr sz="1200" b="0" i="0" u="none" strike="noStrike" cap="none">
                <a:solidFill>
                  <a:schemeClr val="dk1"/>
                </a:solidFill>
                <a:latin typeface="Albert Sans"/>
                <a:ea typeface="Albert Sans"/>
                <a:cs typeface="Albert Sans"/>
                <a:sym typeface="Albert Sans"/>
              </a:defRPr>
            </a:lvl2pPr>
            <a:lvl3pPr marL="1371600" marR="0" lvl="2" indent="-3048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lbert Sans"/>
              <a:buChar char="■"/>
              <a:defRPr sz="1200" b="0" i="0" u="none" strike="noStrike" cap="none">
                <a:solidFill>
                  <a:schemeClr val="dk1"/>
                </a:solidFill>
                <a:latin typeface="Albert Sans"/>
                <a:ea typeface="Albert Sans"/>
                <a:cs typeface="Albert Sans"/>
                <a:sym typeface="Albert Sans"/>
              </a:defRPr>
            </a:lvl3pPr>
            <a:lvl4pPr marL="1828800" marR="0" lvl="3" indent="-3048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lbert Sans"/>
              <a:buChar char="●"/>
              <a:defRPr sz="1200" b="0" i="0" u="none" strike="noStrike" cap="none">
                <a:solidFill>
                  <a:schemeClr val="dk1"/>
                </a:solidFill>
                <a:latin typeface="Albert Sans"/>
                <a:ea typeface="Albert Sans"/>
                <a:cs typeface="Albert Sans"/>
                <a:sym typeface="Albert Sans"/>
              </a:defRPr>
            </a:lvl4pPr>
            <a:lvl5pPr marL="2286000" marR="0" lvl="4" indent="-3048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lbert Sans"/>
              <a:buChar char="○"/>
              <a:defRPr sz="1200" b="0" i="0" u="none" strike="noStrike" cap="none">
                <a:solidFill>
                  <a:schemeClr val="dk1"/>
                </a:solidFill>
                <a:latin typeface="Albert Sans"/>
                <a:ea typeface="Albert Sans"/>
                <a:cs typeface="Albert Sans"/>
                <a:sym typeface="Albert Sans"/>
              </a:defRPr>
            </a:lvl5pPr>
            <a:lvl6pPr marL="2743200" marR="0" lvl="5" indent="-3048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lbert Sans"/>
              <a:buChar char="■"/>
              <a:defRPr sz="1200" b="0" i="0" u="none" strike="noStrike" cap="none">
                <a:solidFill>
                  <a:schemeClr val="dk1"/>
                </a:solidFill>
                <a:latin typeface="Albert Sans"/>
                <a:ea typeface="Albert Sans"/>
                <a:cs typeface="Albert Sans"/>
                <a:sym typeface="Albert Sans"/>
              </a:defRPr>
            </a:lvl6pPr>
            <a:lvl7pPr marL="3200400" marR="0" lvl="6" indent="-3048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lbert Sans"/>
              <a:buChar char="●"/>
              <a:defRPr sz="1200" b="0" i="0" u="none" strike="noStrike" cap="none">
                <a:solidFill>
                  <a:schemeClr val="dk1"/>
                </a:solidFill>
                <a:latin typeface="Albert Sans"/>
                <a:ea typeface="Albert Sans"/>
                <a:cs typeface="Albert Sans"/>
                <a:sym typeface="Albert Sans"/>
              </a:defRPr>
            </a:lvl7pPr>
            <a:lvl8pPr marL="3657600" marR="0" lvl="7" indent="-3048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lbert Sans"/>
              <a:buChar char="○"/>
              <a:defRPr sz="1200" b="0" i="0" u="none" strike="noStrike" cap="none">
                <a:solidFill>
                  <a:schemeClr val="dk1"/>
                </a:solidFill>
                <a:latin typeface="Albert Sans"/>
                <a:ea typeface="Albert Sans"/>
                <a:cs typeface="Albert Sans"/>
                <a:sym typeface="Albert Sans"/>
              </a:defRPr>
            </a:lvl8pPr>
            <a:lvl9pPr marL="4114800" marR="0" lvl="8" indent="-3048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lbert Sans"/>
              <a:buChar char="■"/>
              <a:defRPr sz="1200" b="0" i="0" u="none" strike="noStrike" cap="none">
                <a:solidFill>
                  <a:schemeClr val="dk1"/>
                </a:solidFill>
                <a:latin typeface="Albert Sans"/>
                <a:ea typeface="Albert Sans"/>
                <a:cs typeface="Albert Sans"/>
                <a:sym typeface="Albert Sans"/>
              </a:defRPr>
            </a:lvl9pPr>
          </a:lstStyle>
          <a:p>
            <a:pPr marL="285750" indent="-285750">
              <a:lnSpc>
                <a:spcPct val="200000"/>
              </a:lnSpc>
            </a:pPr>
            <a:r>
              <a:rPr lang="vi-VN" kern="0" dirty="0" err="1">
                <a:latin typeface="Alexandria" panose="020B0604020202020204" charset="-78"/>
                <a:cs typeface="Alexandria" panose="020B0604020202020204" charset="-78"/>
              </a:rPr>
              <a:t>Validation</a:t>
            </a:r>
            <a:r>
              <a:rPr lang="vi-VN" kern="0" dirty="0">
                <a:latin typeface="Alexandria" panose="020B0604020202020204" charset="-78"/>
                <a:cs typeface="Alexandria" panose="020B0604020202020204" charset="-78"/>
              </a:rPr>
              <a:t> ≈ </a:t>
            </a:r>
            <a:r>
              <a:rPr lang="vi-VN" kern="0" dirty="0" err="1">
                <a:latin typeface="Alexandria" panose="020B0604020202020204" charset="-78"/>
                <a:cs typeface="Alexandria" panose="020B0604020202020204" charset="-78"/>
              </a:rPr>
              <a:t>Test</a:t>
            </a:r>
            <a:r>
              <a:rPr lang="vi-VN" kern="0" dirty="0">
                <a:latin typeface="Alexandria" panose="020B0604020202020204" charset="-78"/>
                <a:cs typeface="Alexandria" panose="020B0604020202020204" charset="-78"/>
              </a:rPr>
              <a:t> (chênh </a:t>
            </a:r>
            <a:r>
              <a:rPr lang="vi-VN" kern="0" dirty="0" err="1">
                <a:latin typeface="Alexandria" panose="020B0604020202020204" charset="-78"/>
                <a:cs typeface="Alexandria" panose="020B0604020202020204" charset="-78"/>
              </a:rPr>
              <a:t>lệch</a:t>
            </a:r>
            <a:r>
              <a:rPr lang="vi-VN" kern="0" dirty="0">
                <a:latin typeface="Alexandria" panose="020B0604020202020204" charset="-78"/>
                <a:cs typeface="Alexandria" panose="020B0604020202020204" charset="-78"/>
              </a:rPr>
              <a:t> 0,002) → </a:t>
            </a:r>
            <a:r>
              <a:rPr lang="vi-VN" kern="0" dirty="0" err="1">
                <a:latin typeface="Alexandria" panose="020B0604020202020204" charset="-78"/>
                <a:cs typeface="Alexandria" panose="020B0604020202020204" charset="-78"/>
              </a:rPr>
              <a:t>bằng</a:t>
            </a:r>
            <a:r>
              <a:rPr lang="vi-VN" kern="0" dirty="0">
                <a:latin typeface="Alexandria" panose="020B0604020202020204" charset="-78"/>
                <a:cs typeface="Alexandria" panose="020B0604020202020204" charset="-78"/>
              </a:rPr>
              <a:t> </a:t>
            </a:r>
            <a:r>
              <a:rPr lang="vi-VN" kern="0" dirty="0" err="1">
                <a:latin typeface="Alexandria" panose="020B0604020202020204" charset="-78"/>
                <a:cs typeface="Alexandria" panose="020B0604020202020204" charset="-78"/>
              </a:rPr>
              <a:t>chứng</a:t>
            </a:r>
            <a:r>
              <a:rPr lang="vi-VN" kern="0" dirty="0">
                <a:latin typeface="Alexandria" panose="020B0604020202020204" charset="-78"/>
                <a:cs typeface="Alexandria" panose="020B0604020202020204" charset="-78"/>
              </a:rPr>
              <a:t> không </a:t>
            </a:r>
            <a:r>
              <a:rPr lang="vi-VN" kern="0" dirty="0" err="1">
                <a:latin typeface="Alexandria" panose="020B0604020202020204" charset="-78"/>
                <a:cs typeface="Alexandria" panose="020B0604020202020204" charset="-78"/>
              </a:rPr>
              <a:t>rò</a:t>
            </a:r>
            <a:r>
              <a:rPr lang="vi-VN" kern="0" dirty="0">
                <a:latin typeface="Alexandria" panose="020B0604020202020204" charset="-78"/>
                <a:cs typeface="Alexandria" panose="020B0604020202020204" charset="-78"/>
              </a:rPr>
              <a:t> </a:t>
            </a:r>
            <a:r>
              <a:rPr lang="vi-VN" kern="0" dirty="0" err="1">
                <a:latin typeface="Alexandria" panose="020B0604020202020204" charset="-78"/>
                <a:cs typeface="Alexandria" panose="020B0604020202020204" charset="-78"/>
              </a:rPr>
              <a:t>rỉ</a:t>
            </a:r>
            <a:r>
              <a:rPr lang="vi-VN" kern="0" dirty="0">
                <a:latin typeface="Alexandria" panose="020B0604020202020204" charset="-78"/>
                <a:cs typeface="Alexandria" panose="020B0604020202020204" charset="-78"/>
              </a:rPr>
              <a:t> </a:t>
            </a:r>
            <a:r>
              <a:rPr lang="vi-VN" kern="0" dirty="0" err="1">
                <a:latin typeface="Alexandria" panose="020B0604020202020204" charset="-78"/>
                <a:cs typeface="Alexandria" panose="020B0604020202020204" charset="-78"/>
              </a:rPr>
              <a:t>dữ</a:t>
            </a:r>
            <a:r>
              <a:rPr lang="vi-VN" kern="0" dirty="0">
                <a:latin typeface="Alexandria" panose="020B0604020202020204" charset="-78"/>
                <a:cs typeface="Alexandria" panose="020B0604020202020204" charset="-78"/>
              </a:rPr>
              <a:t> </a:t>
            </a:r>
            <a:r>
              <a:rPr lang="vi-VN" kern="0" dirty="0" err="1">
                <a:latin typeface="Alexandria" panose="020B0604020202020204" charset="-78"/>
                <a:cs typeface="Alexandria" panose="020B0604020202020204" charset="-78"/>
              </a:rPr>
              <a:t>liệu</a:t>
            </a:r>
            <a:endParaRPr lang="en-US" kern="0" dirty="0">
              <a:latin typeface="Alexandria" panose="020B0604020202020204" charset="-78"/>
              <a:cs typeface="Alexandria" panose="020B0604020202020204" charset="-78"/>
            </a:endParaRPr>
          </a:p>
          <a:p>
            <a:pPr marL="285750" indent="-285750">
              <a:lnSpc>
                <a:spcPct val="200000"/>
              </a:lnSpc>
            </a:pPr>
            <a:r>
              <a:rPr lang="vi-VN" kern="0" dirty="0" err="1">
                <a:latin typeface="Alexandria" panose="020B0604020202020204" charset="-78"/>
                <a:cs typeface="Alexandria" panose="020B0604020202020204" charset="-78"/>
              </a:rPr>
              <a:t>Kết</a:t>
            </a:r>
            <a:r>
              <a:rPr lang="vi-VN" kern="0" dirty="0">
                <a:latin typeface="Alexandria" panose="020B0604020202020204" charset="-78"/>
                <a:cs typeface="Alexandria" panose="020B0604020202020204" charset="-78"/>
              </a:rPr>
              <a:t> </a:t>
            </a:r>
            <a:r>
              <a:rPr lang="vi-VN" kern="0" dirty="0" err="1">
                <a:latin typeface="Alexandria" panose="020B0604020202020204" charset="-78"/>
                <a:cs typeface="Alexandria" panose="020B0604020202020204" charset="-78"/>
              </a:rPr>
              <a:t>luận</a:t>
            </a:r>
            <a:r>
              <a:rPr lang="vi-VN" kern="0" dirty="0">
                <a:latin typeface="Alexandria" panose="020B0604020202020204" charset="-78"/>
                <a:cs typeface="Alexandria" panose="020B0604020202020204" charset="-78"/>
              </a:rPr>
              <a:t>: </a:t>
            </a:r>
            <a:r>
              <a:rPr lang="vi-VN" kern="0" dirty="0" err="1">
                <a:latin typeface="Alexandria" panose="020B0604020202020204" charset="-78"/>
                <a:cs typeface="Alexandria" panose="020B0604020202020204" charset="-78"/>
              </a:rPr>
              <a:t>cosine</a:t>
            </a:r>
            <a:r>
              <a:rPr lang="vi-VN" kern="0" dirty="0">
                <a:latin typeface="Alexandria" panose="020B0604020202020204" charset="-78"/>
                <a:cs typeface="Alexandria" panose="020B0604020202020204" charset="-78"/>
              </a:rPr>
              <a:t> hơn </a:t>
            </a:r>
            <a:r>
              <a:rPr lang="vi-VN" kern="0" dirty="0" err="1">
                <a:latin typeface="Alexandria" panose="020B0604020202020204" charset="-78"/>
                <a:cs typeface="Alexandria" panose="020B0604020202020204" charset="-78"/>
              </a:rPr>
              <a:t>baseline</a:t>
            </a:r>
            <a:r>
              <a:rPr lang="en-US" kern="0" dirty="0">
                <a:latin typeface="Alexandria" panose="020B0604020202020204" charset="-78"/>
                <a:cs typeface="Alexandria" panose="020B0604020202020204" charset="-78"/>
              </a:rPr>
              <a:t> </a:t>
            </a:r>
            <a:r>
              <a:rPr lang="vi-VN" kern="0" dirty="0">
                <a:latin typeface="Alexandria" panose="020B0604020202020204" charset="-78"/>
                <a:cs typeface="Alexandria" panose="020B0604020202020204" charset="-78"/>
              </a:rPr>
              <a:t>≈ 4,5 </a:t>
            </a:r>
            <a:r>
              <a:rPr lang="vi-VN" kern="0" dirty="0" err="1">
                <a:latin typeface="Alexandria" panose="020B0604020202020204" charset="-78"/>
                <a:cs typeface="Alexandria" panose="020B0604020202020204" charset="-78"/>
              </a:rPr>
              <a:t>lần</a:t>
            </a:r>
            <a:endParaRPr lang="en-US" kern="0" dirty="0">
              <a:latin typeface="Alexandria" panose="020B0604020202020204" charset="-78"/>
              <a:cs typeface="Alexandria" panose="020B0604020202020204" charset="-78"/>
            </a:endParaRPr>
          </a:p>
        </p:txBody>
      </p:sp>
      <p:pic>
        <p:nvPicPr>
          <p:cNvPr id="8" name="Hình ảnh 7">
            <a:extLst>
              <a:ext uri="{FF2B5EF4-FFF2-40B4-BE49-F238E27FC236}">
                <a16:creationId xmlns:a16="http://schemas.microsoft.com/office/drawing/2014/main" id="{35E380EE-BB0B-4E7D-A02C-C91E316F080A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11876" y="1392018"/>
            <a:ext cx="4520248" cy="2712149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Google Shape;208;p37">
            <a:extLst>
              <a:ext uri="{FF2B5EF4-FFF2-40B4-BE49-F238E27FC236}">
                <a16:creationId xmlns:a16="http://schemas.microsoft.com/office/drawing/2014/main" id="{73B2261D-1857-4F86-8294-7C2291B6DB81}"/>
              </a:ext>
            </a:extLst>
          </p:cNvPr>
          <p:cNvSpPr txBox="1">
            <a:spLocks/>
          </p:cNvSpPr>
          <p:nvPr/>
        </p:nvSpPr>
        <p:spPr>
          <a:xfrm>
            <a:off x="439480" y="294618"/>
            <a:ext cx="8286306" cy="54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lexandria Medium"/>
              <a:buNone/>
              <a:defRPr sz="2500" b="0" i="0" u="none" strike="noStrike" cap="none">
                <a:solidFill>
                  <a:schemeClr val="dk1"/>
                </a:solidFill>
                <a:latin typeface="Alexandria Medium"/>
                <a:ea typeface="Alexandria Medium"/>
                <a:cs typeface="Alexandria Medium"/>
                <a:sym typeface="Alexandria Medium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lexandria Medium"/>
              <a:buNone/>
              <a:defRPr sz="3000" b="0" i="0" u="none" strike="noStrike" cap="none">
                <a:solidFill>
                  <a:schemeClr val="dk1"/>
                </a:solidFill>
                <a:latin typeface="Alexandria Medium"/>
                <a:ea typeface="Alexandria Medium"/>
                <a:cs typeface="Alexandria Medium"/>
                <a:sym typeface="Alexandria Medium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lexandria Medium"/>
              <a:buNone/>
              <a:defRPr sz="3000" b="0" i="0" u="none" strike="noStrike" cap="none">
                <a:solidFill>
                  <a:schemeClr val="dk1"/>
                </a:solidFill>
                <a:latin typeface="Alexandria Medium"/>
                <a:ea typeface="Alexandria Medium"/>
                <a:cs typeface="Alexandria Medium"/>
                <a:sym typeface="Alexandria Medium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lexandria Medium"/>
              <a:buNone/>
              <a:defRPr sz="3000" b="0" i="0" u="none" strike="noStrike" cap="none">
                <a:solidFill>
                  <a:schemeClr val="dk1"/>
                </a:solidFill>
                <a:latin typeface="Alexandria Medium"/>
                <a:ea typeface="Alexandria Medium"/>
                <a:cs typeface="Alexandria Medium"/>
                <a:sym typeface="Alexandria Medium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lexandria Medium"/>
              <a:buNone/>
              <a:defRPr sz="3000" b="0" i="0" u="none" strike="noStrike" cap="none">
                <a:solidFill>
                  <a:schemeClr val="dk1"/>
                </a:solidFill>
                <a:latin typeface="Alexandria Medium"/>
                <a:ea typeface="Alexandria Medium"/>
                <a:cs typeface="Alexandria Medium"/>
                <a:sym typeface="Alexandria Medium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lexandria Medium"/>
              <a:buNone/>
              <a:defRPr sz="3000" b="0" i="0" u="none" strike="noStrike" cap="none">
                <a:solidFill>
                  <a:schemeClr val="dk1"/>
                </a:solidFill>
                <a:latin typeface="Alexandria Medium"/>
                <a:ea typeface="Alexandria Medium"/>
                <a:cs typeface="Alexandria Medium"/>
                <a:sym typeface="Alexandria Medium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lexandria Medium"/>
              <a:buNone/>
              <a:defRPr sz="3000" b="0" i="0" u="none" strike="noStrike" cap="none">
                <a:solidFill>
                  <a:schemeClr val="dk1"/>
                </a:solidFill>
                <a:latin typeface="Alexandria Medium"/>
                <a:ea typeface="Alexandria Medium"/>
                <a:cs typeface="Alexandria Medium"/>
                <a:sym typeface="Alexandria Medium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lexandria Medium"/>
              <a:buNone/>
              <a:defRPr sz="3000" b="0" i="0" u="none" strike="noStrike" cap="none">
                <a:solidFill>
                  <a:schemeClr val="dk1"/>
                </a:solidFill>
                <a:latin typeface="Alexandria Medium"/>
                <a:ea typeface="Alexandria Medium"/>
                <a:cs typeface="Alexandria Medium"/>
                <a:sym typeface="Alexandria Medium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lexandria Medium"/>
              <a:buNone/>
              <a:defRPr sz="3000" b="0" i="0" u="none" strike="noStrike" cap="none">
                <a:solidFill>
                  <a:schemeClr val="dk1"/>
                </a:solidFill>
                <a:latin typeface="Alexandria Medium"/>
                <a:ea typeface="Alexandria Medium"/>
                <a:cs typeface="Alexandria Medium"/>
                <a:sym typeface="Alexandria Medium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5110E"/>
              </a:buClr>
              <a:buSzPts val="3000"/>
              <a:buFont typeface="Alexandria Medium"/>
              <a:buNone/>
              <a:tabLst/>
              <a:defRPr/>
            </a:pPr>
            <a:r>
              <a:rPr kumimoji="0" lang="en-US" sz="2000" b="1" i="0" u="none" strike="noStrike" kern="0" cap="none" spc="0" normalizeH="0" baseline="0" noProof="0" dirty="0" err="1">
                <a:ln>
                  <a:noFill/>
                </a:ln>
                <a:solidFill>
                  <a:srgbClr val="15110E"/>
                </a:solidFill>
                <a:effectLst/>
                <a:uLnTx/>
                <a:uFillTx/>
                <a:latin typeface="Alexandria" pitchFamily="2" charset="-78"/>
                <a:cs typeface="Alexandria" pitchFamily="2" charset="-78"/>
                <a:sym typeface="Alexandria Medium"/>
              </a:rPr>
              <a:t>Phân</a:t>
            </a:r>
            <a:r>
              <a:rPr kumimoji="0" lang="en-US" sz="2000" b="1" i="0" u="none" strike="noStrike" kern="0" cap="none" spc="0" normalizeH="0" baseline="0" noProof="0" dirty="0">
                <a:ln>
                  <a:noFill/>
                </a:ln>
                <a:solidFill>
                  <a:srgbClr val="15110E"/>
                </a:solidFill>
                <a:effectLst/>
                <a:uLnTx/>
                <a:uFillTx/>
                <a:latin typeface="Alexandria" pitchFamily="2" charset="-78"/>
                <a:cs typeface="Alexandria" pitchFamily="2" charset="-78"/>
                <a:sym typeface="Alexandria Medium"/>
              </a:rPr>
              <a:t> </a:t>
            </a:r>
            <a:r>
              <a:rPr kumimoji="0" lang="en-US" sz="2000" b="1" i="0" u="none" strike="noStrike" kern="0" cap="none" spc="0" normalizeH="0" baseline="0" noProof="0" dirty="0" err="1">
                <a:ln>
                  <a:noFill/>
                </a:ln>
                <a:solidFill>
                  <a:srgbClr val="15110E"/>
                </a:solidFill>
                <a:effectLst/>
                <a:uLnTx/>
                <a:uFillTx/>
                <a:latin typeface="Alexandria" pitchFamily="2" charset="-78"/>
                <a:cs typeface="Alexandria" pitchFamily="2" charset="-78"/>
                <a:sym typeface="Alexandria Medium"/>
              </a:rPr>
              <a:t>tích</a:t>
            </a:r>
            <a:r>
              <a:rPr kumimoji="0" lang="en-US" sz="2000" b="1" i="0" u="none" strike="noStrike" kern="0" cap="none" spc="0" normalizeH="0" baseline="0" noProof="0" dirty="0">
                <a:ln>
                  <a:noFill/>
                </a:ln>
                <a:solidFill>
                  <a:srgbClr val="15110E"/>
                </a:solidFill>
                <a:effectLst/>
                <a:uLnTx/>
                <a:uFillTx/>
                <a:latin typeface="Alexandria" pitchFamily="2" charset="-78"/>
                <a:cs typeface="Alexandria" pitchFamily="2" charset="-78"/>
                <a:sym typeface="Alexandria Medium"/>
              </a:rPr>
              <a:t> </a:t>
            </a:r>
            <a:r>
              <a:rPr kumimoji="0" lang="en-US" sz="2000" b="1" i="0" u="none" strike="noStrike" kern="0" cap="none" spc="0" normalizeH="0" baseline="0" noProof="0" dirty="0" err="1">
                <a:ln>
                  <a:noFill/>
                </a:ln>
                <a:solidFill>
                  <a:srgbClr val="15110E"/>
                </a:solidFill>
                <a:effectLst/>
                <a:uLnTx/>
                <a:uFillTx/>
                <a:latin typeface="Alexandria" pitchFamily="2" charset="-78"/>
                <a:cs typeface="Alexandria" pitchFamily="2" charset="-78"/>
                <a:sym typeface="Alexandria Medium"/>
              </a:rPr>
              <a:t>lỗi</a:t>
            </a:r>
            <a:r>
              <a:rPr kumimoji="0" lang="en-US" sz="2000" b="1" i="0" u="none" strike="noStrike" kern="0" cap="none" spc="0" normalizeH="0" baseline="0" noProof="0" dirty="0">
                <a:ln>
                  <a:noFill/>
                </a:ln>
                <a:solidFill>
                  <a:srgbClr val="15110E"/>
                </a:solidFill>
                <a:effectLst/>
                <a:uLnTx/>
                <a:uFillTx/>
                <a:latin typeface="Alexandria" pitchFamily="2" charset="-78"/>
                <a:cs typeface="Alexandria" pitchFamily="2" charset="-78"/>
                <a:sym typeface="Alexandria Medium"/>
              </a:rPr>
              <a:t> </a:t>
            </a:r>
            <a:r>
              <a:rPr kumimoji="0" lang="en-US" sz="2000" b="1" i="0" u="none" strike="noStrike" kern="0" cap="none" spc="0" normalizeH="0" baseline="0" noProof="0" dirty="0" err="1">
                <a:ln>
                  <a:noFill/>
                </a:ln>
                <a:solidFill>
                  <a:srgbClr val="15110E"/>
                </a:solidFill>
                <a:effectLst/>
                <a:uLnTx/>
                <a:uFillTx/>
                <a:latin typeface="Alexandria" pitchFamily="2" charset="-78"/>
                <a:cs typeface="Alexandria" pitchFamily="2" charset="-78"/>
                <a:sym typeface="Alexandria Medium"/>
              </a:rPr>
              <a:t>mô</a:t>
            </a:r>
            <a:r>
              <a:rPr kumimoji="0" lang="en-US" sz="2000" b="1" i="0" u="none" strike="noStrike" kern="0" cap="none" spc="0" normalizeH="0" baseline="0" noProof="0" dirty="0">
                <a:ln>
                  <a:noFill/>
                </a:ln>
                <a:solidFill>
                  <a:srgbClr val="15110E"/>
                </a:solidFill>
                <a:effectLst/>
                <a:uLnTx/>
                <a:uFillTx/>
                <a:latin typeface="Alexandria" pitchFamily="2" charset="-78"/>
                <a:cs typeface="Alexandria" pitchFamily="2" charset="-78"/>
                <a:sym typeface="Alexandria Medium"/>
              </a:rPr>
              <a:t> </a:t>
            </a:r>
            <a:r>
              <a:rPr kumimoji="0" lang="en-US" sz="2000" b="1" i="0" u="none" strike="noStrike" kern="0" cap="none" spc="0" normalizeH="0" baseline="0" noProof="0" dirty="0" err="1">
                <a:ln>
                  <a:noFill/>
                </a:ln>
                <a:solidFill>
                  <a:srgbClr val="15110E"/>
                </a:solidFill>
                <a:effectLst/>
                <a:uLnTx/>
                <a:uFillTx/>
                <a:latin typeface="Alexandria" pitchFamily="2" charset="-78"/>
                <a:cs typeface="Alexandria" pitchFamily="2" charset="-78"/>
                <a:sym typeface="Alexandria Medium"/>
              </a:rPr>
              <a:t>hình</a:t>
            </a:r>
            <a:endParaRPr kumimoji="0" lang="en-US" sz="2000" b="1" i="0" u="none" strike="noStrike" kern="0" cap="none" spc="0" normalizeH="0" baseline="0" noProof="0" dirty="0">
              <a:ln>
                <a:noFill/>
              </a:ln>
              <a:solidFill>
                <a:srgbClr val="15110E"/>
              </a:solidFill>
              <a:effectLst/>
              <a:uLnTx/>
              <a:uFillTx/>
              <a:latin typeface="Alexandria" pitchFamily="2" charset="-78"/>
              <a:cs typeface="Alexandria" pitchFamily="2" charset="-78"/>
              <a:sym typeface="Alexandria Medium"/>
            </a:endParaRPr>
          </a:p>
        </p:txBody>
      </p:sp>
      <p:sp>
        <p:nvSpPr>
          <p:cNvPr id="3" name="Google Shape;228;p38">
            <a:extLst>
              <a:ext uri="{FF2B5EF4-FFF2-40B4-BE49-F238E27FC236}">
                <a16:creationId xmlns:a16="http://schemas.microsoft.com/office/drawing/2014/main" id="{85AC6121-E1D3-45E3-BEFE-EF2331367FC9}"/>
              </a:ext>
            </a:extLst>
          </p:cNvPr>
          <p:cNvSpPr txBox="1">
            <a:spLocks/>
          </p:cNvSpPr>
          <p:nvPr/>
        </p:nvSpPr>
        <p:spPr>
          <a:xfrm>
            <a:off x="439480" y="3345508"/>
            <a:ext cx="8286306" cy="166596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048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lbert Sans"/>
              <a:buChar char="●"/>
              <a:defRPr sz="1400" b="0" i="0" u="none" strike="noStrike" cap="none">
                <a:solidFill>
                  <a:schemeClr val="dk1"/>
                </a:solidFill>
                <a:latin typeface="Albert Sans"/>
                <a:ea typeface="Albert Sans"/>
                <a:cs typeface="Albert Sans"/>
                <a:sym typeface="Albert Sans"/>
              </a:defRPr>
            </a:lvl1pPr>
            <a:lvl2pPr marL="914400" marR="0" lvl="1" indent="-3048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lbert Sans"/>
              <a:buChar char="○"/>
              <a:defRPr sz="1200" b="0" i="0" u="none" strike="noStrike" cap="none">
                <a:solidFill>
                  <a:schemeClr val="dk1"/>
                </a:solidFill>
                <a:latin typeface="Albert Sans"/>
                <a:ea typeface="Albert Sans"/>
                <a:cs typeface="Albert Sans"/>
                <a:sym typeface="Albert Sans"/>
              </a:defRPr>
            </a:lvl2pPr>
            <a:lvl3pPr marL="1371600" marR="0" lvl="2" indent="-3048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lbert Sans"/>
              <a:buChar char="■"/>
              <a:defRPr sz="1200" b="0" i="0" u="none" strike="noStrike" cap="none">
                <a:solidFill>
                  <a:schemeClr val="dk1"/>
                </a:solidFill>
                <a:latin typeface="Albert Sans"/>
                <a:ea typeface="Albert Sans"/>
                <a:cs typeface="Albert Sans"/>
                <a:sym typeface="Albert Sans"/>
              </a:defRPr>
            </a:lvl3pPr>
            <a:lvl4pPr marL="1828800" marR="0" lvl="3" indent="-3048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lbert Sans"/>
              <a:buChar char="●"/>
              <a:defRPr sz="1200" b="0" i="0" u="none" strike="noStrike" cap="none">
                <a:solidFill>
                  <a:schemeClr val="dk1"/>
                </a:solidFill>
                <a:latin typeface="Albert Sans"/>
                <a:ea typeface="Albert Sans"/>
                <a:cs typeface="Albert Sans"/>
                <a:sym typeface="Albert Sans"/>
              </a:defRPr>
            </a:lvl4pPr>
            <a:lvl5pPr marL="2286000" marR="0" lvl="4" indent="-3048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lbert Sans"/>
              <a:buChar char="○"/>
              <a:defRPr sz="1200" b="0" i="0" u="none" strike="noStrike" cap="none">
                <a:solidFill>
                  <a:schemeClr val="dk1"/>
                </a:solidFill>
                <a:latin typeface="Albert Sans"/>
                <a:ea typeface="Albert Sans"/>
                <a:cs typeface="Albert Sans"/>
                <a:sym typeface="Albert Sans"/>
              </a:defRPr>
            </a:lvl5pPr>
            <a:lvl6pPr marL="2743200" marR="0" lvl="5" indent="-3048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lbert Sans"/>
              <a:buChar char="■"/>
              <a:defRPr sz="1200" b="0" i="0" u="none" strike="noStrike" cap="none">
                <a:solidFill>
                  <a:schemeClr val="dk1"/>
                </a:solidFill>
                <a:latin typeface="Albert Sans"/>
                <a:ea typeface="Albert Sans"/>
                <a:cs typeface="Albert Sans"/>
                <a:sym typeface="Albert Sans"/>
              </a:defRPr>
            </a:lvl6pPr>
            <a:lvl7pPr marL="3200400" marR="0" lvl="6" indent="-3048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lbert Sans"/>
              <a:buChar char="●"/>
              <a:defRPr sz="1200" b="0" i="0" u="none" strike="noStrike" cap="none">
                <a:solidFill>
                  <a:schemeClr val="dk1"/>
                </a:solidFill>
                <a:latin typeface="Albert Sans"/>
                <a:ea typeface="Albert Sans"/>
                <a:cs typeface="Albert Sans"/>
                <a:sym typeface="Albert Sans"/>
              </a:defRPr>
            </a:lvl7pPr>
            <a:lvl8pPr marL="3657600" marR="0" lvl="7" indent="-3048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lbert Sans"/>
              <a:buChar char="○"/>
              <a:defRPr sz="1200" b="0" i="0" u="none" strike="noStrike" cap="none">
                <a:solidFill>
                  <a:schemeClr val="dk1"/>
                </a:solidFill>
                <a:latin typeface="Albert Sans"/>
                <a:ea typeface="Albert Sans"/>
                <a:cs typeface="Albert Sans"/>
                <a:sym typeface="Albert Sans"/>
              </a:defRPr>
            </a:lvl8pPr>
            <a:lvl9pPr marL="4114800" marR="0" lvl="8" indent="-3048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lbert Sans"/>
              <a:buChar char="■"/>
              <a:defRPr sz="1200" b="0" i="0" u="none" strike="noStrike" cap="none">
                <a:solidFill>
                  <a:schemeClr val="dk1"/>
                </a:solidFill>
                <a:latin typeface="Albert Sans"/>
                <a:ea typeface="Albert Sans"/>
                <a:cs typeface="Albert Sans"/>
                <a:sym typeface="Albert Sans"/>
              </a:defRPr>
            </a:lvl9pPr>
          </a:lstStyle>
          <a:p>
            <a:pPr marL="285750" indent="-285750">
              <a:lnSpc>
                <a:spcPct val="200000"/>
              </a:lnSpc>
            </a:pPr>
            <a:r>
              <a:rPr lang="vi-VN" sz="1200" kern="0" dirty="0" err="1">
                <a:latin typeface="Alexandria" panose="020B0604020202020204" charset="-78"/>
                <a:cs typeface="Alexandria" panose="020B0604020202020204" charset="-78"/>
              </a:rPr>
              <a:t>Sản</a:t>
            </a:r>
            <a:r>
              <a:rPr lang="vi-VN" sz="1200" kern="0" dirty="0">
                <a:latin typeface="Alexandria" panose="020B0604020202020204" charset="-78"/>
                <a:cs typeface="Alexandria" panose="020B0604020202020204" charset="-78"/>
              </a:rPr>
              <a:t> </a:t>
            </a:r>
            <a:r>
              <a:rPr lang="vi-VN" sz="1200" kern="0" dirty="0" err="1">
                <a:latin typeface="Alexandria" panose="020B0604020202020204" charset="-78"/>
                <a:cs typeface="Alexandria" panose="020B0604020202020204" charset="-78"/>
              </a:rPr>
              <a:t>phẩm</a:t>
            </a:r>
            <a:r>
              <a:rPr lang="vi-VN" sz="1200" kern="0" dirty="0">
                <a:latin typeface="Alexandria" panose="020B0604020202020204" charset="-78"/>
                <a:cs typeface="Alexandria" panose="020B0604020202020204" charset="-78"/>
              </a:rPr>
              <a:t> </a:t>
            </a:r>
            <a:r>
              <a:rPr lang="vi-VN" sz="1200" kern="0" dirty="0" err="1">
                <a:latin typeface="Alexandria" panose="020B0604020202020204" charset="-78"/>
                <a:cs typeface="Alexandria" panose="020B0604020202020204" charset="-78"/>
              </a:rPr>
              <a:t>càng</a:t>
            </a:r>
            <a:r>
              <a:rPr lang="vi-VN" sz="1200" kern="0" dirty="0">
                <a:latin typeface="Alexandria" panose="020B0604020202020204" charset="-78"/>
                <a:cs typeface="Alexandria" panose="020B0604020202020204" charset="-78"/>
              </a:rPr>
              <a:t> </a:t>
            </a:r>
            <a:r>
              <a:rPr lang="vi-VN" sz="1200" kern="0" dirty="0" err="1">
                <a:latin typeface="Alexandria" panose="020B0604020202020204" charset="-78"/>
                <a:cs typeface="Alexandria" panose="020B0604020202020204" charset="-78"/>
              </a:rPr>
              <a:t>hiếm</a:t>
            </a:r>
            <a:r>
              <a:rPr lang="vi-VN" sz="1200" kern="0" dirty="0">
                <a:latin typeface="Alexandria" panose="020B0604020202020204" charset="-78"/>
                <a:cs typeface="Alexandria" panose="020B0604020202020204" charset="-78"/>
              </a:rPr>
              <a:t> → </a:t>
            </a:r>
            <a:r>
              <a:rPr lang="vi-VN" sz="1200" kern="0" dirty="0" err="1">
                <a:latin typeface="Alexandria" panose="020B0604020202020204" charset="-78"/>
                <a:cs typeface="Alexandria" panose="020B0604020202020204" charset="-78"/>
              </a:rPr>
              <a:t>Hit-rate</a:t>
            </a:r>
            <a:r>
              <a:rPr lang="vi-VN" sz="1200" kern="0" dirty="0">
                <a:latin typeface="Alexandria" panose="020B0604020202020204" charset="-78"/>
                <a:cs typeface="Alexandria" panose="020B0604020202020204" charset="-78"/>
              </a:rPr>
              <a:t> </a:t>
            </a:r>
            <a:r>
              <a:rPr lang="vi-VN" sz="1200" kern="0" dirty="0" err="1">
                <a:latin typeface="Alexandria" panose="020B0604020202020204" charset="-78"/>
                <a:cs typeface="Alexandria" panose="020B0604020202020204" charset="-78"/>
              </a:rPr>
              <a:t>càng</a:t>
            </a:r>
            <a:r>
              <a:rPr lang="vi-VN" sz="1200" kern="0" dirty="0">
                <a:latin typeface="Alexandria" panose="020B0604020202020204" charset="-78"/>
                <a:cs typeface="Alexandria" panose="020B0604020202020204" charset="-78"/>
              </a:rPr>
              <a:t> </a:t>
            </a:r>
            <a:r>
              <a:rPr lang="vi-VN" sz="1200" kern="0" dirty="0" err="1">
                <a:latin typeface="Alexandria" panose="020B0604020202020204" charset="-78"/>
                <a:cs typeface="Alexandria" panose="020B0604020202020204" charset="-78"/>
              </a:rPr>
              <a:t>thấp</a:t>
            </a:r>
            <a:r>
              <a:rPr lang="vi-VN" sz="1200" kern="0" dirty="0">
                <a:latin typeface="Alexandria" panose="020B0604020202020204" charset="-78"/>
                <a:cs typeface="Alexandria" panose="020B0604020202020204" charset="-78"/>
              </a:rPr>
              <a:t> (0,150 ở </a:t>
            </a:r>
            <a:r>
              <a:rPr lang="vi-VN" sz="1200" kern="0" dirty="0" err="1">
                <a:latin typeface="Alexandria" panose="020B0604020202020204" charset="-78"/>
                <a:cs typeface="Alexandria" panose="020B0604020202020204" charset="-78"/>
              </a:rPr>
              <a:t>nhóm</a:t>
            </a:r>
            <a:r>
              <a:rPr lang="vi-VN" sz="1200" kern="0" dirty="0">
                <a:latin typeface="Alexandria" panose="020B0604020202020204" charset="-78"/>
                <a:cs typeface="Alexandria" panose="020B0604020202020204" charset="-78"/>
              </a:rPr>
              <a:t> 150–500 </a:t>
            </a:r>
            <a:r>
              <a:rPr lang="vi-VN" sz="1200" kern="0" dirty="0" err="1">
                <a:latin typeface="Alexandria" panose="020B0604020202020204" charset="-78"/>
                <a:cs typeface="Alexandria" panose="020B0604020202020204" charset="-78"/>
              </a:rPr>
              <a:t>hóa</a:t>
            </a:r>
            <a:r>
              <a:rPr lang="vi-VN" sz="1200" kern="0" dirty="0">
                <a:latin typeface="Alexandria" panose="020B0604020202020204" charset="-78"/>
                <a:cs typeface="Alexandria" panose="020B0604020202020204" charset="-78"/>
              </a:rPr>
              <a:t> đơn, 0,447 ở </a:t>
            </a:r>
            <a:r>
              <a:rPr lang="vi-VN" sz="1200" kern="0" dirty="0" err="1">
                <a:latin typeface="Alexandria" panose="020B0604020202020204" charset="-78"/>
                <a:cs typeface="Alexandria" panose="020B0604020202020204" charset="-78"/>
              </a:rPr>
              <a:t>nhóm</a:t>
            </a:r>
            <a:r>
              <a:rPr lang="vi-VN" sz="1200" kern="0" dirty="0">
                <a:latin typeface="Alexandria" panose="020B0604020202020204" charset="-78"/>
                <a:cs typeface="Alexandria" panose="020B0604020202020204" charset="-78"/>
              </a:rPr>
              <a:t> &gt;5.000 </a:t>
            </a:r>
            <a:r>
              <a:rPr lang="vi-VN" sz="1200" kern="0" dirty="0" err="1">
                <a:latin typeface="Alexandria" panose="020B0604020202020204" charset="-78"/>
                <a:cs typeface="Alexandria" panose="020B0604020202020204" charset="-78"/>
              </a:rPr>
              <a:t>hóa</a:t>
            </a:r>
            <a:r>
              <a:rPr lang="vi-VN" sz="1200" kern="0" dirty="0">
                <a:latin typeface="Alexandria" panose="020B0604020202020204" charset="-78"/>
                <a:cs typeface="Alexandria" panose="020B0604020202020204" charset="-78"/>
              </a:rPr>
              <a:t> đơn)</a:t>
            </a:r>
            <a:endParaRPr lang="en-US" sz="1200" kern="0" dirty="0">
              <a:latin typeface="Alexandria" panose="020B0604020202020204" charset="-78"/>
              <a:cs typeface="Alexandria" panose="020B0604020202020204" charset="-78"/>
            </a:endParaRPr>
          </a:p>
          <a:p>
            <a:pPr marL="285750" indent="-285750">
              <a:lnSpc>
                <a:spcPct val="200000"/>
              </a:lnSpc>
            </a:pPr>
            <a:r>
              <a:rPr lang="vi-VN" sz="1200" kern="0" dirty="0" err="1">
                <a:latin typeface="Alexandria" panose="020B0604020202020204" charset="-78"/>
                <a:cs typeface="Alexandria" panose="020B0604020202020204" charset="-78"/>
              </a:rPr>
              <a:t>Giỏ</a:t>
            </a:r>
            <a:r>
              <a:rPr lang="vi-VN" sz="1200" kern="0" dirty="0">
                <a:latin typeface="Alexandria" panose="020B0604020202020204" charset="-78"/>
                <a:cs typeface="Alexandria" panose="020B0604020202020204" charset="-78"/>
              </a:rPr>
              <a:t> </a:t>
            </a:r>
            <a:r>
              <a:rPr lang="vi-VN" sz="1200" kern="0" dirty="0" err="1">
                <a:latin typeface="Alexandria" panose="020B0604020202020204" charset="-78"/>
                <a:cs typeface="Alexandria" panose="020B0604020202020204" charset="-78"/>
              </a:rPr>
              <a:t>hàng</a:t>
            </a:r>
            <a:r>
              <a:rPr lang="vi-VN" sz="1200" kern="0" dirty="0">
                <a:latin typeface="Alexandria" panose="020B0604020202020204" charset="-78"/>
                <a:cs typeface="Alexandria" panose="020B0604020202020204" charset="-78"/>
              </a:rPr>
              <a:t> </a:t>
            </a:r>
            <a:r>
              <a:rPr lang="vi-VN" sz="1200" kern="0" dirty="0" err="1">
                <a:latin typeface="Alexandria" panose="020B0604020202020204" charset="-78"/>
                <a:cs typeface="Alexandria" panose="020B0604020202020204" charset="-78"/>
              </a:rPr>
              <a:t>càng</a:t>
            </a:r>
            <a:r>
              <a:rPr lang="vi-VN" sz="1200" kern="0" dirty="0">
                <a:latin typeface="Alexandria" panose="020B0604020202020204" charset="-78"/>
                <a:cs typeface="Alexandria" panose="020B0604020202020204" charset="-78"/>
              </a:rPr>
              <a:t> </a:t>
            </a:r>
            <a:r>
              <a:rPr lang="vi-VN" sz="1200" kern="0" dirty="0" err="1">
                <a:latin typeface="Alexandria" panose="020B0604020202020204" charset="-78"/>
                <a:cs typeface="Alexandria" panose="020B0604020202020204" charset="-78"/>
              </a:rPr>
              <a:t>lớn</a:t>
            </a:r>
            <a:r>
              <a:rPr lang="vi-VN" sz="1200" kern="0" dirty="0">
                <a:latin typeface="Alexandria" panose="020B0604020202020204" charset="-78"/>
                <a:cs typeface="Alexandria" panose="020B0604020202020204" charset="-78"/>
              </a:rPr>
              <a:t> → </a:t>
            </a:r>
            <a:r>
              <a:rPr lang="vi-VN" sz="1200" kern="0" dirty="0" err="1">
                <a:latin typeface="Alexandria" panose="020B0604020202020204" charset="-78"/>
                <a:cs typeface="Alexandria" panose="020B0604020202020204" charset="-78"/>
              </a:rPr>
              <a:t>Hit-rate</a:t>
            </a:r>
            <a:r>
              <a:rPr lang="vi-VN" sz="1200" kern="0" dirty="0">
                <a:latin typeface="Alexandria" panose="020B0604020202020204" charset="-78"/>
                <a:cs typeface="Alexandria" panose="020B0604020202020204" charset="-78"/>
              </a:rPr>
              <a:t> </a:t>
            </a:r>
            <a:r>
              <a:rPr lang="vi-VN" sz="1200" kern="0" dirty="0" err="1">
                <a:latin typeface="Alexandria" panose="020B0604020202020204" charset="-78"/>
                <a:cs typeface="Alexandria" panose="020B0604020202020204" charset="-78"/>
              </a:rPr>
              <a:t>càng</a:t>
            </a:r>
            <a:r>
              <a:rPr lang="vi-VN" sz="1200" kern="0" dirty="0">
                <a:latin typeface="Alexandria" panose="020B0604020202020204" charset="-78"/>
                <a:cs typeface="Alexandria" panose="020B0604020202020204" charset="-78"/>
              </a:rPr>
              <a:t> </a:t>
            </a:r>
            <a:r>
              <a:rPr lang="vi-VN" sz="1200" kern="0" dirty="0" err="1">
                <a:latin typeface="Alexandria" panose="020B0604020202020204" charset="-78"/>
                <a:cs typeface="Alexandria" panose="020B0604020202020204" charset="-78"/>
              </a:rPr>
              <a:t>thấp</a:t>
            </a:r>
            <a:r>
              <a:rPr lang="vi-VN" sz="1200" kern="0" dirty="0">
                <a:latin typeface="Alexandria" panose="020B0604020202020204" charset="-78"/>
                <a:cs typeface="Alexandria" panose="020B0604020202020204" charset="-78"/>
              </a:rPr>
              <a:t> (0,447 ở </a:t>
            </a:r>
            <a:r>
              <a:rPr lang="vi-VN" sz="1200" kern="0" dirty="0" err="1">
                <a:latin typeface="Alexandria" panose="020B0604020202020204" charset="-78"/>
                <a:cs typeface="Alexandria" panose="020B0604020202020204" charset="-78"/>
              </a:rPr>
              <a:t>giỏ</a:t>
            </a:r>
            <a:r>
              <a:rPr lang="vi-VN" sz="1200" kern="0" dirty="0">
                <a:latin typeface="Alexandria" panose="020B0604020202020204" charset="-78"/>
                <a:cs typeface="Alexandria" panose="020B0604020202020204" charset="-78"/>
              </a:rPr>
              <a:t> 2–3 </a:t>
            </a:r>
            <a:r>
              <a:rPr lang="vi-VN" sz="1200" kern="0" dirty="0" err="1">
                <a:latin typeface="Alexandria" panose="020B0604020202020204" charset="-78"/>
                <a:cs typeface="Alexandria" panose="020B0604020202020204" charset="-78"/>
              </a:rPr>
              <a:t>sp</a:t>
            </a:r>
            <a:r>
              <a:rPr lang="vi-VN" sz="1200" kern="0" dirty="0">
                <a:latin typeface="Alexandria" panose="020B0604020202020204" charset="-78"/>
                <a:cs typeface="Alexandria" panose="020B0604020202020204" charset="-78"/>
              </a:rPr>
              <a:t>, </a:t>
            </a:r>
            <a:r>
              <a:rPr lang="vi-VN" sz="1200" kern="0" dirty="0" err="1">
                <a:latin typeface="Alexandria" panose="020B0604020202020204" charset="-78"/>
                <a:cs typeface="Alexandria" panose="020B0604020202020204" charset="-78"/>
              </a:rPr>
              <a:t>chỉ</a:t>
            </a:r>
            <a:r>
              <a:rPr lang="vi-VN" sz="1200" kern="0" dirty="0">
                <a:latin typeface="Alexandria" panose="020B0604020202020204" charset="-78"/>
                <a:cs typeface="Alexandria" panose="020B0604020202020204" charset="-78"/>
              </a:rPr>
              <a:t> 0,164 ở </a:t>
            </a:r>
            <a:r>
              <a:rPr lang="vi-VN" sz="1200" kern="0" dirty="0" err="1">
                <a:latin typeface="Alexandria" panose="020B0604020202020204" charset="-78"/>
                <a:cs typeface="Alexandria" panose="020B0604020202020204" charset="-78"/>
              </a:rPr>
              <a:t>giỏ</a:t>
            </a:r>
            <a:r>
              <a:rPr lang="vi-VN" sz="1200" kern="0" dirty="0">
                <a:latin typeface="Alexandria" panose="020B0604020202020204" charset="-78"/>
                <a:cs typeface="Alexandria" panose="020B0604020202020204" charset="-78"/>
              </a:rPr>
              <a:t> &gt;30 </a:t>
            </a:r>
            <a:r>
              <a:rPr lang="vi-VN" sz="1200" kern="0" dirty="0" err="1">
                <a:latin typeface="Alexandria" panose="020B0604020202020204" charset="-78"/>
                <a:cs typeface="Alexandria" panose="020B0604020202020204" charset="-78"/>
              </a:rPr>
              <a:t>sp</a:t>
            </a:r>
            <a:r>
              <a:rPr lang="vi-VN" sz="1200" kern="0" dirty="0">
                <a:latin typeface="Alexandria" panose="020B0604020202020204" charset="-78"/>
                <a:cs typeface="Alexandria" panose="020B0604020202020204" charset="-78"/>
              </a:rPr>
              <a:t>) — </a:t>
            </a:r>
            <a:r>
              <a:rPr lang="vi-VN" sz="1200" kern="0" dirty="0" err="1">
                <a:latin typeface="Alexandria" panose="020B0604020202020204" charset="-78"/>
                <a:cs typeface="Alexandria" panose="020B0604020202020204" charset="-78"/>
              </a:rPr>
              <a:t>ngược</a:t>
            </a:r>
            <a:r>
              <a:rPr lang="vi-VN" sz="1200" kern="0" dirty="0">
                <a:latin typeface="Alexandria" panose="020B0604020202020204" charset="-78"/>
                <a:cs typeface="Alexandria" panose="020B0604020202020204" charset="-78"/>
              </a:rPr>
              <a:t> </a:t>
            </a:r>
            <a:r>
              <a:rPr lang="vi-VN" sz="1200" kern="0" dirty="0" err="1">
                <a:latin typeface="Alexandria" panose="020B0604020202020204" charset="-78"/>
                <a:cs typeface="Alexandria" panose="020B0604020202020204" charset="-78"/>
              </a:rPr>
              <a:t>trực</a:t>
            </a:r>
            <a:r>
              <a:rPr lang="vi-VN" sz="1200" kern="0" dirty="0">
                <a:latin typeface="Alexandria" panose="020B0604020202020204" charset="-78"/>
                <a:cs typeface="Alexandria" panose="020B0604020202020204" charset="-78"/>
              </a:rPr>
              <a:t> </a:t>
            </a:r>
            <a:r>
              <a:rPr lang="vi-VN" sz="1200" kern="0" dirty="0" err="1">
                <a:latin typeface="Alexandria" panose="020B0604020202020204" charset="-78"/>
                <a:cs typeface="Alexandria" panose="020B0604020202020204" charset="-78"/>
              </a:rPr>
              <a:t>giác</a:t>
            </a:r>
            <a:r>
              <a:rPr lang="vi-VN" sz="1200" kern="0" dirty="0">
                <a:latin typeface="Alexandria" panose="020B0604020202020204" charset="-78"/>
                <a:cs typeface="Alexandria" panose="020B0604020202020204" charset="-78"/>
              </a:rPr>
              <a:t>, do </a:t>
            </a:r>
            <a:r>
              <a:rPr lang="vi-VN" sz="1200" kern="0" dirty="0" err="1">
                <a:latin typeface="Alexandria" panose="020B0604020202020204" charset="-78"/>
                <a:cs typeface="Alexandria" panose="020B0604020202020204" charset="-78"/>
              </a:rPr>
              <a:t>điểm</a:t>
            </a:r>
            <a:r>
              <a:rPr lang="vi-VN" sz="1200" kern="0" dirty="0">
                <a:latin typeface="Alexandria" panose="020B0604020202020204" charset="-78"/>
                <a:cs typeface="Alexandria" panose="020B0604020202020204" charset="-78"/>
              </a:rPr>
              <a:t> </a:t>
            </a:r>
            <a:r>
              <a:rPr lang="vi-VN" sz="1200" kern="0" dirty="0" err="1">
                <a:latin typeface="Alexandria" panose="020B0604020202020204" charset="-78"/>
                <a:cs typeface="Alexandria" panose="020B0604020202020204" charset="-78"/>
              </a:rPr>
              <a:t>cosine</a:t>
            </a:r>
            <a:r>
              <a:rPr lang="vi-VN" sz="1200" kern="0" dirty="0">
                <a:latin typeface="Alexandria" panose="020B0604020202020204" charset="-78"/>
                <a:cs typeface="Alexandria" panose="020B0604020202020204" charset="-78"/>
              </a:rPr>
              <a:t> </a:t>
            </a:r>
            <a:r>
              <a:rPr lang="vi-VN" sz="1200" kern="0" dirty="0" err="1">
                <a:latin typeface="Alexandria" panose="020B0604020202020204" charset="-78"/>
                <a:cs typeface="Alexandria" panose="020B0604020202020204" charset="-78"/>
              </a:rPr>
              <a:t>bị</a:t>
            </a:r>
            <a:r>
              <a:rPr lang="vi-VN" sz="1200" kern="0" dirty="0">
                <a:latin typeface="Alexandria" panose="020B0604020202020204" charset="-78"/>
                <a:cs typeface="Alexandria" panose="020B0604020202020204" charset="-78"/>
              </a:rPr>
              <a:t> phân </a:t>
            </a:r>
            <a:r>
              <a:rPr lang="vi-VN" sz="1200" kern="0" dirty="0" err="1">
                <a:latin typeface="Alexandria" panose="020B0604020202020204" charset="-78"/>
                <a:cs typeface="Alexandria" panose="020B0604020202020204" charset="-78"/>
              </a:rPr>
              <a:t>tán</a:t>
            </a:r>
            <a:r>
              <a:rPr lang="vi-VN" sz="1200" kern="0" dirty="0">
                <a:latin typeface="Alexandria" panose="020B0604020202020204" charset="-78"/>
                <a:cs typeface="Alexandria" panose="020B0604020202020204" charset="-78"/>
              </a:rPr>
              <a:t> khi </a:t>
            </a:r>
            <a:r>
              <a:rPr lang="vi-VN" sz="1200" kern="0" dirty="0" err="1">
                <a:latin typeface="Alexandria" panose="020B0604020202020204" charset="-78"/>
                <a:cs typeface="Alexandria" panose="020B0604020202020204" charset="-78"/>
              </a:rPr>
              <a:t>giỏ</a:t>
            </a:r>
            <a:r>
              <a:rPr lang="vi-VN" sz="1200" kern="0" dirty="0">
                <a:latin typeface="Alexandria" panose="020B0604020202020204" charset="-78"/>
                <a:cs typeface="Alexandria" panose="020B0604020202020204" charset="-78"/>
              </a:rPr>
              <a:t> </a:t>
            </a:r>
            <a:r>
              <a:rPr lang="vi-VN" sz="1200" kern="0" dirty="0" err="1">
                <a:latin typeface="Alexandria" panose="020B0604020202020204" charset="-78"/>
                <a:cs typeface="Alexandria" panose="020B0604020202020204" charset="-78"/>
              </a:rPr>
              <a:t>nhiều</a:t>
            </a:r>
            <a:r>
              <a:rPr lang="vi-VN" sz="1200" kern="0" dirty="0">
                <a:latin typeface="Alexandria" panose="020B0604020202020204" charset="-78"/>
                <a:cs typeface="Alexandria" panose="020B0604020202020204" charset="-78"/>
              </a:rPr>
              <a:t> </a:t>
            </a:r>
            <a:r>
              <a:rPr lang="vi-VN" sz="1200" kern="0" dirty="0" err="1">
                <a:latin typeface="Alexandria" panose="020B0604020202020204" charset="-78"/>
                <a:cs typeface="Alexandria" panose="020B0604020202020204" charset="-78"/>
              </a:rPr>
              <a:t>chủng</a:t>
            </a:r>
            <a:r>
              <a:rPr lang="vi-VN" sz="1200" kern="0" dirty="0">
                <a:latin typeface="Alexandria" panose="020B0604020202020204" charset="-78"/>
                <a:cs typeface="Alexandria" panose="020B0604020202020204" charset="-78"/>
              </a:rPr>
              <a:t> </a:t>
            </a:r>
            <a:r>
              <a:rPr lang="vi-VN" sz="1200" kern="0" dirty="0" err="1">
                <a:latin typeface="Alexandria" panose="020B0604020202020204" charset="-78"/>
                <a:cs typeface="Alexandria" panose="020B0604020202020204" charset="-78"/>
              </a:rPr>
              <a:t>loại</a:t>
            </a:r>
            <a:r>
              <a:rPr lang="vi-VN" sz="1200" kern="0" dirty="0">
                <a:latin typeface="Alexandria" panose="020B0604020202020204" charset="-78"/>
                <a:cs typeface="Alexandria" panose="020B0604020202020204" charset="-78"/>
              </a:rPr>
              <a:t> (nghi </a:t>
            </a:r>
            <a:r>
              <a:rPr lang="vi-VN" sz="1200" kern="0" dirty="0" err="1">
                <a:latin typeface="Alexandria" panose="020B0604020202020204" charset="-78"/>
                <a:cs typeface="Alexandria" panose="020B0604020202020204" charset="-78"/>
              </a:rPr>
              <a:t>vấn</a:t>
            </a:r>
            <a:r>
              <a:rPr lang="vi-VN" sz="1200" kern="0" dirty="0">
                <a:latin typeface="Alexandria" panose="020B0604020202020204" charset="-78"/>
                <a:cs typeface="Alexandria" panose="020B0604020202020204" charset="-78"/>
              </a:rPr>
              <a:t> </a:t>
            </a:r>
            <a:r>
              <a:rPr lang="vi-VN" sz="1200" kern="0" dirty="0" err="1">
                <a:latin typeface="Alexandria" panose="020B0604020202020204" charset="-78"/>
                <a:cs typeface="Alexandria" panose="020B0604020202020204" charset="-78"/>
              </a:rPr>
              <a:t>bán</a:t>
            </a:r>
            <a:r>
              <a:rPr lang="vi-VN" sz="1200" kern="0" dirty="0">
                <a:latin typeface="Alexandria" panose="020B0604020202020204" charset="-78"/>
                <a:cs typeface="Alexandria" panose="020B0604020202020204" charset="-78"/>
              </a:rPr>
              <a:t> </a:t>
            </a:r>
            <a:r>
              <a:rPr lang="vi-VN" sz="1200" kern="0" dirty="0" err="1">
                <a:latin typeface="Alexandria" panose="020B0604020202020204" charset="-78"/>
                <a:cs typeface="Alexandria" panose="020B0604020202020204" charset="-78"/>
              </a:rPr>
              <a:t>sỉ</a:t>
            </a:r>
            <a:r>
              <a:rPr lang="vi-VN" sz="1200" kern="0" dirty="0">
                <a:latin typeface="Alexandria" panose="020B0604020202020204" charset="-78"/>
                <a:cs typeface="Alexandria" panose="020B0604020202020204" charset="-78"/>
              </a:rPr>
              <a:t>)</a:t>
            </a:r>
            <a:endParaRPr lang="en-US" sz="1200" kern="0" dirty="0">
              <a:latin typeface="Alexandria" panose="020B0604020202020204" charset="-78"/>
              <a:cs typeface="Alexandria" panose="020B0604020202020204" charset="-78"/>
            </a:endParaRPr>
          </a:p>
        </p:txBody>
      </p:sp>
      <p:pic>
        <p:nvPicPr>
          <p:cNvPr id="5" name="Hình ảnh 4">
            <a:extLst>
              <a:ext uri="{FF2B5EF4-FFF2-40B4-BE49-F238E27FC236}">
                <a16:creationId xmlns:a16="http://schemas.microsoft.com/office/drawing/2014/main" id="{A28F35B8-B732-4DE5-B414-C6A10161BA7F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9480" y="843318"/>
            <a:ext cx="4017074" cy="2410245"/>
          </a:xfrm>
          <a:prstGeom prst="rect">
            <a:avLst/>
          </a:prstGeom>
        </p:spPr>
      </p:pic>
      <p:pic>
        <p:nvPicPr>
          <p:cNvPr id="7" name="Hình ảnh 6">
            <a:extLst>
              <a:ext uri="{FF2B5EF4-FFF2-40B4-BE49-F238E27FC236}">
                <a16:creationId xmlns:a16="http://schemas.microsoft.com/office/drawing/2014/main" id="{1D7CEEE8-2AEB-4D83-97E3-F33F2F947617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708710" y="843318"/>
            <a:ext cx="4017075" cy="2410245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Google Shape;208;p37">
            <a:extLst>
              <a:ext uri="{FF2B5EF4-FFF2-40B4-BE49-F238E27FC236}">
                <a16:creationId xmlns:a16="http://schemas.microsoft.com/office/drawing/2014/main" id="{092C4A6D-D5BF-4403-86CA-9E0083A9E45B}"/>
              </a:ext>
            </a:extLst>
          </p:cNvPr>
          <p:cNvSpPr txBox="1">
            <a:spLocks/>
          </p:cNvSpPr>
          <p:nvPr/>
        </p:nvSpPr>
        <p:spPr>
          <a:xfrm>
            <a:off x="439480" y="294618"/>
            <a:ext cx="8286306" cy="54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lexandria Medium"/>
              <a:buNone/>
              <a:defRPr sz="2500" b="0" i="0" u="none" strike="noStrike" cap="none">
                <a:solidFill>
                  <a:schemeClr val="dk1"/>
                </a:solidFill>
                <a:latin typeface="Alexandria Medium"/>
                <a:ea typeface="Alexandria Medium"/>
                <a:cs typeface="Alexandria Medium"/>
                <a:sym typeface="Alexandria Medium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lexandria Medium"/>
              <a:buNone/>
              <a:defRPr sz="3000" b="0" i="0" u="none" strike="noStrike" cap="none">
                <a:solidFill>
                  <a:schemeClr val="dk1"/>
                </a:solidFill>
                <a:latin typeface="Alexandria Medium"/>
                <a:ea typeface="Alexandria Medium"/>
                <a:cs typeface="Alexandria Medium"/>
                <a:sym typeface="Alexandria Medium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lexandria Medium"/>
              <a:buNone/>
              <a:defRPr sz="3000" b="0" i="0" u="none" strike="noStrike" cap="none">
                <a:solidFill>
                  <a:schemeClr val="dk1"/>
                </a:solidFill>
                <a:latin typeface="Alexandria Medium"/>
                <a:ea typeface="Alexandria Medium"/>
                <a:cs typeface="Alexandria Medium"/>
                <a:sym typeface="Alexandria Medium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lexandria Medium"/>
              <a:buNone/>
              <a:defRPr sz="3000" b="0" i="0" u="none" strike="noStrike" cap="none">
                <a:solidFill>
                  <a:schemeClr val="dk1"/>
                </a:solidFill>
                <a:latin typeface="Alexandria Medium"/>
                <a:ea typeface="Alexandria Medium"/>
                <a:cs typeface="Alexandria Medium"/>
                <a:sym typeface="Alexandria Medium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lexandria Medium"/>
              <a:buNone/>
              <a:defRPr sz="3000" b="0" i="0" u="none" strike="noStrike" cap="none">
                <a:solidFill>
                  <a:schemeClr val="dk1"/>
                </a:solidFill>
                <a:latin typeface="Alexandria Medium"/>
                <a:ea typeface="Alexandria Medium"/>
                <a:cs typeface="Alexandria Medium"/>
                <a:sym typeface="Alexandria Medium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lexandria Medium"/>
              <a:buNone/>
              <a:defRPr sz="3000" b="0" i="0" u="none" strike="noStrike" cap="none">
                <a:solidFill>
                  <a:schemeClr val="dk1"/>
                </a:solidFill>
                <a:latin typeface="Alexandria Medium"/>
                <a:ea typeface="Alexandria Medium"/>
                <a:cs typeface="Alexandria Medium"/>
                <a:sym typeface="Alexandria Medium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lexandria Medium"/>
              <a:buNone/>
              <a:defRPr sz="3000" b="0" i="0" u="none" strike="noStrike" cap="none">
                <a:solidFill>
                  <a:schemeClr val="dk1"/>
                </a:solidFill>
                <a:latin typeface="Alexandria Medium"/>
                <a:ea typeface="Alexandria Medium"/>
                <a:cs typeface="Alexandria Medium"/>
                <a:sym typeface="Alexandria Medium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lexandria Medium"/>
              <a:buNone/>
              <a:defRPr sz="3000" b="0" i="0" u="none" strike="noStrike" cap="none">
                <a:solidFill>
                  <a:schemeClr val="dk1"/>
                </a:solidFill>
                <a:latin typeface="Alexandria Medium"/>
                <a:ea typeface="Alexandria Medium"/>
                <a:cs typeface="Alexandria Medium"/>
                <a:sym typeface="Alexandria Medium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lexandria Medium"/>
              <a:buNone/>
              <a:defRPr sz="3000" b="0" i="0" u="none" strike="noStrike" cap="none">
                <a:solidFill>
                  <a:schemeClr val="dk1"/>
                </a:solidFill>
                <a:latin typeface="Alexandria Medium"/>
                <a:ea typeface="Alexandria Medium"/>
                <a:cs typeface="Alexandria Medium"/>
                <a:sym typeface="Alexandria Medium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5110E"/>
              </a:buClr>
              <a:buSzPts val="3000"/>
              <a:buFont typeface="Alexandria Medium"/>
              <a:buNone/>
              <a:tabLst/>
              <a:defRPr/>
            </a:pPr>
            <a:r>
              <a:rPr kumimoji="0" lang="en-US" sz="2000" b="1" i="0" u="none" strike="noStrike" kern="0" cap="none" spc="0" normalizeH="0" baseline="0" noProof="0" dirty="0" err="1">
                <a:ln>
                  <a:noFill/>
                </a:ln>
                <a:solidFill>
                  <a:srgbClr val="15110E"/>
                </a:solidFill>
                <a:effectLst/>
                <a:uLnTx/>
                <a:uFillTx/>
                <a:latin typeface="Alexandria" pitchFamily="2" charset="-78"/>
                <a:cs typeface="Alexandria" pitchFamily="2" charset="-78"/>
                <a:sym typeface="Alexandria Medium"/>
              </a:rPr>
              <a:t>Ứng</a:t>
            </a:r>
            <a:r>
              <a:rPr kumimoji="0" lang="en-US" sz="2000" b="1" i="0" u="none" strike="noStrike" kern="0" cap="none" spc="0" normalizeH="0" baseline="0" noProof="0" dirty="0">
                <a:ln>
                  <a:noFill/>
                </a:ln>
                <a:solidFill>
                  <a:srgbClr val="15110E"/>
                </a:solidFill>
                <a:effectLst/>
                <a:uLnTx/>
                <a:uFillTx/>
                <a:latin typeface="Alexandria" pitchFamily="2" charset="-78"/>
                <a:cs typeface="Alexandria" pitchFamily="2" charset="-78"/>
                <a:sym typeface="Alexandria Medium"/>
              </a:rPr>
              <a:t> </a:t>
            </a:r>
            <a:r>
              <a:rPr kumimoji="0" lang="en-US" sz="2000" b="1" i="0" u="none" strike="noStrike" kern="0" cap="none" spc="0" normalizeH="0" baseline="0" noProof="0" dirty="0" err="1">
                <a:ln>
                  <a:noFill/>
                </a:ln>
                <a:solidFill>
                  <a:srgbClr val="15110E"/>
                </a:solidFill>
                <a:effectLst/>
                <a:uLnTx/>
                <a:uFillTx/>
                <a:latin typeface="Alexandria" pitchFamily="2" charset="-78"/>
                <a:cs typeface="Alexandria" pitchFamily="2" charset="-78"/>
                <a:sym typeface="Alexandria Medium"/>
              </a:rPr>
              <a:t>dụng</a:t>
            </a:r>
            <a:r>
              <a:rPr kumimoji="0" lang="en-US" sz="2000" b="1" i="0" u="none" strike="noStrike" kern="0" cap="none" spc="0" normalizeH="0" baseline="0" noProof="0" dirty="0">
                <a:ln>
                  <a:noFill/>
                </a:ln>
                <a:solidFill>
                  <a:srgbClr val="15110E"/>
                </a:solidFill>
                <a:effectLst/>
                <a:uLnTx/>
                <a:uFillTx/>
                <a:latin typeface="Alexandria" pitchFamily="2" charset="-78"/>
                <a:cs typeface="Alexandria" pitchFamily="2" charset="-78"/>
                <a:sym typeface="Alexandria Medium"/>
              </a:rPr>
              <a:t> web &amp; </a:t>
            </a:r>
            <a:r>
              <a:rPr kumimoji="0" lang="en-US" sz="2000" b="1" i="0" u="none" strike="noStrike" kern="0" cap="none" spc="0" normalizeH="0" baseline="0" noProof="0" dirty="0" err="1">
                <a:ln>
                  <a:noFill/>
                </a:ln>
                <a:solidFill>
                  <a:srgbClr val="15110E"/>
                </a:solidFill>
                <a:effectLst/>
                <a:uLnTx/>
                <a:uFillTx/>
                <a:latin typeface="Alexandria" pitchFamily="2" charset="-78"/>
                <a:cs typeface="Alexandria" pitchFamily="2" charset="-78"/>
                <a:sym typeface="Alexandria Medium"/>
              </a:rPr>
              <a:t>Kết</a:t>
            </a:r>
            <a:r>
              <a:rPr kumimoji="0" lang="en-US" sz="2000" b="1" i="0" u="none" strike="noStrike" kern="0" cap="none" spc="0" normalizeH="0" baseline="0" noProof="0" dirty="0">
                <a:ln>
                  <a:noFill/>
                </a:ln>
                <a:solidFill>
                  <a:srgbClr val="15110E"/>
                </a:solidFill>
                <a:effectLst/>
                <a:uLnTx/>
                <a:uFillTx/>
                <a:latin typeface="Alexandria" pitchFamily="2" charset="-78"/>
                <a:cs typeface="Alexandria" pitchFamily="2" charset="-78"/>
                <a:sym typeface="Alexandria Medium"/>
              </a:rPr>
              <a:t> </a:t>
            </a:r>
            <a:r>
              <a:rPr kumimoji="0" lang="en-US" sz="2000" b="1" i="0" u="none" strike="noStrike" kern="0" cap="none" spc="0" normalizeH="0" baseline="0" noProof="0" dirty="0" err="1">
                <a:ln>
                  <a:noFill/>
                </a:ln>
                <a:solidFill>
                  <a:srgbClr val="15110E"/>
                </a:solidFill>
                <a:effectLst/>
                <a:uLnTx/>
                <a:uFillTx/>
                <a:latin typeface="Alexandria" pitchFamily="2" charset="-78"/>
                <a:cs typeface="Alexandria" pitchFamily="2" charset="-78"/>
                <a:sym typeface="Alexandria Medium"/>
              </a:rPr>
              <a:t>luận</a:t>
            </a:r>
            <a:endParaRPr kumimoji="0" lang="en-US" sz="2000" b="1" i="0" u="none" strike="noStrike" kern="0" cap="none" spc="0" normalizeH="0" baseline="0" noProof="0" dirty="0">
              <a:ln>
                <a:noFill/>
              </a:ln>
              <a:solidFill>
                <a:srgbClr val="15110E"/>
              </a:solidFill>
              <a:effectLst/>
              <a:uLnTx/>
              <a:uFillTx/>
              <a:latin typeface="Alexandria" pitchFamily="2" charset="-78"/>
              <a:cs typeface="Alexandria" pitchFamily="2" charset="-78"/>
              <a:sym typeface="Alexandria Medium"/>
            </a:endParaRPr>
          </a:p>
        </p:txBody>
      </p:sp>
      <p:sp>
        <p:nvSpPr>
          <p:cNvPr id="3" name="Google Shape;228;p38">
            <a:extLst>
              <a:ext uri="{FF2B5EF4-FFF2-40B4-BE49-F238E27FC236}">
                <a16:creationId xmlns:a16="http://schemas.microsoft.com/office/drawing/2014/main" id="{AB406350-47C0-4D98-A6DF-8D7873070E82}"/>
              </a:ext>
            </a:extLst>
          </p:cNvPr>
          <p:cNvSpPr txBox="1">
            <a:spLocks/>
          </p:cNvSpPr>
          <p:nvPr/>
        </p:nvSpPr>
        <p:spPr>
          <a:xfrm>
            <a:off x="439480" y="843318"/>
            <a:ext cx="8286306" cy="38491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048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lbert Sans"/>
              <a:buChar char="●"/>
              <a:defRPr sz="1400" b="0" i="0" u="none" strike="noStrike" cap="none">
                <a:solidFill>
                  <a:schemeClr val="dk1"/>
                </a:solidFill>
                <a:latin typeface="Albert Sans"/>
                <a:ea typeface="Albert Sans"/>
                <a:cs typeface="Albert Sans"/>
                <a:sym typeface="Albert Sans"/>
              </a:defRPr>
            </a:lvl1pPr>
            <a:lvl2pPr marL="914400" marR="0" lvl="1" indent="-3048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lbert Sans"/>
              <a:buChar char="○"/>
              <a:defRPr sz="1200" b="0" i="0" u="none" strike="noStrike" cap="none">
                <a:solidFill>
                  <a:schemeClr val="dk1"/>
                </a:solidFill>
                <a:latin typeface="Albert Sans"/>
                <a:ea typeface="Albert Sans"/>
                <a:cs typeface="Albert Sans"/>
                <a:sym typeface="Albert Sans"/>
              </a:defRPr>
            </a:lvl2pPr>
            <a:lvl3pPr marL="1371600" marR="0" lvl="2" indent="-3048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lbert Sans"/>
              <a:buChar char="■"/>
              <a:defRPr sz="1200" b="0" i="0" u="none" strike="noStrike" cap="none">
                <a:solidFill>
                  <a:schemeClr val="dk1"/>
                </a:solidFill>
                <a:latin typeface="Albert Sans"/>
                <a:ea typeface="Albert Sans"/>
                <a:cs typeface="Albert Sans"/>
                <a:sym typeface="Albert Sans"/>
              </a:defRPr>
            </a:lvl3pPr>
            <a:lvl4pPr marL="1828800" marR="0" lvl="3" indent="-3048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lbert Sans"/>
              <a:buChar char="●"/>
              <a:defRPr sz="1200" b="0" i="0" u="none" strike="noStrike" cap="none">
                <a:solidFill>
                  <a:schemeClr val="dk1"/>
                </a:solidFill>
                <a:latin typeface="Albert Sans"/>
                <a:ea typeface="Albert Sans"/>
                <a:cs typeface="Albert Sans"/>
                <a:sym typeface="Albert Sans"/>
              </a:defRPr>
            </a:lvl4pPr>
            <a:lvl5pPr marL="2286000" marR="0" lvl="4" indent="-3048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lbert Sans"/>
              <a:buChar char="○"/>
              <a:defRPr sz="1200" b="0" i="0" u="none" strike="noStrike" cap="none">
                <a:solidFill>
                  <a:schemeClr val="dk1"/>
                </a:solidFill>
                <a:latin typeface="Albert Sans"/>
                <a:ea typeface="Albert Sans"/>
                <a:cs typeface="Albert Sans"/>
                <a:sym typeface="Albert Sans"/>
              </a:defRPr>
            </a:lvl5pPr>
            <a:lvl6pPr marL="2743200" marR="0" lvl="5" indent="-3048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lbert Sans"/>
              <a:buChar char="■"/>
              <a:defRPr sz="1200" b="0" i="0" u="none" strike="noStrike" cap="none">
                <a:solidFill>
                  <a:schemeClr val="dk1"/>
                </a:solidFill>
                <a:latin typeface="Albert Sans"/>
                <a:ea typeface="Albert Sans"/>
                <a:cs typeface="Albert Sans"/>
                <a:sym typeface="Albert Sans"/>
              </a:defRPr>
            </a:lvl6pPr>
            <a:lvl7pPr marL="3200400" marR="0" lvl="6" indent="-3048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lbert Sans"/>
              <a:buChar char="●"/>
              <a:defRPr sz="1200" b="0" i="0" u="none" strike="noStrike" cap="none">
                <a:solidFill>
                  <a:schemeClr val="dk1"/>
                </a:solidFill>
                <a:latin typeface="Albert Sans"/>
                <a:ea typeface="Albert Sans"/>
                <a:cs typeface="Albert Sans"/>
                <a:sym typeface="Albert Sans"/>
              </a:defRPr>
            </a:lvl7pPr>
            <a:lvl8pPr marL="3657600" marR="0" lvl="7" indent="-3048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lbert Sans"/>
              <a:buChar char="○"/>
              <a:defRPr sz="1200" b="0" i="0" u="none" strike="noStrike" cap="none">
                <a:solidFill>
                  <a:schemeClr val="dk1"/>
                </a:solidFill>
                <a:latin typeface="Albert Sans"/>
                <a:ea typeface="Albert Sans"/>
                <a:cs typeface="Albert Sans"/>
                <a:sym typeface="Albert Sans"/>
              </a:defRPr>
            </a:lvl8pPr>
            <a:lvl9pPr marL="4114800" marR="0" lvl="8" indent="-3048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lbert Sans"/>
              <a:buChar char="■"/>
              <a:defRPr sz="1200" b="0" i="0" u="none" strike="noStrike" cap="none">
                <a:solidFill>
                  <a:schemeClr val="dk1"/>
                </a:solidFill>
                <a:latin typeface="Albert Sans"/>
                <a:ea typeface="Albert Sans"/>
                <a:cs typeface="Albert Sans"/>
                <a:sym typeface="Albert Sans"/>
              </a:defRPr>
            </a:lvl9pPr>
          </a:lstStyle>
          <a:p>
            <a:pPr marL="285750" indent="-285750">
              <a:lnSpc>
                <a:spcPct val="200000"/>
              </a:lnSpc>
            </a:pPr>
            <a:r>
              <a:rPr lang="vi-VN" kern="0" dirty="0" err="1">
                <a:latin typeface="Alexandria" panose="020B0604020202020204" charset="-78"/>
                <a:cs typeface="Alexandria" panose="020B0604020202020204" charset="-78"/>
              </a:rPr>
              <a:t>Ứng</a:t>
            </a:r>
            <a:r>
              <a:rPr lang="vi-VN" kern="0" dirty="0">
                <a:latin typeface="Alexandria" panose="020B0604020202020204" charset="-78"/>
                <a:cs typeface="Alexandria" panose="020B0604020202020204" charset="-78"/>
              </a:rPr>
              <a:t> </a:t>
            </a:r>
            <a:r>
              <a:rPr lang="vi-VN" kern="0" dirty="0" err="1">
                <a:latin typeface="Alexandria" panose="020B0604020202020204" charset="-78"/>
                <a:cs typeface="Alexandria" panose="020B0604020202020204" charset="-78"/>
              </a:rPr>
              <a:t>dụng</a:t>
            </a:r>
            <a:r>
              <a:rPr lang="vi-VN" kern="0" dirty="0">
                <a:latin typeface="Alexandria" panose="020B0604020202020204" charset="-78"/>
                <a:cs typeface="Alexandria" panose="020B0604020202020204" charset="-78"/>
              </a:rPr>
              <a:t>: </a:t>
            </a:r>
            <a:r>
              <a:rPr lang="vi-VN" kern="0" dirty="0" err="1">
                <a:latin typeface="Alexandria" panose="020B0604020202020204" charset="-78"/>
                <a:cs typeface="Alexandria" panose="020B0604020202020204" charset="-78"/>
              </a:rPr>
              <a:t>FastAPI</a:t>
            </a:r>
            <a:r>
              <a:rPr lang="vi-VN" kern="0" dirty="0">
                <a:latin typeface="Alexandria" panose="020B0604020202020204" charset="-78"/>
                <a:cs typeface="Alexandria" panose="020B0604020202020204" charset="-78"/>
              </a:rPr>
              <a:t> + 3 trang </a:t>
            </a:r>
            <a:r>
              <a:rPr lang="vi-VN" kern="0" dirty="0" err="1">
                <a:latin typeface="Alexandria" panose="020B0604020202020204" charset="-78"/>
                <a:cs typeface="Alexandria" panose="020B0604020202020204" charset="-78"/>
              </a:rPr>
              <a:t>web</a:t>
            </a:r>
            <a:r>
              <a:rPr lang="vi-VN" kern="0" dirty="0">
                <a:latin typeface="Alexandria" panose="020B0604020202020204" charset="-78"/>
                <a:cs typeface="Alexandria" panose="020B0604020202020204" charset="-78"/>
              </a:rPr>
              <a:t> (</a:t>
            </a:r>
            <a:r>
              <a:rPr lang="vi-VN" kern="0" dirty="0" err="1">
                <a:latin typeface="Alexandria" panose="020B0604020202020204" charset="-78"/>
                <a:cs typeface="Alexandria" panose="020B0604020202020204" charset="-78"/>
              </a:rPr>
              <a:t>Giới</a:t>
            </a:r>
            <a:r>
              <a:rPr lang="vi-VN" kern="0" dirty="0">
                <a:latin typeface="Alexandria" panose="020B0604020202020204" charset="-78"/>
                <a:cs typeface="Alexandria" panose="020B0604020202020204" charset="-78"/>
              </a:rPr>
              <a:t> </a:t>
            </a:r>
            <a:r>
              <a:rPr lang="vi-VN" kern="0" dirty="0" err="1">
                <a:latin typeface="Alexandria" panose="020B0604020202020204" charset="-78"/>
                <a:cs typeface="Alexandria" panose="020B0604020202020204" charset="-78"/>
              </a:rPr>
              <a:t>thiệu</a:t>
            </a:r>
            <a:r>
              <a:rPr lang="vi-VN" kern="0" dirty="0">
                <a:latin typeface="Alexandria" panose="020B0604020202020204" charset="-78"/>
                <a:cs typeface="Alexandria" panose="020B0604020202020204" charset="-78"/>
              </a:rPr>
              <a:t> / </a:t>
            </a:r>
            <a:r>
              <a:rPr lang="vi-VN" kern="0" dirty="0" err="1">
                <a:latin typeface="Alexandria" panose="020B0604020202020204" charset="-78"/>
                <a:cs typeface="Alexandria" panose="020B0604020202020204" charset="-78"/>
              </a:rPr>
              <a:t>Tìm</a:t>
            </a:r>
            <a:r>
              <a:rPr lang="vi-VN" kern="0" dirty="0">
                <a:latin typeface="Alexandria" panose="020B0604020202020204" charset="-78"/>
                <a:cs typeface="Alexandria" panose="020B0604020202020204" charset="-78"/>
              </a:rPr>
              <a:t> </a:t>
            </a:r>
            <a:r>
              <a:rPr lang="vi-VN" kern="0" dirty="0" err="1">
                <a:latin typeface="Alexandria" panose="020B0604020202020204" charset="-78"/>
                <a:cs typeface="Alexandria" panose="020B0604020202020204" charset="-78"/>
              </a:rPr>
              <a:t>kiếm-gợi</a:t>
            </a:r>
            <a:r>
              <a:rPr lang="vi-VN" kern="0" dirty="0">
                <a:latin typeface="Alexandria" panose="020B0604020202020204" charset="-78"/>
                <a:cs typeface="Alexandria" panose="020B0604020202020204" charset="-78"/>
              </a:rPr>
              <a:t> ý / </a:t>
            </a:r>
            <a:r>
              <a:rPr lang="vi-VN" kern="0" dirty="0" err="1">
                <a:latin typeface="Alexandria" panose="020B0604020202020204" charset="-78"/>
                <a:cs typeface="Alexandria" panose="020B0604020202020204" charset="-78"/>
              </a:rPr>
              <a:t>Dashboard</a:t>
            </a:r>
            <a:r>
              <a:rPr lang="vi-VN" kern="0" dirty="0">
                <a:latin typeface="Alexandria" panose="020B0604020202020204" charset="-78"/>
                <a:cs typeface="Alexandria" panose="020B0604020202020204" charset="-78"/>
              </a:rPr>
              <a:t>), </a:t>
            </a:r>
            <a:r>
              <a:rPr lang="vi-VN" kern="0" dirty="0" err="1">
                <a:latin typeface="Alexandria" panose="020B0604020202020204" charset="-78"/>
                <a:cs typeface="Alexandria" panose="020B0604020202020204" charset="-78"/>
              </a:rPr>
              <a:t>tách</a:t>
            </a:r>
            <a:r>
              <a:rPr lang="vi-VN" kern="0" dirty="0">
                <a:latin typeface="Alexandria" panose="020B0604020202020204" charset="-78"/>
                <a:cs typeface="Alexandria" panose="020B0604020202020204" charset="-78"/>
              </a:rPr>
              <a:t> </a:t>
            </a:r>
            <a:r>
              <a:rPr lang="vi-VN" kern="0" dirty="0" err="1">
                <a:latin typeface="Alexandria" panose="020B0604020202020204" charset="-78"/>
                <a:cs typeface="Alexandria" panose="020B0604020202020204" charset="-78"/>
              </a:rPr>
              <a:t>train</a:t>
            </a:r>
            <a:r>
              <a:rPr lang="vi-VN" kern="0" dirty="0">
                <a:latin typeface="Alexandria" panose="020B0604020202020204" charset="-78"/>
                <a:cs typeface="Alexandria" panose="020B0604020202020204" charset="-78"/>
              </a:rPr>
              <a:t> </a:t>
            </a:r>
            <a:r>
              <a:rPr lang="vi-VN" kern="0" dirty="0" err="1">
                <a:latin typeface="Alexandria" panose="020B0604020202020204" charset="-78"/>
                <a:cs typeface="Alexandria" panose="020B0604020202020204" charset="-78"/>
              </a:rPr>
              <a:t>khỏi</a:t>
            </a:r>
            <a:r>
              <a:rPr lang="vi-VN" kern="0" dirty="0">
                <a:latin typeface="Alexandria" panose="020B0604020202020204" charset="-78"/>
                <a:cs typeface="Alexandria" panose="020B0604020202020204" charset="-78"/>
              </a:rPr>
              <a:t> </a:t>
            </a:r>
            <a:r>
              <a:rPr lang="vi-VN" kern="0" dirty="0" err="1">
                <a:latin typeface="Alexandria" panose="020B0604020202020204" charset="-78"/>
                <a:cs typeface="Alexandria" panose="020B0604020202020204" charset="-78"/>
              </a:rPr>
              <a:t>serving</a:t>
            </a:r>
            <a:endParaRPr lang="en-US" kern="0" dirty="0">
              <a:latin typeface="Alexandria" panose="020B0604020202020204" charset="-78"/>
              <a:cs typeface="Alexandria" panose="020B0604020202020204" charset="-78"/>
            </a:endParaRPr>
          </a:p>
          <a:p>
            <a:pPr marL="285750" indent="-285750">
              <a:lnSpc>
                <a:spcPct val="200000"/>
              </a:lnSpc>
            </a:pPr>
            <a:r>
              <a:rPr lang="en-US" kern="0" dirty="0">
                <a:latin typeface="Alexandria" panose="020B0604020202020204" charset="-78"/>
                <a:cs typeface="Alexandria" panose="020B0604020202020204" charset="-78"/>
              </a:rPr>
              <a:t>API </a:t>
            </a:r>
            <a:r>
              <a:rPr lang="en-US" kern="0" dirty="0" err="1">
                <a:latin typeface="Alexandria" panose="020B0604020202020204" charset="-78"/>
                <a:cs typeface="Alexandria" panose="020B0604020202020204" charset="-78"/>
              </a:rPr>
              <a:t>chính</a:t>
            </a:r>
            <a:r>
              <a:rPr lang="en-US" kern="0" dirty="0">
                <a:latin typeface="Alexandria" panose="020B0604020202020204" charset="-78"/>
                <a:cs typeface="Alexandria" panose="020B0604020202020204" charset="-78"/>
              </a:rPr>
              <a:t>: </a:t>
            </a:r>
            <a:r>
              <a:rPr lang="en-US" kern="0" dirty="0">
                <a:solidFill>
                  <a:srgbClr val="FF0000"/>
                </a:solidFill>
                <a:latin typeface="Alexandria" panose="020B0604020202020204" charset="-78"/>
                <a:cs typeface="Alexandria" panose="020B0604020202020204" charset="-78"/>
              </a:rPr>
              <a:t>GET /</a:t>
            </a:r>
            <a:r>
              <a:rPr lang="en-US" kern="0" dirty="0" err="1">
                <a:solidFill>
                  <a:srgbClr val="FF0000"/>
                </a:solidFill>
                <a:latin typeface="Alexandria" panose="020B0604020202020204" charset="-78"/>
                <a:cs typeface="Alexandria" panose="020B0604020202020204" charset="-78"/>
              </a:rPr>
              <a:t>api</a:t>
            </a:r>
            <a:r>
              <a:rPr lang="en-US" kern="0" dirty="0">
                <a:solidFill>
                  <a:srgbClr val="FF0000"/>
                </a:solidFill>
                <a:latin typeface="Alexandria" panose="020B0604020202020204" charset="-78"/>
                <a:cs typeface="Alexandria" panose="020B0604020202020204" charset="-78"/>
              </a:rPr>
              <a:t>/</a:t>
            </a:r>
            <a:r>
              <a:rPr lang="en-US" kern="0" dirty="0" err="1">
                <a:solidFill>
                  <a:srgbClr val="FF0000"/>
                </a:solidFill>
                <a:latin typeface="Alexandria" panose="020B0604020202020204" charset="-78"/>
                <a:cs typeface="Alexandria" panose="020B0604020202020204" charset="-78"/>
              </a:rPr>
              <a:t>similar-items?stock_code</a:t>
            </a:r>
            <a:r>
              <a:rPr lang="en-US" kern="0" dirty="0">
                <a:solidFill>
                  <a:srgbClr val="FF0000"/>
                </a:solidFill>
                <a:latin typeface="Alexandria" panose="020B0604020202020204" charset="-78"/>
                <a:cs typeface="Alexandria" panose="020B0604020202020204" charset="-78"/>
              </a:rPr>
              <a:t>=&amp;k= </a:t>
            </a:r>
            <a:r>
              <a:rPr lang="en-US" kern="0" dirty="0" err="1">
                <a:latin typeface="Alexandria" panose="020B0604020202020204" charset="-78"/>
                <a:cs typeface="Alexandria" panose="020B0604020202020204" charset="-78"/>
              </a:rPr>
              <a:t>có</a:t>
            </a:r>
            <a:r>
              <a:rPr lang="en-US" kern="0" dirty="0">
                <a:latin typeface="Alexandria" panose="020B0604020202020204" charset="-78"/>
                <a:cs typeface="Alexandria" panose="020B0604020202020204" charset="-78"/>
              </a:rPr>
              <a:t> validate, </a:t>
            </a:r>
            <a:r>
              <a:rPr lang="en-US" kern="0" dirty="0" err="1">
                <a:latin typeface="Alexandria" panose="020B0604020202020204" charset="-78"/>
                <a:cs typeface="Alexandria" panose="020B0604020202020204" charset="-78"/>
              </a:rPr>
              <a:t>trả</a:t>
            </a:r>
            <a:r>
              <a:rPr lang="en-US" kern="0" dirty="0">
                <a:latin typeface="Alexandria" panose="020B0604020202020204" charset="-78"/>
                <a:cs typeface="Alexandria" panose="020B0604020202020204" charset="-78"/>
              </a:rPr>
              <a:t> </a:t>
            </a:r>
            <a:r>
              <a:rPr lang="en-US" kern="0" dirty="0" err="1">
                <a:latin typeface="Alexandria" panose="020B0604020202020204" charset="-78"/>
                <a:cs typeface="Alexandria" panose="020B0604020202020204" charset="-78"/>
              </a:rPr>
              <a:t>lỗi</a:t>
            </a:r>
            <a:r>
              <a:rPr lang="en-US" kern="0" dirty="0">
                <a:latin typeface="Alexandria" panose="020B0604020202020204" charset="-78"/>
                <a:cs typeface="Alexandria" panose="020B0604020202020204" charset="-78"/>
              </a:rPr>
              <a:t> 404/422 </a:t>
            </a:r>
            <a:r>
              <a:rPr lang="en-US" kern="0" dirty="0" err="1">
                <a:latin typeface="Alexandria" panose="020B0604020202020204" charset="-78"/>
                <a:cs typeface="Alexandria" panose="020B0604020202020204" charset="-78"/>
              </a:rPr>
              <a:t>rõ</a:t>
            </a:r>
            <a:r>
              <a:rPr lang="en-US" kern="0" dirty="0">
                <a:latin typeface="Alexandria" panose="020B0604020202020204" charset="-78"/>
                <a:cs typeface="Alexandria" panose="020B0604020202020204" charset="-78"/>
              </a:rPr>
              <a:t> rang</a:t>
            </a:r>
          </a:p>
          <a:p>
            <a:pPr marL="285750" indent="-285750">
              <a:lnSpc>
                <a:spcPct val="200000"/>
              </a:lnSpc>
            </a:pPr>
            <a:r>
              <a:rPr lang="vi-VN" kern="0" dirty="0" err="1">
                <a:latin typeface="Alexandria" panose="020B0604020202020204" charset="-78"/>
                <a:cs typeface="Alexandria" panose="020B0604020202020204" charset="-78"/>
              </a:rPr>
              <a:t>Kết</a:t>
            </a:r>
            <a:r>
              <a:rPr lang="vi-VN" kern="0" dirty="0">
                <a:latin typeface="Alexandria" panose="020B0604020202020204" charset="-78"/>
                <a:cs typeface="Alexandria" panose="020B0604020202020204" charset="-78"/>
              </a:rPr>
              <a:t> </a:t>
            </a:r>
            <a:r>
              <a:rPr lang="vi-VN" kern="0" dirty="0" err="1">
                <a:latin typeface="Alexandria" panose="020B0604020202020204" charset="-78"/>
                <a:cs typeface="Alexandria" panose="020B0604020202020204" charset="-78"/>
              </a:rPr>
              <a:t>luận</a:t>
            </a:r>
            <a:r>
              <a:rPr lang="vi-VN" kern="0" dirty="0">
                <a:latin typeface="Alexandria" panose="020B0604020202020204" charset="-78"/>
                <a:cs typeface="Alexandria" panose="020B0604020202020204" charset="-78"/>
              </a:rPr>
              <a:t>: </a:t>
            </a:r>
            <a:r>
              <a:rPr lang="vi-VN" kern="0" dirty="0" err="1">
                <a:latin typeface="Alexandria" panose="020B0604020202020204" charset="-78"/>
                <a:cs typeface="Alexandria" panose="020B0604020202020204" charset="-78"/>
              </a:rPr>
              <a:t>Cosine</a:t>
            </a:r>
            <a:r>
              <a:rPr lang="vi-VN" kern="0" dirty="0">
                <a:latin typeface="Alexandria" panose="020B0604020202020204" charset="-78"/>
                <a:cs typeface="Alexandria" panose="020B0604020202020204" charset="-78"/>
              </a:rPr>
              <a:t> trên </a:t>
            </a:r>
            <a:r>
              <a:rPr lang="vi-VN" kern="0" dirty="0" err="1">
                <a:latin typeface="Alexandria" panose="020B0604020202020204" charset="-78"/>
                <a:cs typeface="Alexandria" panose="020B0604020202020204" charset="-78"/>
              </a:rPr>
              <a:t>vector</a:t>
            </a:r>
            <a:r>
              <a:rPr lang="vi-VN" kern="0" dirty="0">
                <a:latin typeface="Alexandria" panose="020B0604020202020204" charset="-78"/>
                <a:cs typeface="Alexandria" panose="020B0604020202020204" charset="-78"/>
              </a:rPr>
              <a:t> </a:t>
            </a:r>
            <a:r>
              <a:rPr lang="vi-VN" kern="0" dirty="0" err="1">
                <a:latin typeface="Alexandria" panose="020B0604020202020204" charset="-78"/>
                <a:cs typeface="Alexandria" panose="020B0604020202020204" charset="-78"/>
              </a:rPr>
              <a:t>item-invoice</a:t>
            </a:r>
            <a:r>
              <a:rPr lang="vi-VN" kern="0" dirty="0">
                <a:latin typeface="Alexandria" panose="020B0604020202020204" charset="-78"/>
                <a:cs typeface="Alexandria" panose="020B0604020202020204" charset="-78"/>
              </a:rPr>
              <a:t> </a:t>
            </a:r>
            <a:r>
              <a:rPr lang="vi-VN" kern="0" dirty="0" err="1">
                <a:latin typeface="Alexandria" panose="020B0604020202020204" charset="-78"/>
                <a:cs typeface="Alexandria" panose="020B0604020202020204" charset="-78"/>
              </a:rPr>
              <a:t>trả</a:t>
            </a:r>
            <a:r>
              <a:rPr lang="vi-VN" kern="0" dirty="0">
                <a:latin typeface="Alexandria" panose="020B0604020202020204" charset="-78"/>
                <a:cs typeface="Alexandria" panose="020B0604020202020204" charset="-78"/>
              </a:rPr>
              <a:t> </a:t>
            </a:r>
            <a:r>
              <a:rPr lang="vi-VN" kern="0" dirty="0" err="1">
                <a:latin typeface="Alexandria" panose="020B0604020202020204" charset="-78"/>
                <a:cs typeface="Alexandria" panose="020B0604020202020204" charset="-78"/>
              </a:rPr>
              <a:t>lời</a:t>
            </a:r>
            <a:r>
              <a:rPr lang="vi-VN" kern="0" dirty="0">
                <a:latin typeface="Alexandria" panose="020B0604020202020204" charset="-78"/>
                <a:cs typeface="Alexandria" panose="020B0604020202020204" charset="-78"/>
              </a:rPr>
              <a:t> “</a:t>
            </a:r>
            <a:r>
              <a:rPr lang="vi-VN" kern="0" dirty="0" err="1">
                <a:latin typeface="Alexandria" panose="020B0604020202020204" charset="-78"/>
                <a:cs typeface="Alexandria" panose="020B0604020202020204" charset="-78"/>
              </a:rPr>
              <a:t>có</a:t>
            </a:r>
            <a:r>
              <a:rPr lang="vi-VN" kern="0" dirty="0">
                <a:latin typeface="Alexandria" panose="020B0604020202020204" charset="-78"/>
                <a:cs typeface="Alexandria" panose="020B0604020202020204" charset="-78"/>
              </a:rPr>
              <a:t>” cho câu </a:t>
            </a:r>
            <a:r>
              <a:rPr lang="vi-VN" kern="0" dirty="0" err="1">
                <a:latin typeface="Alexandria" panose="020B0604020202020204" charset="-78"/>
                <a:cs typeface="Alexandria" panose="020B0604020202020204" charset="-78"/>
              </a:rPr>
              <a:t>hỏi</a:t>
            </a:r>
            <a:r>
              <a:rPr lang="vi-VN" kern="0" dirty="0">
                <a:latin typeface="Alexandria" panose="020B0604020202020204" charset="-78"/>
                <a:cs typeface="Alexandria" panose="020B0604020202020204" charset="-78"/>
              </a:rPr>
              <a:t> nghiên </a:t>
            </a:r>
            <a:r>
              <a:rPr lang="vi-VN" kern="0" dirty="0" err="1">
                <a:latin typeface="Alexandria" panose="020B0604020202020204" charset="-78"/>
                <a:cs typeface="Alexandria" panose="020B0604020202020204" charset="-78"/>
              </a:rPr>
              <a:t>cứu</a:t>
            </a:r>
            <a:r>
              <a:rPr lang="vi-VN" kern="0" dirty="0">
                <a:latin typeface="Alexandria" panose="020B0604020202020204" charset="-78"/>
                <a:cs typeface="Alexandria" panose="020B0604020202020204" charset="-78"/>
              </a:rPr>
              <a:t> — Hit-rate@20 = 0,314, </a:t>
            </a:r>
            <a:r>
              <a:rPr lang="vi-VN" kern="0" dirty="0" err="1">
                <a:latin typeface="Alexandria" panose="020B0604020202020204" charset="-78"/>
                <a:cs typeface="Alexandria" panose="020B0604020202020204" charset="-78"/>
              </a:rPr>
              <a:t>gấp</a:t>
            </a:r>
            <a:r>
              <a:rPr lang="vi-VN" kern="0" dirty="0">
                <a:latin typeface="Alexandria" panose="020B0604020202020204" charset="-78"/>
                <a:cs typeface="Alexandria" panose="020B0604020202020204" charset="-78"/>
              </a:rPr>
              <a:t> 4,5 </a:t>
            </a:r>
            <a:r>
              <a:rPr lang="vi-VN" kern="0" dirty="0" err="1">
                <a:latin typeface="Alexandria" panose="020B0604020202020204" charset="-78"/>
                <a:cs typeface="Alexandria" panose="020B0604020202020204" charset="-78"/>
              </a:rPr>
              <a:t>lần</a:t>
            </a:r>
            <a:r>
              <a:rPr lang="vi-VN" kern="0" dirty="0">
                <a:latin typeface="Alexandria" panose="020B0604020202020204" charset="-78"/>
                <a:cs typeface="Alexandria" panose="020B0604020202020204" charset="-78"/>
              </a:rPr>
              <a:t> </a:t>
            </a:r>
            <a:r>
              <a:rPr lang="vi-VN" kern="0" dirty="0" err="1">
                <a:latin typeface="Alexandria" panose="020B0604020202020204" charset="-78"/>
                <a:cs typeface="Alexandria" panose="020B0604020202020204" charset="-78"/>
              </a:rPr>
              <a:t>baseline</a:t>
            </a:r>
            <a:r>
              <a:rPr lang="vi-VN" kern="0" dirty="0">
                <a:latin typeface="Alexandria" panose="020B0604020202020204" charset="-78"/>
                <a:cs typeface="Alexandria" panose="020B0604020202020204" charset="-78"/>
              </a:rPr>
              <a:t>, không </a:t>
            </a:r>
            <a:r>
              <a:rPr lang="vi-VN" kern="0" dirty="0" err="1">
                <a:latin typeface="Alexandria" panose="020B0604020202020204" charset="-78"/>
                <a:cs typeface="Alexandria" panose="020B0604020202020204" charset="-78"/>
              </a:rPr>
              <a:t>rò</a:t>
            </a:r>
            <a:r>
              <a:rPr lang="vi-VN" kern="0" dirty="0">
                <a:latin typeface="Alexandria" panose="020B0604020202020204" charset="-78"/>
                <a:cs typeface="Alexandria" panose="020B0604020202020204" charset="-78"/>
              </a:rPr>
              <a:t> </a:t>
            </a:r>
            <a:r>
              <a:rPr lang="vi-VN" kern="0" dirty="0" err="1">
                <a:latin typeface="Alexandria" panose="020B0604020202020204" charset="-78"/>
                <a:cs typeface="Alexandria" panose="020B0604020202020204" charset="-78"/>
              </a:rPr>
              <a:t>rỉ</a:t>
            </a:r>
            <a:r>
              <a:rPr lang="vi-VN" kern="0" dirty="0">
                <a:latin typeface="Alexandria" panose="020B0604020202020204" charset="-78"/>
                <a:cs typeface="Alexandria" panose="020B0604020202020204" charset="-78"/>
              </a:rPr>
              <a:t> </a:t>
            </a:r>
            <a:r>
              <a:rPr lang="vi-VN" kern="0" dirty="0" err="1">
                <a:latin typeface="Alexandria" panose="020B0604020202020204" charset="-78"/>
                <a:cs typeface="Alexandria" panose="020B0604020202020204" charset="-78"/>
              </a:rPr>
              <a:t>dữ</a:t>
            </a:r>
            <a:r>
              <a:rPr lang="vi-VN" kern="0" dirty="0">
                <a:latin typeface="Alexandria" panose="020B0604020202020204" charset="-78"/>
                <a:cs typeface="Alexandria" panose="020B0604020202020204" charset="-78"/>
              </a:rPr>
              <a:t> </a:t>
            </a:r>
            <a:r>
              <a:rPr lang="vi-VN" kern="0" dirty="0" err="1">
                <a:latin typeface="Alexandria" panose="020B0604020202020204" charset="-78"/>
                <a:cs typeface="Alexandria" panose="020B0604020202020204" charset="-78"/>
              </a:rPr>
              <a:t>liệu</a:t>
            </a:r>
            <a:r>
              <a:rPr lang="vi-VN" kern="0" dirty="0">
                <a:latin typeface="Alexandria" panose="020B0604020202020204" charset="-78"/>
                <a:cs typeface="Alexandria" panose="020B0604020202020204" charset="-78"/>
              </a:rPr>
              <a:t>, </a:t>
            </a:r>
            <a:r>
              <a:rPr lang="vi-VN" kern="0" dirty="0" err="1">
                <a:latin typeface="Alexandria" panose="020B0604020202020204" charset="-78"/>
                <a:cs typeface="Alexandria" panose="020B0604020202020204" charset="-78"/>
              </a:rPr>
              <a:t>đã</a:t>
            </a:r>
            <a:r>
              <a:rPr lang="vi-VN" kern="0" dirty="0">
                <a:latin typeface="Alexandria" panose="020B0604020202020204" charset="-78"/>
                <a:cs typeface="Alexandria" panose="020B0604020202020204" charset="-78"/>
              </a:rPr>
              <a:t> </a:t>
            </a:r>
            <a:r>
              <a:rPr lang="vi-VN" kern="0" dirty="0" err="1">
                <a:latin typeface="Alexandria" panose="020B0604020202020204" charset="-78"/>
                <a:cs typeface="Alexandria" panose="020B0604020202020204" charset="-78"/>
              </a:rPr>
              <a:t>đóng</a:t>
            </a:r>
            <a:r>
              <a:rPr lang="vi-VN" kern="0" dirty="0">
                <a:latin typeface="Alexandria" panose="020B0604020202020204" charset="-78"/>
                <a:cs typeface="Alexandria" panose="020B0604020202020204" charset="-78"/>
              </a:rPr>
              <a:t> </a:t>
            </a:r>
            <a:r>
              <a:rPr lang="vi-VN" kern="0" dirty="0" err="1">
                <a:latin typeface="Alexandria" panose="020B0604020202020204" charset="-78"/>
                <a:cs typeface="Alexandria" panose="020B0604020202020204" charset="-78"/>
              </a:rPr>
              <a:t>gói</a:t>
            </a:r>
            <a:r>
              <a:rPr lang="vi-VN" kern="0" dirty="0">
                <a:latin typeface="Alexandria" panose="020B0604020202020204" charset="-78"/>
                <a:cs typeface="Alexandria" panose="020B0604020202020204" charset="-78"/>
              </a:rPr>
              <a:t> </a:t>
            </a:r>
            <a:r>
              <a:rPr lang="vi-VN" kern="0" dirty="0" err="1">
                <a:latin typeface="Alexandria" panose="020B0604020202020204" charset="-78"/>
                <a:cs typeface="Alexandria" panose="020B0604020202020204" charset="-78"/>
              </a:rPr>
              <a:t>thành</a:t>
            </a:r>
            <a:r>
              <a:rPr lang="vi-VN" kern="0" dirty="0">
                <a:latin typeface="Alexandria" panose="020B0604020202020204" charset="-78"/>
                <a:cs typeface="Alexandria" panose="020B0604020202020204" charset="-78"/>
              </a:rPr>
              <a:t> </a:t>
            </a:r>
            <a:r>
              <a:rPr lang="vi-VN" kern="0" dirty="0" err="1">
                <a:latin typeface="Alexandria" panose="020B0604020202020204" charset="-78"/>
                <a:cs typeface="Alexandria" panose="020B0604020202020204" charset="-78"/>
              </a:rPr>
              <a:t>sản</a:t>
            </a:r>
            <a:r>
              <a:rPr lang="vi-VN" kern="0" dirty="0">
                <a:latin typeface="Alexandria" panose="020B0604020202020204" charset="-78"/>
                <a:cs typeface="Alexandria" panose="020B0604020202020204" charset="-78"/>
              </a:rPr>
              <a:t> </a:t>
            </a:r>
            <a:r>
              <a:rPr lang="vi-VN" kern="0" dirty="0" err="1">
                <a:latin typeface="Alexandria" panose="020B0604020202020204" charset="-78"/>
                <a:cs typeface="Alexandria" panose="020B0604020202020204" charset="-78"/>
              </a:rPr>
              <a:t>phẩm</a:t>
            </a:r>
            <a:r>
              <a:rPr lang="vi-VN" kern="0" dirty="0">
                <a:latin typeface="Alexandria" panose="020B0604020202020204" charset="-78"/>
                <a:cs typeface="Alexandria" panose="020B0604020202020204" charset="-78"/>
              </a:rPr>
              <a:t> </a:t>
            </a:r>
            <a:r>
              <a:rPr lang="vi-VN" kern="0" dirty="0" err="1">
                <a:latin typeface="Alexandria" panose="020B0604020202020204" charset="-78"/>
                <a:cs typeface="Alexandria" panose="020B0604020202020204" charset="-78"/>
              </a:rPr>
              <a:t>hoàn</a:t>
            </a:r>
            <a:r>
              <a:rPr lang="vi-VN" kern="0" dirty="0">
                <a:latin typeface="Alexandria" panose="020B0604020202020204" charset="-78"/>
                <a:cs typeface="Alexandria" panose="020B0604020202020204" charset="-78"/>
              </a:rPr>
              <a:t> </a:t>
            </a:r>
            <a:r>
              <a:rPr lang="vi-VN" kern="0" dirty="0" err="1">
                <a:latin typeface="Alexandria" panose="020B0604020202020204" charset="-78"/>
                <a:cs typeface="Alexandria" panose="020B0604020202020204" charset="-78"/>
              </a:rPr>
              <a:t>chỉnh</a:t>
            </a:r>
            <a:endParaRPr lang="en-US" kern="0" dirty="0">
              <a:latin typeface="Alexandria" panose="020B0604020202020204" charset="-78"/>
              <a:cs typeface="Alexandria" panose="020B0604020202020204" charset="-78"/>
            </a:endParaRPr>
          </a:p>
          <a:p>
            <a:pPr marL="285750" indent="-285750">
              <a:lnSpc>
                <a:spcPct val="200000"/>
              </a:lnSpc>
            </a:pPr>
            <a:r>
              <a:rPr lang="vi-VN" kern="0" dirty="0" err="1">
                <a:latin typeface="Alexandria" panose="020B0604020202020204" charset="-78"/>
                <a:cs typeface="Alexandria" panose="020B0604020202020204" charset="-78"/>
              </a:rPr>
              <a:t>Hướng</a:t>
            </a:r>
            <a:r>
              <a:rPr lang="vi-VN" kern="0" dirty="0">
                <a:latin typeface="Alexandria" panose="020B0604020202020204" charset="-78"/>
                <a:cs typeface="Alexandria" panose="020B0604020202020204" charset="-78"/>
              </a:rPr>
              <a:t> </a:t>
            </a:r>
            <a:r>
              <a:rPr lang="vi-VN" kern="0" dirty="0" err="1">
                <a:latin typeface="Alexandria" panose="020B0604020202020204" charset="-78"/>
                <a:cs typeface="Alexandria" panose="020B0604020202020204" charset="-78"/>
              </a:rPr>
              <a:t>mở</a:t>
            </a:r>
            <a:r>
              <a:rPr lang="vi-VN" kern="0" dirty="0">
                <a:latin typeface="Alexandria" panose="020B0604020202020204" charset="-78"/>
                <a:cs typeface="Alexandria" panose="020B0604020202020204" charset="-78"/>
              </a:rPr>
              <a:t> </a:t>
            </a:r>
            <a:r>
              <a:rPr lang="vi-VN" kern="0" dirty="0" err="1">
                <a:latin typeface="Alexandria" panose="020B0604020202020204" charset="-78"/>
                <a:cs typeface="Alexandria" panose="020B0604020202020204" charset="-78"/>
              </a:rPr>
              <a:t>rộng</a:t>
            </a:r>
            <a:r>
              <a:rPr lang="vi-VN" kern="0" dirty="0">
                <a:latin typeface="Alexandria" panose="020B0604020202020204" charset="-78"/>
                <a:cs typeface="Alexandria" panose="020B0604020202020204" charset="-78"/>
              </a:rPr>
              <a:t>: chia theo </a:t>
            </a:r>
            <a:r>
              <a:rPr lang="vi-VN" kern="0" dirty="0" err="1">
                <a:latin typeface="Alexandria" panose="020B0604020202020204" charset="-78"/>
                <a:cs typeface="Alexandria" panose="020B0604020202020204" charset="-78"/>
              </a:rPr>
              <a:t>thời</a:t>
            </a:r>
            <a:r>
              <a:rPr lang="vi-VN" kern="0" dirty="0">
                <a:latin typeface="Alexandria" panose="020B0604020202020204" charset="-78"/>
                <a:cs typeface="Alexandria" panose="020B0604020202020204" charset="-78"/>
              </a:rPr>
              <a:t> gian, </a:t>
            </a:r>
            <a:r>
              <a:rPr lang="vi-VN" kern="0" dirty="0" err="1">
                <a:latin typeface="Alexandria" panose="020B0604020202020204" charset="-78"/>
                <a:cs typeface="Alexandria" panose="020B0604020202020204" charset="-78"/>
              </a:rPr>
              <a:t>tái</a:t>
            </a:r>
            <a:r>
              <a:rPr lang="vi-VN" kern="0" dirty="0">
                <a:latin typeface="Alexandria" panose="020B0604020202020204" charset="-78"/>
                <a:cs typeface="Alexandria" panose="020B0604020202020204" charset="-78"/>
              </a:rPr>
              <a:t> </a:t>
            </a:r>
            <a:r>
              <a:rPr lang="vi-VN" kern="0" dirty="0" err="1">
                <a:latin typeface="Alexandria" panose="020B0604020202020204" charset="-78"/>
                <a:cs typeface="Alexandria" panose="020B0604020202020204" charset="-78"/>
              </a:rPr>
              <a:t>xếp</a:t>
            </a:r>
            <a:r>
              <a:rPr lang="vi-VN" kern="0" dirty="0">
                <a:latin typeface="Alexandria" panose="020B0604020202020204" charset="-78"/>
                <a:cs typeface="Alexandria" panose="020B0604020202020204" charset="-78"/>
              </a:rPr>
              <a:t> </a:t>
            </a:r>
            <a:r>
              <a:rPr lang="vi-VN" kern="0" dirty="0" err="1">
                <a:latin typeface="Alexandria" panose="020B0604020202020204" charset="-78"/>
                <a:cs typeface="Alexandria" panose="020B0604020202020204" charset="-78"/>
              </a:rPr>
              <a:t>hạng</a:t>
            </a:r>
            <a:r>
              <a:rPr lang="vi-VN" kern="0" dirty="0">
                <a:latin typeface="Alexandria" panose="020B0604020202020204" charset="-78"/>
                <a:cs typeface="Alexandria" panose="020B0604020202020204" charset="-78"/>
              </a:rPr>
              <a:t> đa </a:t>
            </a:r>
            <a:r>
              <a:rPr lang="vi-VN" kern="0" dirty="0" err="1">
                <a:latin typeface="Alexandria" panose="020B0604020202020204" charset="-78"/>
                <a:cs typeface="Alexandria" panose="020B0604020202020204" charset="-78"/>
              </a:rPr>
              <a:t>dạng</a:t>
            </a:r>
            <a:r>
              <a:rPr lang="vi-VN" kern="0" dirty="0">
                <a:latin typeface="Alexandria" panose="020B0604020202020204" charset="-78"/>
                <a:cs typeface="Alexandria" panose="020B0604020202020204" charset="-78"/>
              </a:rPr>
              <a:t> danh </a:t>
            </a:r>
            <a:r>
              <a:rPr lang="vi-VN" kern="0" dirty="0" err="1">
                <a:latin typeface="Alexandria" panose="020B0604020202020204" charset="-78"/>
                <a:cs typeface="Alexandria" panose="020B0604020202020204" charset="-78"/>
              </a:rPr>
              <a:t>mục</a:t>
            </a:r>
            <a:endParaRPr lang="en-US" kern="0" dirty="0">
              <a:latin typeface="Alexandria" panose="020B0604020202020204" charset="-78"/>
              <a:cs typeface="Alexandria" panose="020B0604020202020204" charset="-78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PlaceHolder 2"/>
          <p:cNvSpPr>
            <a:spLocks noGrp="1"/>
          </p:cNvSpPr>
          <p:nvPr>
            <p:ph type="title"/>
          </p:nvPr>
        </p:nvSpPr>
        <p:spPr>
          <a:xfrm>
            <a:off x="1348290" y="1979280"/>
            <a:ext cx="6447420" cy="1184940"/>
          </a:xfrm>
          <a:prstGeom prst="rect">
            <a:avLst/>
          </a:prstGeom>
          <a:noFill/>
          <a:ln w="0">
            <a:noFill/>
          </a:ln>
        </p:spPr>
        <p:txBody>
          <a:bodyPr wrap="square" lIns="91440" tIns="91440" rIns="91440" bIns="91440" anchor="t">
            <a:spAutoFit/>
          </a:bodyPr>
          <a:lstStyle/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" sz="6500" b="1" u="none" strike="noStrike" dirty="0">
                <a:solidFill>
                  <a:schemeClr val="dk2"/>
                </a:solidFill>
                <a:effectLst/>
                <a:uFillTx/>
                <a:latin typeface="IBM Plex Mono"/>
                <a:ea typeface="IBM Plex Mono"/>
              </a:rPr>
              <a:t>Thanks!</a:t>
            </a:r>
            <a:endParaRPr lang="fr-FR" sz="6500" b="0" u="none" strike="noStrike" dirty="0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grpSp>
        <p:nvGrpSpPr>
          <p:cNvPr id="364" name="Google Shape;2431;p64"/>
          <p:cNvGrpSpPr/>
          <p:nvPr/>
        </p:nvGrpSpPr>
        <p:grpSpPr>
          <a:xfrm>
            <a:off x="6774120" y="-1204920"/>
            <a:ext cx="4151520" cy="5527080"/>
            <a:chOff x="6774120" y="-1204920"/>
            <a:chExt cx="4151520" cy="5527080"/>
          </a:xfrm>
        </p:grpSpPr>
        <p:sp>
          <p:nvSpPr>
            <p:cNvPr id="365" name="Google Shape;2433;p64"/>
            <p:cNvSpPr/>
            <p:nvPr/>
          </p:nvSpPr>
          <p:spPr>
            <a:xfrm rot="10800000" flipV="1">
              <a:off x="8072640" y="-349560"/>
              <a:ext cx="1039320" cy="2443680"/>
            </a:xfrm>
            <a:custGeom>
              <a:avLst/>
              <a:gdLst>
                <a:gd name="textAreaLeft" fmla="*/ 0 w 1039320"/>
                <a:gd name="textAreaRight" fmla="*/ 1039680 w 1039320"/>
                <a:gd name="textAreaTop" fmla="*/ 360 h 2443680"/>
                <a:gd name="textAreaBottom" fmla="*/ 2444400 h 2443680"/>
              </a:gdLst>
              <a:ahLst/>
              <a:cxnLst/>
              <a:rect l="textAreaLeft" t="textAreaTop" r="textAreaRight" b="textAreaBottom"/>
              <a:pathLst>
                <a:path w="23937" h="56267">
                  <a:moveTo>
                    <a:pt x="12997" y="1"/>
                  </a:moveTo>
                  <a:lnTo>
                    <a:pt x="12784" y="214"/>
                  </a:lnTo>
                  <a:lnTo>
                    <a:pt x="23098" y="10513"/>
                  </a:lnTo>
                  <a:cubicBezTo>
                    <a:pt x="23434" y="10864"/>
                    <a:pt x="23632" y="11321"/>
                    <a:pt x="23632" y="11808"/>
                  </a:cubicBezTo>
                  <a:cubicBezTo>
                    <a:pt x="23632" y="12311"/>
                    <a:pt x="23434" y="12768"/>
                    <a:pt x="23098" y="13104"/>
                  </a:cubicBezTo>
                  <a:lnTo>
                    <a:pt x="21925" y="14261"/>
                  </a:lnTo>
                  <a:cubicBezTo>
                    <a:pt x="21575" y="14627"/>
                    <a:pt x="21110" y="14810"/>
                    <a:pt x="20642" y="14810"/>
                  </a:cubicBezTo>
                  <a:cubicBezTo>
                    <a:pt x="20173" y="14810"/>
                    <a:pt x="19701" y="14627"/>
                    <a:pt x="19335" y="14261"/>
                  </a:cubicBezTo>
                  <a:lnTo>
                    <a:pt x="16958" y="11885"/>
                  </a:lnTo>
                  <a:cubicBezTo>
                    <a:pt x="16547" y="11489"/>
                    <a:pt x="16029" y="11260"/>
                    <a:pt x="15435" y="11260"/>
                  </a:cubicBezTo>
                  <a:cubicBezTo>
                    <a:pt x="14841" y="11260"/>
                    <a:pt x="14307" y="11489"/>
                    <a:pt x="13911" y="11885"/>
                  </a:cubicBezTo>
                  <a:lnTo>
                    <a:pt x="12525" y="13271"/>
                  </a:lnTo>
                  <a:cubicBezTo>
                    <a:pt x="12129" y="13698"/>
                    <a:pt x="11900" y="14231"/>
                    <a:pt x="11900" y="14795"/>
                  </a:cubicBezTo>
                  <a:cubicBezTo>
                    <a:pt x="11900" y="15374"/>
                    <a:pt x="12129" y="15922"/>
                    <a:pt x="12525" y="16318"/>
                  </a:cubicBezTo>
                  <a:cubicBezTo>
                    <a:pt x="12860" y="16669"/>
                    <a:pt x="13058" y="17126"/>
                    <a:pt x="13058" y="17629"/>
                  </a:cubicBezTo>
                  <a:cubicBezTo>
                    <a:pt x="13058" y="18116"/>
                    <a:pt x="12860" y="18573"/>
                    <a:pt x="12525" y="18924"/>
                  </a:cubicBezTo>
                  <a:lnTo>
                    <a:pt x="11489" y="19944"/>
                  </a:lnTo>
                  <a:cubicBezTo>
                    <a:pt x="11154" y="20295"/>
                    <a:pt x="10696" y="20478"/>
                    <a:pt x="10209" y="20478"/>
                  </a:cubicBezTo>
                  <a:lnTo>
                    <a:pt x="9569" y="20478"/>
                  </a:lnTo>
                  <a:cubicBezTo>
                    <a:pt x="8990" y="20478"/>
                    <a:pt x="8457" y="20706"/>
                    <a:pt x="8045" y="21102"/>
                  </a:cubicBezTo>
                  <a:lnTo>
                    <a:pt x="3353" y="25810"/>
                  </a:lnTo>
                  <a:cubicBezTo>
                    <a:pt x="2515" y="26648"/>
                    <a:pt x="2515" y="28004"/>
                    <a:pt x="3353" y="28842"/>
                  </a:cubicBezTo>
                  <a:lnTo>
                    <a:pt x="10529" y="36018"/>
                  </a:lnTo>
                  <a:cubicBezTo>
                    <a:pt x="10864" y="36369"/>
                    <a:pt x="11062" y="36826"/>
                    <a:pt x="11062" y="37313"/>
                  </a:cubicBezTo>
                  <a:cubicBezTo>
                    <a:pt x="11062" y="37801"/>
                    <a:pt x="10864" y="38273"/>
                    <a:pt x="10529" y="38608"/>
                  </a:cubicBezTo>
                  <a:lnTo>
                    <a:pt x="8198" y="40940"/>
                  </a:lnTo>
                  <a:cubicBezTo>
                    <a:pt x="7802" y="41351"/>
                    <a:pt x="7573" y="41884"/>
                    <a:pt x="7573" y="42463"/>
                  </a:cubicBezTo>
                  <a:lnTo>
                    <a:pt x="7573" y="47720"/>
                  </a:lnTo>
                  <a:cubicBezTo>
                    <a:pt x="7573" y="48207"/>
                    <a:pt x="7390" y="48664"/>
                    <a:pt x="7040" y="49015"/>
                  </a:cubicBezTo>
                  <a:lnTo>
                    <a:pt x="1" y="56054"/>
                  </a:lnTo>
                  <a:lnTo>
                    <a:pt x="199" y="56267"/>
                  </a:lnTo>
                  <a:lnTo>
                    <a:pt x="7268" y="49274"/>
                  </a:lnTo>
                  <a:cubicBezTo>
                    <a:pt x="7664" y="48862"/>
                    <a:pt x="7893" y="48329"/>
                    <a:pt x="7893" y="47750"/>
                  </a:cubicBezTo>
                  <a:lnTo>
                    <a:pt x="7893" y="42494"/>
                  </a:lnTo>
                  <a:cubicBezTo>
                    <a:pt x="7893" y="42006"/>
                    <a:pt x="8091" y="41549"/>
                    <a:pt x="8426" y="41199"/>
                  </a:cubicBezTo>
                  <a:lnTo>
                    <a:pt x="10757" y="38883"/>
                  </a:lnTo>
                  <a:cubicBezTo>
                    <a:pt x="11154" y="38456"/>
                    <a:pt x="11382" y="37923"/>
                    <a:pt x="11382" y="37359"/>
                  </a:cubicBezTo>
                  <a:cubicBezTo>
                    <a:pt x="11382" y="36765"/>
                    <a:pt x="11154" y="36232"/>
                    <a:pt x="10757" y="35835"/>
                  </a:cubicBezTo>
                  <a:lnTo>
                    <a:pt x="3581" y="28644"/>
                  </a:lnTo>
                  <a:cubicBezTo>
                    <a:pt x="2850" y="27943"/>
                    <a:pt x="2850" y="26785"/>
                    <a:pt x="3581" y="26054"/>
                  </a:cubicBezTo>
                  <a:lnTo>
                    <a:pt x="8274" y="21346"/>
                  </a:lnTo>
                  <a:cubicBezTo>
                    <a:pt x="8624" y="21011"/>
                    <a:pt x="9081" y="20813"/>
                    <a:pt x="9569" y="20813"/>
                  </a:cubicBezTo>
                  <a:lnTo>
                    <a:pt x="10209" y="20813"/>
                  </a:lnTo>
                  <a:cubicBezTo>
                    <a:pt x="10788" y="20813"/>
                    <a:pt x="11321" y="20584"/>
                    <a:pt x="11732" y="20188"/>
                  </a:cubicBezTo>
                  <a:lnTo>
                    <a:pt x="12753" y="19167"/>
                  </a:lnTo>
                  <a:cubicBezTo>
                    <a:pt x="13149" y="18741"/>
                    <a:pt x="13378" y="18208"/>
                    <a:pt x="13378" y="17644"/>
                  </a:cubicBezTo>
                  <a:cubicBezTo>
                    <a:pt x="13378" y="17050"/>
                    <a:pt x="13149" y="16516"/>
                    <a:pt x="12753" y="16120"/>
                  </a:cubicBezTo>
                  <a:cubicBezTo>
                    <a:pt x="12418" y="15770"/>
                    <a:pt x="12220" y="15313"/>
                    <a:pt x="12220" y="14825"/>
                  </a:cubicBezTo>
                  <a:cubicBezTo>
                    <a:pt x="12220" y="14322"/>
                    <a:pt x="12418" y="13865"/>
                    <a:pt x="12753" y="13530"/>
                  </a:cubicBezTo>
                  <a:lnTo>
                    <a:pt x="14140" y="12128"/>
                  </a:lnTo>
                  <a:cubicBezTo>
                    <a:pt x="14490" y="11793"/>
                    <a:pt x="14947" y="11595"/>
                    <a:pt x="15435" y="11595"/>
                  </a:cubicBezTo>
                  <a:cubicBezTo>
                    <a:pt x="15938" y="11595"/>
                    <a:pt x="16395" y="11793"/>
                    <a:pt x="16730" y="12128"/>
                  </a:cubicBezTo>
                  <a:lnTo>
                    <a:pt x="19107" y="14520"/>
                  </a:lnTo>
                  <a:cubicBezTo>
                    <a:pt x="19526" y="14939"/>
                    <a:pt x="20074" y="15149"/>
                    <a:pt x="20623" y="15149"/>
                  </a:cubicBezTo>
                  <a:cubicBezTo>
                    <a:pt x="21171" y="15149"/>
                    <a:pt x="21720" y="14939"/>
                    <a:pt x="22139" y="14520"/>
                  </a:cubicBezTo>
                  <a:lnTo>
                    <a:pt x="23297" y="13347"/>
                  </a:lnTo>
                  <a:cubicBezTo>
                    <a:pt x="23708" y="12936"/>
                    <a:pt x="23936" y="12403"/>
                    <a:pt x="23936" y="11824"/>
                  </a:cubicBezTo>
                  <a:cubicBezTo>
                    <a:pt x="23936" y="11260"/>
                    <a:pt x="23708" y="10711"/>
                    <a:pt x="23297" y="10300"/>
                  </a:cubicBezTo>
                  <a:lnTo>
                    <a:pt x="12997" y="1"/>
                  </a:lnTo>
                  <a:close/>
                </a:path>
              </a:pathLst>
            </a:custGeom>
            <a:gradFill rotWithShape="0">
              <a:gsLst>
                <a:gs pos="0">
                  <a:srgbClr val="EB9109"/>
                </a:gs>
                <a:gs pos="40000">
                  <a:srgbClr val="FF9900">
                    <a:alpha val="41000"/>
                  </a:srgbClr>
                </a:gs>
                <a:gs pos="100000">
                  <a:srgbClr val="FFFFFF">
                    <a:alpha val="0"/>
                  </a:srgbClr>
                </a:gs>
              </a:gsLst>
              <a:lin ang="8094000"/>
            </a:gra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366" name="Google Shape;2434;p64"/>
            <p:cNvSpPr/>
            <p:nvPr/>
          </p:nvSpPr>
          <p:spPr>
            <a:xfrm rot="10800000" flipV="1">
              <a:off x="8241480" y="-350280"/>
              <a:ext cx="1039320" cy="2443680"/>
            </a:xfrm>
            <a:custGeom>
              <a:avLst/>
              <a:gdLst>
                <a:gd name="textAreaLeft" fmla="*/ 0 w 1039320"/>
                <a:gd name="textAreaRight" fmla="*/ 1039680 w 1039320"/>
                <a:gd name="textAreaTop" fmla="*/ 360 h 2443680"/>
                <a:gd name="textAreaBottom" fmla="*/ 2444400 h 2443680"/>
              </a:gdLst>
              <a:ahLst/>
              <a:cxnLst/>
              <a:rect l="textAreaLeft" t="textAreaTop" r="textAreaRight" b="textAreaBottom"/>
              <a:pathLst>
                <a:path w="23937" h="56267">
                  <a:moveTo>
                    <a:pt x="12997" y="0"/>
                  </a:moveTo>
                  <a:lnTo>
                    <a:pt x="12784" y="214"/>
                  </a:lnTo>
                  <a:lnTo>
                    <a:pt x="23098" y="10513"/>
                  </a:lnTo>
                  <a:cubicBezTo>
                    <a:pt x="23434" y="10848"/>
                    <a:pt x="23632" y="11305"/>
                    <a:pt x="23632" y="11808"/>
                  </a:cubicBezTo>
                  <a:cubicBezTo>
                    <a:pt x="23632" y="12296"/>
                    <a:pt x="23434" y="12753"/>
                    <a:pt x="23098" y="13103"/>
                  </a:cubicBezTo>
                  <a:lnTo>
                    <a:pt x="21925" y="14261"/>
                  </a:lnTo>
                  <a:cubicBezTo>
                    <a:pt x="21575" y="14627"/>
                    <a:pt x="21110" y="14810"/>
                    <a:pt x="20642" y="14810"/>
                  </a:cubicBezTo>
                  <a:cubicBezTo>
                    <a:pt x="20173" y="14810"/>
                    <a:pt x="19701" y="14627"/>
                    <a:pt x="19335" y="14261"/>
                  </a:cubicBezTo>
                  <a:lnTo>
                    <a:pt x="16958" y="11884"/>
                  </a:lnTo>
                  <a:cubicBezTo>
                    <a:pt x="16547" y="11488"/>
                    <a:pt x="16029" y="11260"/>
                    <a:pt x="15435" y="11260"/>
                  </a:cubicBezTo>
                  <a:cubicBezTo>
                    <a:pt x="14840" y="11260"/>
                    <a:pt x="14307" y="11488"/>
                    <a:pt x="13911" y="11884"/>
                  </a:cubicBezTo>
                  <a:lnTo>
                    <a:pt x="12525" y="13271"/>
                  </a:lnTo>
                  <a:cubicBezTo>
                    <a:pt x="11687" y="14109"/>
                    <a:pt x="11687" y="15465"/>
                    <a:pt x="12525" y="16303"/>
                  </a:cubicBezTo>
                  <a:cubicBezTo>
                    <a:pt x="12860" y="16638"/>
                    <a:pt x="13058" y="17095"/>
                    <a:pt x="13058" y="17598"/>
                  </a:cubicBezTo>
                  <a:cubicBezTo>
                    <a:pt x="13058" y="18085"/>
                    <a:pt x="12860" y="18543"/>
                    <a:pt x="12525" y="18893"/>
                  </a:cubicBezTo>
                  <a:lnTo>
                    <a:pt x="11489" y="19914"/>
                  </a:lnTo>
                  <a:cubicBezTo>
                    <a:pt x="11153" y="20264"/>
                    <a:pt x="10696" y="20447"/>
                    <a:pt x="10193" y="20447"/>
                  </a:cubicBezTo>
                  <a:lnTo>
                    <a:pt x="9569" y="20447"/>
                  </a:lnTo>
                  <a:cubicBezTo>
                    <a:pt x="8975" y="20447"/>
                    <a:pt x="8441" y="20676"/>
                    <a:pt x="8045" y="21087"/>
                  </a:cubicBezTo>
                  <a:lnTo>
                    <a:pt x="3337" y="25780"/>
                  </a:lnTo>
                  <a:cubicBezTo>
                    <a:pt x="2941" y="26206"/>
                    <a:pt x="2713" y="26739"/>
                    <a:pt x="2713" y="27303"/>
                  </a:cubicBezTo>
                  <a:cubicBezTo>
                    <a:pt x="2713" y="27897"/>
                    <a:pt x="2941" y="28431"/>
                    <a:pt x="3337" y="28827"/>
                  </a:cubicBezTo>
                  <a:lnTo>
                    <a:pt x="10529" y="36018"/>
                  </a:lnTo>
                  <a:cubicBezTo>
                    <a:pt x="11245" y="36719"/>
                    <a:pt x="11245" y="37877"/>
                    <a:pt x="10529" y="38608"/>
                  </a:cubicBezTo>
                  <a:lnTo>
                    <a:pt x="8198" y="40924"/>
                  </a:lnTo>
                  <a:cubicBezTo>
                    <a:pt x="7801" y="41351"/>
                    <a:pt x="7573" y="41884"/>
                    <a:pt x="7573" y="42448"/>
                  </a:cubicBezTo>
                  <a:lnTo>
                    <a:pt x="7573" y="47704"/>
                  </a:lnTo>
                  <a:cubicBezTo>
                    <a:pt x="7573" y="48207"/>
                    <a:pt x="7375" y="48664"/>
                    <a:pt x="7040" y="48999"/>
                  </a:cubicBezTo>
                  <a:lnTo>
                    <a:pt x="1" y="56053"/>
                  </a:lnTo>
                  <a:lnTo>
                    <a:pt x="199" y="56267"/>
                  </a:lnTo>
                  <a:lnTo>
                    <a:pt x="7268" y="49212"/>
                  </a:lnTo>
                  <a:cubicBezTo>
                    <a:pt x="7664" y="48801"/>
                    <a:pt x="7893" y="48268"/>
                    <a:pt x="7893" y="47689"/>
                  </a:cubicBezTo>
                  <a:lnTo>
                    <a:pt x="7893" y="42432"/>
                  </a:lnTo>
                  <a:cubicBezTo>
                    <a:pt x="7893" y="41945"/>
                    <a:pt x="8091" y="41473"/>
                    <a:pt x="8426" y="41137"/>
                  </a:cubicBezTo>
                  <a:lnTo>
                    <a:pt x="10757" y="38806"/>
                  </a:lnTo>
                  <a:cubicBezTo>
                    <a:pt x="11595" y="37984"/>
                    <a:pt x="11595" y="36628"/>
                    <a:pt x="10757" y="35790"/>
                  </a:cubicBezTo>
                  <a:lnTo>
                    <a:pt x="3581" y="28598"/>
                  </a:lnTo>
                  <a:cubicBezTo>
                    <a:pt x="3231" y="28263"/>
                    <a:pt x="3048" y="27806"/>
                    <a:pt x="3048" y="27318"/>
                  </a:cubicBezTo>
                  <a:cubicBezTo>
                    <a:pt x="3048" y="26816"/>
                    <a:pt x="3231" y="26359"/>
                    <a:pt x="3581" y="26023"/>
                  </a:cubicBezTo>
                  <a:lnTo>
                    <a:pt x="8274" y="21346"/>
                  </a:lnTo>
                  <a:cubicBezTo>
                    <a:pt x="8624" y="21011"/>
                    <a:pt x="9081" y="20813"/>
                    <a:pt x="9569" y="20813"/>
                  </a:cubicBezTo>
                  <a:lnTo>
                    <a:pt x="10209" y="20813"/>
                  </a:lnTo>
                  <a:cubicBezTo>
                    <a:pt x="10788" y="20813"/>
                    <a:pt x="11321" y="20584"/>
                    <a:pt x="11732" y="20188"/>
                  </a:cubicBezTo>
                  <a:lnTo>
                    <a:pt x="12753" y="19152"/>
                  </a:lnTo>
                  <a:cubicBezTo>
                    <a:pt x="13149" y="18741"/>
                    <a:pt x="13378" y="18207"/>
                    <a:pt x="13378" y="17628"/>
                  </a:cubicBezTo>
                  <a:cubicBezTo>
                    <a:pt x="13378" y="17049"/>
                    <a:pt x="13149" y="16516"/>
                    <a:pt x="12753" y="16105"/>
                  </a:cubicBezTo>
                  <a:cubicBezTo>
                    <a:pt x="12037" y="15404"/>
                    <a:pt x="12037" y="14246"/>
                    <a:pt x="12753" y="13515"/>
                  </a:cubicBezTo>
                  <a:lnTo>
                    <a:pt x="14140" y="12128"/>
                  </a:lnTo>
                  <a:cubicBezTo>
                    <a:pt x="14490" y="11793"/>
                    <a:pt x="14947" y="11595"/>
                    <a:pt x="15435" y="11595"/>
                  </a:cubicBezTo>
                  <a:cubicBezTo>
                    <a:pt x="15937" y="11595"/>
                    <a:pt x="16395" y="11793"/>
                    <a:pt x="16730" y="12128"/>
                  </a:cubicBezTo>
                  <a:lnTo>
                    <a:pt x="19106" y="14505"/>
                  </a:lnTo>
                  <a:cubicBezTo>
                    <a:pt x="19525" y="14924"/>
                    <a:pt x="20074" y="15133"/>
                    <a:pt x="20622" y="15133"/>
                  </a:cubicBezTo>
                  <a:cubicBezTo>
                    <a:pt x="21171" y="15133"/>
                    <a:pt x="21719" y="14924"/>
                    <a:pt x="22138" y="14505"/>
                  </a:cubicBezTo>
                  <a:lnTo>
                    <a:pt x="23296" y="13347"/>
                  </a:lnTo>
                  <a:cubicBezTo>
                    <a:pt x="23708" y="12936"/>
                    <a:pt x="23936" y="12402"/>
                    <a:pt x="23936" y="11823"/>
                  </a:cubicBezTo>
                  <a:cubicBezTo>
                    <a:pt x="23936" y="11229"/>
                    <a:pt x="23708" y="10696"/>
                    <a:pt x="23296" y="10300"/>
                  </a:cubicBezTo>
                  <a:lnTo>
                    <a:pt x="12997" y="0"/>
                  </a:lnTo>
                  <a:close/>
                </a:path>
              </a:pathLst>
            </a:custGeom>
            <a:gradFill rotWithShape="0">
              <a:gsLst>
                <a:gs pos="0">
                  <a:srgbClr val="EB9109"/>
                </a:gs>
                <a:gs pos="40000">
                  <a:srgbClr val="FF9900">
                    <a:alpha val="41000"/>
                  </a:srgbClr>
                </a:gs>
                <a:gs pos="100000">
                  <a:srgbClr val="FFFFFF">
                    <a:alpha val="0"/>
                  </a:srgbClr>
                </a:gs>
              </a:gsLst>
              <a:lin ang="8094000"/>
            </a:gra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367" name="Google Shape;2435;p64"/>
            <p:cNvSpPr/>
            <p:nvPr/>
          </p:nvSpPr>
          <p:spPr>
            <a:xfrm flipV="1">
              <a:off x="6774120" y="-1098720"/>
              <a:ext cx="3339000" cy="5420880"/>
            </a:xfrm>
            <a:custGeom>
              <a:avLst/>
              <a:gdLst>
                <a:gd name="textAreaLeft" fmla="*/ 0 w 3339000"/>
                <a:gd name="textAreaRight" fmla="*/ 3339360 w 3339000"/>
                <a:gd name="textAreaTop" fmla="*/ 360 h 5420880"/>
                <a:gd name="textAreaBottom" fmla="*/ 5421600 h 5420880"/>
              </a:gdLst>
              <a:ahLst/>
              <a:cxnLst/>
              <a:rect l="textAreaLeft" t="textAreaTop" r="textAreaRight" b="textAreaBottom"/>
              <a:pathLst>
                <a:path w="76882" h="124813">
                  <a:moveTo>
                    <a:pt x="76668" y="0"/>
                  </a:moveTo>
                  <a:lnTo>
                    <a:pt x="63260" y="13408"/>
                  </a:lnTo>
                  <a:cubicBezTo>
                    <a:pt x="62879" y="13789"/>
                    <a:pt x="62879" y="14398"/>
                    <a:pt x="63260" y="14779"/>
                  </a:cubicBezTo>
                  <a:lnTo>
                    <a:pt x="69857" y="21376"/>
                  </a:lnTo>
                  <a:cubicBezTo>
                    <a:pt x="70116" y="21620"/>
                    <a:pt x="70116" y="22046"/>
                    <a:pt x="69857" y="22305"/>
                  </a:cubicBezTo>
                  <a:lnTo>
                    <a:pt x="46546" y="45616"/>
                  </a:lnTo>
                  <a:cubicBezTo>
                    <a:pt x="46417" y="45738"/>
                    <a:pt x="46245" y="45799"/>
                    <a:pt x="46074" y="45799"/>
                  </a:cubicBezTo>
                  <a:cubicBezTo>
                    <a:pt x="45903" y="45799"/>
                    <a:pt x="45731" y="45738"/>
                    <a:pt x="45602" y="45616"/>
                  </a:cubicBezTo>
                  <a:lnTo>
                    <a:pt x="39020" y="39019"/>
                  </a:lnTo>
                  <a:cubicBezTo>
                    <a:pt x="38822" y="38836"/>
                    <a:pt x="38593" y="38745"/>
                    <a:pt x="38334" y="38745"/>
                  </a:cubicBezTo>
                  <a:cubicBezTo>
                    <a:pt x="38060" y="38745"/>
                    <a:pt x="37831" y="38836"/>
                    <a:pt x="37649" y="39019"/>
                  </a:cubicBezTo>
                  <a:lnTo>
                    <a:pt x="23357" y="53311"/>
                  </a:lnTo>
                  <a:cubicBezTo>
                    <a:pt x="22976" y="53691"/>
                    <a:pt x="22976" y="54301"/>
                    <a:pt x="23357" y="54682"/>
                  </a:cubicBezTo>
                  <a:lnTo>
                    <a:pt x="40833" y="72142"/>
                  </a:lnTo>
                  <a:cubicBezTo>
                    <a:pt x="40939" y="72279"/>
                    <a:pt x="41016" y="72432"/>
                    <a:pt x="41016" y="72614"/>
                  </a:cubicBezTo>
                  <a:cubicBezTo>
                    <a:pt x="41016" y="72812"/>
                    <a:pt x="40955" y="72965"/>
                    <a:pt x="40833" y="73102"/>
                  </a:cubicBezTo>
                  <a:lnTo>
                    <a:pt x="27090" y="86830"/>
                  </a:lnTo>
                  <a:cubicBezTo>
                    <a:pt x="26907" y="87028"/>
                    <a:pt x="26816" y="87256"/>
                    <a:pt x="26816" y="87515"/>
                  </a:cubicBezTo>
                  <a:lnTo>
                    <a:pt x="26816" y="96276"/>
                  </a:lnTo>
                  <a:cubicBezTo>
                    <a:pt x="26816" y="96459"/>
                    <a:pt x="26755" y="96611"/>
                    <a:pt x="26618" y="96748"/>
                  </a:cubicBezTo>
                  <a:lnTo>
                    <a:pt x="13225" y="110140"/>
                  </a:lnTo>
                  <a:cubicBezTo>
                    <a:pt x="13103" y="110270"/>
                    <a:pt x="12940" y="110335"/>
                    <a:pt x="12772" y="110335"/>
                  </a:cubicBezTo>
                  <a:cubicBezTo>
                    <a:pt x="12604" y="110335"/>
                    <a:pt x="12433" y="110270"/>
                    <a:pt x="12296" y="110140"/>
                  </a:cubicBezTo>
                  <a:lnTo>
                    <a:pt x="7618" y="105448"/>
                  </a:lnTo>
                  <a:cubicBezTo>
                    <a:pt x="7428" y="105257"/>
                    <a:pt x="7180" y="105162"/>
                    <a:pt x="6933" y="105162"/>
                  </a:cubicBezTo>
                  <a:cubicBezTo>
                    <a:pt x="6685" y="105162"/>
                    <a:pt x="6438" y="105257"/>
                    <a:pt x="6247" y="105448"/>
                  </a:cubicBezTo>
                  <a:lnTo>
                    <a:pt x="381" y="111314"/>
                  </a:lnTo>
                  <a:cubicBezTo>
                    <a:pt x="1" y="111695"/>
                    <a:pt x="1" y="112304"/>
                    <a:pt x="381" y="112685"/>
                  </a:cubicBezTo>
                  <a:lnTo>
                    <a:pt x="5059" y="117378"/>
                  </a:lnTo>
                  <a:cubicBezTo>
                    <a:pt x="5181" y="117515"/>
                    <a:pt x="5257" y="117667"/>
                    <a:pt x="5257" y="117850"/>
                  </a:cubicBezTo>
                  <a:cubicBezTo>
                    <a:pt x="5257" y="118048"/>
                    <a:pt x="5196" y="118200"/>
                    <a:pt x="5059" y="118322"/>
                  </a:cubicBezTo>
                  <a:lnTo>
                    <a:pt x="3231" y="120150"/>
                  </a:lnTo>
                  <a:cubicBezTo>
                    <a:pt x="2850" y="120531"/>
                    <a:pt x="2850" y="121141"/>
                    <a:pt x="3231" y="121522"/>
                  </a:cubicBezTo>
                  <a:lnTo>
                    <a:pt x="5059" y="123365"/>
                  </a:lnTo>
                  <a:cubicBezTo>
                    <a:pt x="5333" y="123609"/>
                    <a:pt x="5333" y="124020"/>
                    <a:pt x="5059" y="124295"/>
                  </a:cubicBezTo>
                  <a:cubicBezTo>
                    <a:pt x="4914" y="124432"/>
                    <a:pt x="4754" y="124489"/>
                    <a:pt x="4602" y="124489"/>
                  </a:cubicBezTo>
                  <a:cubicBezTo>
                    <a:pt x="4449" y="124489"/>
                    <a:pt x="4305" y="124432"/>
                    <a:pt x="4190" y="124340"/>
                  </a:cubicBezTo>
                  <a:cubicBezTo>
                    <a:pt x="3962" y="124173"/>
                    <a:pt x="3825" y="123838"/>
                    <a:pt x="4038" y="123487"/>
                  </a:cubicBezTo>
                  <a:lnTo>
                    <a:pt x="3764" y="123335"/>
                  </a:lnTo>
                  <a:lnTo>
                    <a:pt x="3764" y="123335"/>
                  </a:lnTo>
                  <a:cubicBezTo>
                    <a:pt x="3459" y="123838"/>
                    <a:pt x="3672" y="124356"/>
                    <a:pt x="3992" y="124599"/>
                  </a:cubicBezTo>
                  <a:cubicBezTo>
                    <a:pt x="4175" y="124736"/>
                    <a:pt x="4373" y="124813"/>
                    <a:pt x="4602" y="124813"/>
                  </a:cubicBezTo>
                  <a:cubicBezTo>
                    <a:pt x="4830" y="124813"/>
                    <a:pt x="5059" y="124736"/>
                    <a:pt x="5272" y="124477"/>
                  </a:cubicBezTo>
                  <a:cubicBezTo>
                    <a:pt x="5455" y="124295"/>
                    <a:pt x="5562" y="124066"/>
                    <a:pt x="5562" y="123792"/>
                  </a:cubicBezTo>
                  <a:cubicBezTo>
                    <a:pt x="5562" y="123533"/>
                    <a:pt x="5455" y="123304"/>
                    <a:pt x="5272" y="123106"/>
                  </a:cubicBezTo>
                  <a:lnTo>
                    <a:pt x="3444" y="121278"/>
                  </a:lnTo>
                  <a:cubicBezTo>
                    <a:pt x="3170" y="121034"/>
                    <a:pt x="3170" y="120623"/>
                    <a:pt x="3444" y="120349"/>
                  </a:cubicBezTo>
                  <a:lnTo>
                    <a:pt x="5272" y="118520"/>
                  </a:lnTo>
                  <a:cubicBezTo>
                    <a:pt x="5455" y="118337"/>
                    <a:pt x="5562" y="118094"/>
                    <a:pt x="5562" y="117835"/>
                  </a:cubicBezTo>
                  <a:cubicBezTo>
                    <a:pt x="5562" y="117576"/>
                    <a:pt x="5455" y="117332"/>
                    <a:pt x="5272" y="117149"/>
                  </a:cubicBezTo>
                  <a:lnTo>
                    <a:pt x="579" y="112456"/>
                  </a:lnTo>
                  <a:cubicBezTo>
                    <a:pt x="320" y="112213"/>
                    <a:pt x="320" y="111801"/>
                    <a:pt x="579" y="111527"/>
                  </a:cubicBezTo>
                  <a:lnTo>
                    <a:pt x="6445" y="105661"/>
                  </a:lnTo>
                  <a:cubicBezTo>
                    <a:pt x="6575" y="105532"/>
                    <a:pt x="6742" y="105467"/>
                    <a:pt x="6912" y="105467"/>
                  </a:cubicBezTo>
                  <a:cubicBezTo>
                    <a:pt x="7081" y="105467"/>
                    <a:pt x="7253" y="105532"/>
                    <a:pt x="7390" y="105661"/>
                  </a:cubicBezTo>
                  <a:lnTo>
                    <a:pt x="12067" y="110354"/>
                  </a:lnTo>
                  <a:cubicBezTo>
                    <a:pt x="12265" y="110537"/>
                    <a:pt x="12494" y="110643"/>
                    <a:pt x="12753" y="110643"/>
                  </a:cubicBezTo>
                  <a:cubicBezTo>
                    <a:pt x="13027" y="110643"/>
                    <a:pt x="13256" y="110537"/>
                    <a:pt x="13439" y="110354"/>
                  </a:cubicBezTo>
                  <a:lnTo>
                    <a:pt x="26831" y="96961"/>
                  </a:lnTo>
                  <a:cubicBezTo>
                    <a:pt x="27014" y="96779"/>
                    <a:pt x="27120" y="96550"/>
                    <a:pt x="27120" y="96276"/>
                  </a:cubicBezTo>
                  <a:lnTo>
                    <a:pt x="27120" y="87469"/>
                  </a:lnTo>
                  <a:cubicBezTo>
                    <a:pt x="27120" y="87287"/>
                    <a:pt x="27166" y="87134"/>
                    <a:pt x="27303" y="86997"/>
                  </a:cubicBezTo>
                  <a:lnTo>
                    <a:pt x="41031" y="73270"/>
                  </a:lnTo>
                  <a:cubicBezTo>
                    <a:pt x="41412" y="72889"/>
                    <a:pt x="41412" y="72279"/>
                    <a:pt x="41031" y="71898"/>
                  </a:cubicBezTo>
                  <a:lnTo>
                    <a:pt x="23571" y="54438"/>
                  </a:lnTo>
                  <a:cubicBezTo>
                    <a:pt x="23312" y="54194"/>
                    <a:pt x="23312" y="53768"/>
                    <a:pt x="23571" y="53509"/>
                  </a:cubicBezTo>
                  <a:lnTo>
                    <a:pt x="37862" y="39217"/>
                  </a:lnTo>
                  <a:cubicBezTo>
                    <a:pt x="37984" y="39095"/>
                    <a:pt x="38155" y="39035"/>
                    <a:pt x="38327" y="39035"/>
                  </a:cubicBezTo>
                  <a:cubicBezTo>
                    <a:pt x="38498" y="39035"/>
                    <a:pt x="38669" y="39095"/>
                    <a:pt x="38791" y="39217"/>
                  </a:cubicBezTo>
                  <a:lnTo>
                    <a:pt x="45373" y="45830"/>
                  </a:lnTo>
                  <a:cubicBezTo>
                    <a:pt x="45571" y="46013"/>
                    <a:pt x="45800" y="46119"/>
                    <a:pt x="46059" y="46119"/>
                  </a:cubicBezTo>
                  <a:cubicBezTo>
                    <a:pt x="46333" y="46119"/>
                    <a:pt x="46562" y="46013"/>
                    <a:pt x="46744" y="45830"/>
                  </a:cubicBezTo>
                  <a:lnTo>
                    <a:pt x="70055" y="22519"/>
                  </a:lnTo>
                  <a:cubicBezTo>
                    <a:pt x="70436" y="22138"/>
                    <a:pt x="70436" y="21528"/>
                    <a:pt x="70055" y="21148"/>
                  </a:cubicBezTo>
                  <a:lnTo>
                    <a:pt x="63473" y="14550"/>
                  </a:lnTo>
                  <a:cubicBezTo>
                    <a:pt x="63199" y="14307"/>
                    <a:pt x="63199" y="13895"/>
                    <a:pt x="63473" y="13621"/>
                  </a:cubicBezTo>
                  <a:lnTo>
                    <a:pt x="76881" y="213"/>
                  </a:lnTo>
                  <a:lnTo>
                    <a:pt x="76668" y="0"/>
                  </a:lnTo>
                  <a:close/>
                </a:path>
              </a:pathLst>
            </a:custGeom>
            <a:gradFill rotWithShape="0">
              <a:gsLst>
                <a:gs pos="0">
                  <a:srgbClr val="9900FF">
                    <a:alpha val="47000"/>
                  </a:srgbClr>
                </a:gs>
                <a:gs pos="100000">
                  <a:srgbClr val="FFFFFF">
                    <a:alpha val="0"/>
                  </a:srgbClr>
                </a:gs>
              </a:gsLst>
              <a:path path="circle">
                <a:fillToRect l="50000" t="50000" r="50000" b="50000"/>
              </a:path>
            </a:gra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grpSp>
          <p:nvGrpSpPr>
            <p:cNvPr id="368" name="Google Shape;2436;p64"/>
            <p:cNvGrpSpPr/>
            <p:nvPr/>
          </p:nvGrpSpPr>
          <p:grpSpPr>
            <a:xfrm>
              <a:off x="7802280" y="653040"/>
              <a:ext cx="615960" cy="615960"/>
              <a:chOff x="7802280" y="653040"/>
              <a:chExt cx="615960" cy="615960"/>
            </a:xfrm>
          </p:grpSpPr>
          <p:sp>
            <p:nvSpPr>
              <p:cNvPr id="369" name="Google Shape;2437;p64"/>
              <p:cNvSpPr/>
              <p:nvPr/>
            </p:nvSpPr>
            <p:spPr>
              <a:xfrm flipV="1">
                <a:off x="7802280" y="653040"/>
                <a:ext cx="130320" cy="130320"/>
              </a:xfrm>
              <a:custGeom>
                <a:avLst/>
                <a:gdLst>
                  <a:gd name="textAreaLeft" fmla="*/ 0 w 130320"/>
                  <a:gd name="textAreaRight" fmla="*/ 130680 w 130320"/>
                  <a:gd name="textAreaTop" fmla="*/ 360 h 130320"/>
                  <a:gd name="textAreaBottom" fmla="*/ 131040 h 130320"/>
                </a:gdLst>
                <a:ahLst/>
                <a:cxnLst/>
                <a:rect l="textAreaLeft" t="textAreaTop" r="textAreaRight" b="textAreaBottom"/>
                <a:pathLst>
                  <a:path w="4938" h="4937">
                    <a:moveTo>
                      <a:pt x="1403" y="0"/>
                    </a:moveTo>
                    <a:lnTo>
                      <a:pt x="1" y="1402"/>
                    </a:lnTo>
                    <a:lnTo>
                      <a:pt x="3536" y="4937"/>
                    </a:lnTo>
                    <a:lnTo>
                      <a:pt x="4937" y="3535"/>
                    </a:lnTo>
                    <a:lnTo>
                      <a:pt x="1403" y="0"/>
                    </a:lnTo>
                    <a:close/>
                  </a:path>
                </a:pathLst>
              </a:custGeom>
              <a:gradFill rotWithShape="0">
                <a:gsLst>
                  <a:gs pos="0">
                    <a:srgbClr val="0C0A9E">
                      <a:alpha val="37000"/>
                    </a:srgbClr>
                  </a:gs>
                  <a:gs pos="100000">
                    <a:srgbClr val="FFFFFF">
                      <a:alpha val="37000"/>
                    </a:srgbClr>
                  </a:gs>
                </a:gsLst>
                <a:lin ang="81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tIns="65160" bIns="65160" anchor="ctr">
                <a:noAutofit/>
              </a:bodyPr>
              <a:lstStyle/>
              <a:p>
                <a:pPr defTabSz="914400">
                  <a:lnSpc>
                    <a:spcPct val="100000"/>
                  </a:lnSpc>
                  <a:tabLst>
                    <a:tab pos="0" algn="l"/>
                  </a:tabLst>
                </a:pPr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OpenSymbol"/>
                </a:endParaRPr>
              </a:p>
            </p:txBody>
          </p:sp>
          <p:sp>
            <p:nvSpPr>
              <p:cNvPr id="370" name="Google Shape;2438;p64"/>
              <p:cNvSpPr/>
              <p:nvPr/>
            </p:nvSpPr>
            <p:spPr>
              <a:xfrm flipV="1">
                <a:off x="7882920" y="732960"/>
                <a:ext cx="130320" cy="130680"/>
              </a:xfrm>
              <a:custGeom>
                <a:avLst/>
                <a:gdLst>
                  <a:gd name="textAreaLeft" fmla="*/ 0 w 130320"/>
                  <a:gd name="textAreaRight" fmla="*/ 130680 w 130320"/>
                  <a:gd name="textAreaTop" fmla="*/ -360 h 130680"/>
                  <a:gd name="textAreaBottom" fmla="*/ 130680 h 130680"/>
                </a:gdLst>
                <a:ahLst/>
                <a:cxnLst/>
                <a:rect l="textAreaLeft" t="textAreaTop" r="textAreaRight" b="textAreaBottom"/>
                <a:pathLst>
                  <a:path w="4937" h="4953">
                    <a:moveTo>
                      <a:pt x="1402" y="1"/>
                    </a:moveTo>
                    <a:lnTo>
                      <a:pt x="0" y="1403"/>
                    </a:lnTo>
                    <a:lnTo>
                      <a:pt x="3535" y="4952"/>
                    </a:lnTo>
                    <a:lnTo>
                      <a:pt x="4937" y="3551"/>
                    </a:lnTo>
                    <a:lnTo>
                      <a:pt x="1402" y="1"/>
                    </a:lnTo>
                    <a:close/>
                  </a:path>
                </a:pathLst>
              </a:custGeom>
              <a:gradFill rotWithShape="0">
                <a:gsLst>
                  <a:gs pos="0">
                    <a:srgbClr val="0C0A9E">
                      <a:alpha val="37000"/>
                    </a:srgbClr>
                  </a:gs>
                  <a:gs pos="100000">
                    <a:srgbClr val="FFFFFF">
                      <a:alpha val="37000"/>
                    </a:srgbClr>
                  </a:gs>
                </a:gsLst>
                <a:lin ang="81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tIns="65520" bIns="65520" anchor="ctr">
                <a:noAutofit/>
              </a:bodyPr>
              <a:lstStyle/>
              <a:p>
                <a:pPr defTabSz="914400">
                  <a:lnSpc>
                    <a:spcPct val="100000"/>
                  </a:lnSpc>
                  <a:tabLst>
                    <a:tab pos="0" algn="l"/>
                  </a:tabLst>
                </a:pPr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OpenSymbol"/>
                </a:endParaRPr>
              </a:p>
            </p:txBody>
          </p:sp>
          <p:sp>
            <p:nvSpPr>
              <p:cNvPr id="371" name="Google Shape;2439;p64"/>
              <p:cNvSpPr/>
              <p:nvPr/>
            </p:nvSpPr>
            <p:spPr>
              <a:xfrm flipV="1">
                <a:off x="7963920" y="814680"/>
                <a:ext cx="130680" cy="130320"/>
              </a:xfrm>
              <a:custGeom>
                <a:avLst/>
                <a:gdLst>
                  <a:gd name="textAreaLeft" fmla="*/ 0 w 130680"/>
                  <a:gd name="textAreaRight" fmla="*/ 131040 w 130680"/>
                  <a:gd name="textAreaTop" fmla="*/ 360 h 130320"/>
                  <a:gd name="textAreaBottom" fmla="*/ 131040 h 130320"/>
                </a:gdLst>
                <a:ahLst/>
                <a:cxnLst/>
                <a:rect l="textAreaLeft" t="textAreaTop" r="textAreaRight" b="textAreaBottom"/>
                <a:pathLst>
                  <a:path w="4953" h="4938">
                    <a:moveTo>
                      <a:pt x="1402" y="1"/>
                    </a:moveTo>
                    <a:lnTo>
                      <a:pt x="1" y="1402"/>
                    </a:lnTo>
                    <a:lnTo>
                      <a:pt x="3551" y="4937"/>
                    </a:lnTo>
                    <a:lnTo>
                      <a:pt x="4952" y="3535"/>
                    </a:lnTo>
                    <a:lnTo>
                      <a:pt x="1402" y="1"/>
                    </a:lnTo>
                    <a:close/>
                  </a:path>
                </a:pathLst>
              </a:custGeom>
              <a:gradFill rotWithShape="0">
                <a:gsLst>
                  <a:gs pos="0">
                    <a:srgbClr val="0C0A9E">
                      <a:alpha val="37000"/>
                    </a:srgbClr>
                  </a:gs>
                  <a:gs pos="100000">
                    <a:srgbClr val="FFFFFF">
                      <a:alpha val="37000"/>
                    </a:srgbClr>
                  </a:gs>
                </a:gsLst>
                <a:lin ang="81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tIns="65160" bIns="65160" anchor="ctr">
                <a:noAutofit/>
              </a:bodyPr>
              <a:lstStyle/>
              <a:p>
                <a:pPr defTabSz="914400">
                  <a:lnSpc>
                    <a:spcPct val="100000"/>
                  </a:lnSpc>
                  <a:tabLst>
                    <a:tab pos="0" algn="l"/>
                  </a:tabLst>
                </a:pPr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OpenSymbol"/>
                </a:endParaRPr>
              </a:p>
            </p:txBody>
          </p:sp>
          <p:sp>
            <p:nvSpPr>
              <p:cNvPr id="372" name="Google Shape;2440;p64"/>
              <p:cNvSpPr/>
              <p:nvPr/>
            </p:nvSpPr>
            <p:spPr>
              <a:xfrm flipV="1">
                <a:off x="8044560" y="895680"/>
                <a:ext cx="130680" cy="130320"/>
              </a:xfrm>
              <a:custGeom>
                <a:avLst/>
                <a:gdLst>
                  <a:gd name="textAreaLeft" fmla="*/ 0 w 130680"/>
                  <a:gd name="textAreaRight" fmla="*/ 131040 w 130680"/>
                  <a:gd name="textAreaTop" fmla="*/ 360 h 130320"/>
                  <a:gd name="textAreaBottom" fmla="*/ 131040 h 130320"/>
                </a:gdLst>
                <a:ahLst/>
                <a:cxnLst/>
                <a:rect l="textAreaLeft" t="textAreaTop" r="textAreaRight" b="textAreaBottom"/>
                <a:pathLst>
                  <a:path w="4953" h="4937">
                    <a:moveTo>
                      <a:pt x="1402" y="0"/>
                    </a:moveTo>
                    <a:lnTo>
                      <a:pt x="1" y="1402"/>
                    </a:lnTo>
                    <a:lnTo>
                      <a:pt x="3551" y="4937"/>
                    </a:lnTo>
                    <a:lnTo>
                      <a:pt x="4952" y="3550"/>
                    </a:lnTo>
                    <a:lnTo>
                      <a:pt x="1402" y="0"/>
                    </a:lnTo>
                    <a:close/>
                  </a:path>
                </a:pathLst>
              </a:custGeom>
              <a:gradFill rotWithShape="0">
                <a:gsLst>
                  <a:gs pos="0">
                    <a:srgbClr val="0C0A9E">
                      <a:alpha val="37000"/>
                    </a:srgbClr>
                  </a:gs>
                  <a:gs pos="100000">
                    <a:srgbClr val="FFFFFF">
                      <a:alpha val="37000"/>
                    </a:srgbClr>
                  </a:gs>
                </a:gsLst>
                <a:lin ang="81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tIns="65160" bIns="65160" anchor="ctr">
                <a:noAutofit/>
              </a:bodyPr>
              <a:lstStyle/>
              <a:p>
                <a:pPr defTabSz="914400">
                  <a:lnSpc>
                    <a:spcPct val="100000"/>
                  </a:lnSpc>
                  <a:tabLst>
                    <a:tab pos="0" algn="l"/>
                  </a:tabLst>
                </a:pPr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OpenSymbol"/>
                </a:endParaRPr>
              </a:p>
            </p:txBody>
          </p:sp>
          <p:sp>
            <p:nvSpPr>
              <p:cNvPr id="373" name="Google Shape;2441;p64"/>
              <p:cNvSpPr/>
              <p:nvPr/>
            </p:nvSpPr>
            <p:spPr>
              <a:xfrm flipV="1">
                <a:off x="8125920" y="976320"/>
                <a:ext cx="130320" cy="130320"/>
              </a:xfrm>
              <a:custGeom>
                <a:avLst/>
                <a:gdLst>
                  <a:gd name="textAreaLeft" fmla="*/ 0 w 130320"/>
                  <a:gd name="textAreaRight" fmla="*/ 130680 w 130320"/>
                  <a:gd name="textAreaTop" fmla="*/ 360 h 130320"/>
                  <a:gd name="textAreaBottom" fmla="*/ 131040 h 130320"/>
                </a:gdLst>
                <a:ahLst/>
                <a:cxnLst/>
                <a:rect l="textAreaLeft" t="textAreaTop" r="textAreaRight" b="textAreaBottom"/>
                <a:pathLst>
                  <a:path w="4937" h="4937">
                    <a:moveTo>
                      <a:pt x="1402" y="0"/>
                    </a:moveTo>
                    <a:lnTo>
                      <a:pt x="0" y="1386"/>
                    </a:lnTo>
                    <a:lnTo>
                      <a:pt x="3535" y="4936"/>
                    </a:lnTo>
                    <a:lnTo>
                      <a:pt x="4937" y="3535"/>
                    </a:lnTo>
                    <a:lnTo>
                      <a:pt x="1402" y="0"/>
                    </a:lnTo>
                    <a:close/>
                  </a:path>
                </a:pathLst>
              </a:custGeom>
              <a:gradFill rotWithShape="0">
                <a:gsLst>
                  <a:gs pos="0">
                    <a:srgbClr val="0C0A9E">
                      <a:alpha val="37000"/>
                    </a:srgbClr>
                  </a:gs>
                  <a:gs pos="100000">
                    <a:srgbClr val="FFFFFF">
                      <a:alpha val="37000"/>
                    </a:srgbClr>
                  </a:gs>
                </a:gsLst>
                <a:lin ang="81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tIns="65160" bIns="65160" anchor="ctr">
                <a:noAutofit/>
              </a:bodyPr>
              <a:lstStyle/>
              <a:p>
                <a:pPr defTabSz="914400">
                  <a:lnSpc>
                    <a:spcPct val="100000"/>
                  </a:lnSpc>
                  <a:tabLst>
                    <a:tab pos="0" algn="l"/>
                  </a:tabLst>
                </a:pPr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OpenSymbol"/>
                </a:endParaRPr>
              </a:p>
            </p:txBody>
          </p:sp>
          <p:sp>
            <p:nvSpPr>
              <p:cNvPr id="374" name="Google Shape;2442;p64"/>
              <p:cNvSpPr/>
              <p:nvPr/>
            </p:nvSpPr>
            <p:spPr>
              <a:xfrm flipV="1">
                <a:off x="8206560" y="1057680"/>
                <a:ext cx="130320" cy="130320"/>
              </a:xfrm>
              <a:custGeom>
                <a:avLst/>
                <a:gdLst>
                  <a:gd name="textAreaLeft" fmla="*/ 0 w 130320"/>
                  <a:gd name="textAreaRight" fmla="*/ 130680 w 130320"/>
                  <a:gd name="textAreaTop" fmla="*/ 360 h 130320"/>
                  <a:gd name="textAreaBottom" fmla="*/ 131040 h 130320"/>
                </a:gdLst>
                <a:ahLst/>
                <a:cxnLst/>
                <a:rect l="textAreaLeft" t="textAreaTop" r="textAreaRight" b="textAreaBottom"/>
                <a:pathLst>
                  <a:path w="4938" h="4938">
                    <a:moveTo>
                      <a:pt x="1402" y="1"/>
                    </a:moveTo>
                    <a:lnTo>
                      <a:pt x="1" y="1402"/>
                    </a:lnTo>
                    <a:lnTo>
                      <a:pt x="3535" y="4937"/>
                    </a:lnTo>
                    <a:lnTo>
                      <a:pt x="4937" y="3535"/>
                    </a:lnTo>
                    <a:lnTo>
                      <a:pt x="1402" y="1"/>
                    </a:lnTo>
                    <a:close/>
                  </a:path>
                </a:pathLst>
              </a:custGeom>
              <a:gradFill rotWithShape="0">
                <a:gsLst>
                  <a:gs pos="0">
                    <a:srgbClr val="0C0A9E">
                      <a:alpha val="37000"/>
                    </a:srgbClr>
                  </a:gs>
                  <a:gs pos="100000">
                    <a:srgbClr val="FFFFFF">
                      <a:alpha val="37000"/>
                    </a:srgbClr>
                  </a:gs>
                </a:gsLst>
                <a:lin ang="81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tIns="65160" bIns="65160" anchor="ctr">
                <a:noAutofit/>
              </a:bodyPr>
              <a:lstStyle/>
              <a:p>
                <a:pPr defTabSz="914400">
                  <a:lnSpc>
                    <a:spcPct val="100000"/>
                  </a:lnSpc>
                  <a:tabLst>
                    <a:tab pos="0" algn="l"/>
                  </a:tabLst>
                </a:pPr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OpenSymbol"/>
                </a:endParaRPr>
              </a:p>
            </p:txBody>
          </p:sp>
          <p:sp>
            <p:nvSpPr>
              <p:cNvPr id="375" name="Google Shape;2443;p64"/>
              <p:cNvSpPr/>
              <p:nvPr/>
            </p:nvSpPr>
            <p:spPr>
              <a:xfrm flipV="1">
                <a:off x="8287920" y="1137960"/>
                <a:ext cx="130320" cy="130680"/>
              </a:xfrm>
              <a:custGeom>
                <a:avLst/>
                <a:gdLst>
                  <a:gd name="textAreaLeft" fmla="*/ 0 w 130320"/>
                  <a:gd name="textAreaRight" fmla="*/ 130680 w 130320"/>
                  <a:gd name="textAreaTop" fmla="*/ -360 h 130680"/>
                  <a:gd name="textAreaBottom" fmla="*/ 130680 h 130680"/>
                </a:gdLst>
                <a:ahLst/>
                <a:cxnLst/>
                <a:rect l="textAreaLeft" t="textAreaTop" r="textAreaRight" b="textAreaBottom"/>
                <a:pathLst>
                  <a:path w="4937" h="4953">
                    <a:moveTo>
                      <a:pt x="1387" y="1"/>
                    </a:moveTo>
                    <a:lnTo>
                      <a:pt x="0" y="1403"/>
                    </a:lnTo>
                    <a:lnTo>
                      <a:pt x="3535" y="4953"/>
                    </a:lnTo>
                    <a:lnTo>
                      <a:pt x="4936" y="3551"/>
                    </a:lnTo>
                    <a:lnTo>
                      <a:pt x="1387" y="1"/>
                    </a:lnTo>
                    <a:close/>
                  </a:path>
                </a:pathLst>
              </a:custGeom>
              <a:gradFill rotWithShape="0">
                <a:gsLst>
                  <a:gs pos="0">
                    <a:srgbClr val="0C0A9E">
                      <a:alpha val="37000"/>
                    </a:srgbClr>
                  </a:gs>
                  <a:gs pos="100000">
                    <a:srgbClr val="FFFFFF">
                      <a:alpha val="37000"/>
                    </a:srgbClr>
                  </a:gs>
                </a:gsLst>
                <a:lin ang="81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tIns="65520" bIns="65520" anchor="ctr">
                <a:noAutofit/>
              </a:bodyPr>
              <a:lstStyle/>
              <a:p>
                <a:pPr defTabSz="914400">
                  <a:lnSpc>
                    <a:spcPct val="100000"/>
                  </a:lnSpc>
                  <a:tabLst>
                    <a:tab pos="0" algn="l"/>
                  </a:tabLst>
                </a:pPr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OpenSymbol"/>
                </a:endParaRPr>
              </a:p>
            </p:txBody>
          </p:sp>
        </p:grpSp>
        <p:grpSp>
          <p:nvGrpSpPr>
            <p:cNvPr id="376" name="Google Shape;2444;p64"/>
            <p:cNvGrpSpPr/>
            <p:nvPr/>
          </p:nvGrpSpPr>
          <p:grpSpPr>
            <a:xfrm>
              <a:off x="8276760" y="1334520"/>
              <a:ext cx="141480" cy="141480"/>
              <a:chOff x="8276760" y="1334520"/>
              <a:chExt cx="141480" cy="141480"/>
            </a:xfrm>
          </p:grpSpPr>
          <p:sp>
            <p:nvSpPr>
              <p:cNvPr id="377" name="Google Shape;2445;p64"/>
              <p:cNvSpPr/>
              <p:nvPr/>
            </p:nvSpPr>
            <p:spPr>
              <a:xfrm flipV="1">
                <a:off x="8276760" y="1334160"/>
                <a:ext cx="141480" cy="141480"/>
              </a:xfrm>
              <a:prstGeom prst="ellipse">
                <a:avLst/>
              </a:prstGeom>
              <a:noFill/>
              <a:ln w="9525">
                <a:solidFill>
                  <a:srgbClr val="8208D5"/>
                </a:solidFill>
                <a:round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tIns="50040" bIns="50040" anchor="ctr">
                <a:noAutofit/>
              </a:bodyPr>
              <a:lstStyle/>
              <a:p>
                <a:pPr defTabSz="914400">
                  <a:lnSpc>
                    <a:spcPct val="100000"/>
                  </a:lnSpc>
                  <a:tabLst>
                    <a:tab pos="0" algn="l"/>
                  </a:tabLst>
                </a:pPr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OpenSymbol"/>
                </a:endParaRPr>
              </a:p>
            </p:txBody>
          </p:sp>
          <p:sp>
            <p:nvSpPr>
              <p:cNvPr id="378" name="Google Shape;2446;p64"/>
              <p:cNvSpPr/>
              <p:nvPr/>
            </p:nvSpPr>
            <p:spPr>
              <a:xfrm flipV="1">
                <a:off x="8296560" y="1355040"/>
                <a:ext cx="101520" cy="101520"/>
              </a:xfrm>
              <a:prstGeom prst="ellipse">
                <a:avLst/>
              </a:prstGeom>
              <a:gradFill rotWithShape="0">
                <a:gsLst>
                  <a:gs pos="0">
                    <a:srgbClr val="9900FF">
                      <a:alpha val="47000"/>
                    </a:srgbClr>
                  </a:gs>
                  <a:gs pos="100000">
                    <a:srgbClr val="FFFFFF">
                      <a:alpha val="0"/>
                    </a:srgbClr>
                  </a:gs>
                </a:gsLst>
                <a:path path="circle">
                  <a:fillToRect l="50000" t="50000" r="50000" b="50000"/>
                </a:path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tIns="36000" bIns="36000" anchor="ctr">
                <a:noAutofit/>
              </a:bodyPr>
              <a:lstStyle/>
              <a:p>
                <a:pPr defTabSz="914400">
                  <a:lnSpc>
                    <a:spcPct val="100000"/>
                  </a:lnSpc>
                  <a:tabLst>
                    <a:tab pos="0" algn="l"/>
                  </a:tabLst>
                </a:pPr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OpenSymbol"/>
                </a:endParaRPr>
              </a:p>
            </p:txBody>
          </p:sp>
        </p:grpSp>
        <p:grpSp>
          <p:nvGrpSpPr>
            <p:cNvPr id="379" name="Google Shape;2447;p64"/>
            <p:cNvGrpSpPr/>
            <p:nvPr/>
          </p:nvGrpSpPr>
          <p:grpSpPr>
            <a:xfrm>
              <a:off x="7869960" y="1730520"/>
              <a:ext cx="141480" cy="141480"/>
              <a:chOff x="7869960" y="1730520"/>
              <a:chExt cx="141480" cy="141480"/>
            </a:xfrm>
          </p:grpSpPr>
          <p:sp>
            <p:nvSpPr>
              <p:cNvPr id="380" name="Google Shape;2448;p64"/>
              <p:cNvSpPr/>
              <p:nvPr/>
            </p:nvSpPr>
            <p:spPr>
              <a:xfrm flipV="1">
                <a:off x="7869960" y="1730160"/>
                <a:ext cx="141480" cy="141480"/>
              </a:xfrm>
              <a:prstGeom prst="ellipse">
                <a:avLst/>
              </a:prstGeom>
              <a:noFill/>
              <a:ln w="9525">
                <a:solidFill>
                  <a:srgbClr val="8208D5"/>
                </a:solidFill>
                <a:round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tIns="50040" bIns="50040" anchor="ctr">
                <a:noAutofit/>
              </a:bodyPr>
              <a:lstStyle/>
              <a:p>
                <a:pPr defTabSz="914400">
                  <a:lnSpc>
                    <a:spcPct val="100000"/>
                  </a:lnSpc>
                  <a:tabLst>
                    <a:tab pos="0" algn="l"/>
                  </a:tabLst>
                </a:pPr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OpenSymbol"/>
                </a:endParaRPr>
              </a:p>
            </p:txBody>
          </p:sp>
          <p:sp>
            <p:nvSpPr>
              <p:cNvPr id="381" name="Google Shape;2449;p64"/>
              <p:cNvSpPr/>
              <p:nvPr/>
            </p:nvSpPr>
            <p:spPr>
              <a:xfrm flipV="1">
                <a:off x="7889760" y="1750680"/>
                <a:ext cx="101520" cy="101520"/>
              </a:xfrm>
              <a:prstGeom prst="ellipse">
                <a:avLst/>
              </a:prstGeom>
              <a:gradFill rotWithShape="0">
                <a:gsLst>
                  <a:gs pos="0">
                    <a:srgbClr val="9900FF">
                      <a:alpha val="47000"/>
                    </a:srgbClr>
                  </a:gs>
                  <a:gs pos="100000">
                    <a:srgbClr val="FFFFFF">
                      <a:alpha val="0"/>
                    </a:srgbClr>
                  </a:gs>
                </a:gsLst>
                <a:path path="circle">
                  <a:fillToRect l="50000" t="50000" r="50000" b="50000"/>
                </a:path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tIns="36000" bIns="36000" anchor="ctr">
                <a:noAutofit/>
              </a:bodyPr>
              <a:lstStyle/>
              <a:p>
                <a:pPr defTabSz="914400">
                  <a:lnSpc>
                    <a:spcPct val="100000"/>
                  </a:lnSpc>
                  <a:tabLst>
                    <a:tab pos="0" algn="l"/>
                  </a:tabLst>
                </a:pPr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OpenSymbol"/>
                </a:endParaRPr>
              </a:p>
            </p:txBody>
          </p:sp>
        </p:grpSp>
        <p:grpSp>
          <p:nvGrpSpPr>
            <p:cNvPr id="382" name="Google Shape;2450;p64"/>
            <p:cNvGrpSpPr/>
            <p:nvPr/>
          </p:nvGrpSpPr>
          <p:grpSpPr>
            <a:xfrm>
              <a:off x="8921880" y="2457000"/>
              <a:ext cx="141480" cy="141480"/>
              <a:chOff x="8921880" y="2457000"/>
              <a:chExt cx="141480" cy="141480"/>
            </a:xfrm>
          </p:grpSpPr>
          <p:sp>
            <p:nvSpPr>
              <p:cNvPr id="383" name="Google Shape;2451;p64"/>
              <p:cNvSpPr/>
              <p:nvPr/>
            </p:nvSpPr>
            <p:spPr>
              <a:xfrm flipV="1">
                <a:off x="8921880" y="2456640"/>
                <a:ext cx="141480" cy="141480"/>
              </a:xfrm>
              <a:prstGeom prst="ellipse">
                <a:avLst/>
              </a:prstGeom>
              <a:noFill/>
              <a:ln w="9525">
                <a:solidFill>
                  <a:srgbClr val="8208D5"/>
                </a:solidFill>
                <a:round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tIns="50040" bIns="50040" anchor="ctr">
                <a:noAutofit/>
              </a:bodyPr>
              <a:lstStyle/>
              <a:p>
                <a:pPr defTabSz="914400">
                  <a:lnSpc>
                    <a:spcPct val="100000"/>
                  </a:lnSpc>
                  <a:tabLst>
                    <a:tab pos="0" algn="l"/>
                  </a:tabLst>
                </a:pPr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OpenSymbol"/>
                </a:endParaRPr>
              </a:p>
            </p:txBody>
          </p:sp>
          <p:sp>
            <p:nvSpPr>
              <p:cNvPr id="384" name="Google Shape;2452;p64"/>
              <p:cNvSpPr/>
              <p:nvPr/>
            </p:nvSpPr>
            <p:spPr>
              <a:xfrm flipV="1">
                <a:off x="8942040" y="2477520"/>
                <a:ext cx="101520" cy="101520"/>
              </a:xfrm>
              <a:prstGeom prst="ellipse">
                <a:avLst/>
              </a:prstGeom>
              <a:gradFill rotWithShape="0">
                <a:gsLst>
                  <a:gs pos="0">
                    <a:srgbClr val="9900FF">
                      <a:alpha val="47000"/>
                    </a:srgbClr>
                  </a:gs>
                  <a:gs pos="100000">
                    <a:srgbClr val="FFFFFF">
                      <a:alpha val="0"/>
                    </a:srgbClr>
                  </a:gs>
                </a:gsLst>
                <a:path path="circle">
                  <a:fillToRect l="50000" t="50000" r="50000" b="50000"/>
                </a:path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tIns="36000" bIns="36000" anchor="ctr">
                <a:noAutofit/>
              </a:bodyPr>
              <a:lstStyle/>
              <a:p>
                <a:pPr defTabSz="914400">
                  <a:lnSpc>
                    <a:spcPct val="100000"/>
                  </a:lnSpc>
                  <a:tabLst>
                    <a:tab pos="0" algn="l"/>
                  </a:tabLst>
                </a:pPr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OpenSymbol"/>
                </a:endParaRPr>
              </a:p>
            </p:txBody>
          </p:sp>
        </p:grpSp>
        <p:sp>
          <p:nvSpPr>
            <p:cNvPr id="385" name="Google Shape;2453;p64"/>
            <p:cNvSpPr/>
            <p:nvPr/>
          </p:nvSpPr>
          <p:spPr>
            <a:xfrm flipV="1">
              <a:off x="9020520" y="1693440"/>
              <a:ext cx="509040" cy="503640"/>
            </a:xfrm>
            <a:custGeom>
              <a:avLst/>
              <a:gdLst>
                <a:gd name="textAreaLeft" fmla="*/ 0 w 509040"/>
                <a:gd name="textAreaRight" fmla="*/ 509400 w 509040"/>
                <a:gd name="textAreaTop" fmla="*/ -360 h 503640"/>
                <a:gd name="textAreaBottom" fmla="*/ 503640 h 503640"/>
              </a:gdLst>
              <a:ahLst/>
              <a:cxnLst/>
              <a:rect l="textAreaLeft" t="textAreaTop" r="textAreaRight" b="textAreaBottom"/>
              <a:pathLst>
                <a:path w="36171" h="35790">
                  <a:moveTo>
                    <a:pt x="34030" y="1"/>
                  </a:moveTo>
                  <a:cubicBezTo>
                    <a:pt x="33531" y="1"/>
                    <a:pt x="33032" y="191"/>
                    <a:pt x="32651" y="572"/>
                  </a:cubicBezTo>
                  <a:cubicBezTo>
                    <a:pt x="31890" y="1334"/>
                    <a:pt x="31890" y="2568"/>
                    <a:pt x="32651" y="3330"/>
                  </a:cubicBezTo>
                  <a:cubicBezTo>
                    <a:pt x="33032" y="3711"/>
                    <a:pt x="33531" y="3901"/>
                    <a:pt x="34030" y="3901"/>
                  </a:cubicBezTo>
                  <a:cubicBezTo>
                    <a:pt x="34529" y="3901"/>
                    <a:pt x="35028" y="3711"/>
                    <a:pt x="35409" y="3330"/>
                  </a:cubicBezTo>
                  <a:cubicBezTo>
                    <a:pt x="36171" y="2568"/>
                    <a:pt x="36171" y="1334"/>
                    <a:pt x="35409" y="572"/>
                  </a:cubicBezTo>
                  <a:cubicBezTo>
                    <a:pt x="35028" y="191"/>
                    <a:pt x="34529" y="1"/>
                    <a:pt x="34030" y="1"/>
                  </a:cubicBezTo>
                  <a:close/>
                  <a:moveTo>
                    <a:pt x="27662" y="6385"/>
                  </a:moveTo>
                  <a:cubicBezTo>
                    <a:pt x="27163" y="6385"/>
                    <a:pt x="26664" y="6575"/>
                    <a:pt x="26283" y="6956"/>
                  </a:cubicBezTo>
                  <a:cubicBezTo>
                    <a:pt x="25521" y="7718"/>
                    <a:pt x="25521" y="8952"/>
                    <a:pt x="26283" y="9714"/>
                  </a:cubicBezTo>
                  <a:cubicBezTo>
                    <a:pt x="26664" y="10095"/>
                    <a:pt x="27163" y="10285"/>
                    <a:pt x="27662" y="10285"/>
                  </a:cubicBezTo>
                  <a:cubicBezTo>
                    <a:pt x="28161" y="10285"/>
                    <a:pt x="28660" y="10095"/>
                    <a:pt x="29040" y="9714"/>
                  </a:cubicBezTo>
                  <a:cubicBezTo>
                    <a:pt x="29802" y="8952"/>
                    <a:pt x="29802" y="7718"/>
                    <a:pt x="29040" y="6956"/>
                  </a:cubicBezTo>
                  <a:cubicBezTo>
                    <a:pt x="28660" y="6575"/>
                    <a:pt x="28161" y="6385"/>
                    <a:pt x="27662" y="6385"/>
                  </a:cubicBezTo>
                  <a:close/>
                  <a:moveTo>
                    <a:pt x="21285" y="12753"/>
                  </a:moveTo>
                  <a:cubicBezTo>
                    <a:pt x="20783" y="12753"/>
                    <a:pt x="20280" y="12944"/>
                    <a:pt x="19899" y="13325"/>
                  </a:cubicBezTo>
                  <a:cubicBezTo>
                    <a:pt x="19137" y="14086"/>
                    <a:pt x="19137" y="15336"/>
                    <a:pt x="19899" y="16097"/>
                  </a:cubicBezTo>
                  <a:cubicBezTo>
                    <a:pt x="20280" y="16478"/>
                    <a:pt x="20783" y="16669"/>
                    <a:pt x="21285" y="16669"/>
                  </a:cubicBezTo>
                  <a:cubicBezTo>
                    <a:pt x="21788" y="16669"/>
                    <a:pt x="22291" y="16478"/>
                    <a:pt x="22672" y="16097"/>
                  </a:cubicBezTo>
                  <a:cubicBezTo>
                    <a:pt x="23434" y="15336"/>
                    <a:pt x="23434" y="14086"/>
                    <a:pt x="22672" y="13325"/>
                  </a:cubicBezTo>
                  <a:cubicBezTo>
                    <a:pt x="22291" y="12944"/>
                    <a:pt x="21788" y="12753"/>
                    <a:pt x="21285" y="12753"/>
                  </a:cubicBezTo>
                  <a:close/>
                  <a:moveTo>
                    <a:pt x="14917" y="19128"/>
                  </a:moveTo>
                  <a:cubicBezTo>
                    <a:pt x="14415" y="19128"/>
                    <a:pt x="13913" y="19318"/>
                    <a:pt x="13530" y="19693"/>
                  </a:cubicBezTo>
                  <a:cubicBezTo>
                    <a:pt x="12768" y="20455"/>
                    <a:pt x="12768" y="21689"/>
                    <a:pt x="13530" y="22451"/>
                  </a:cubicBezTo>
                  <a:cubicBezTo>
                    <a:pt x="13911" y="22832"/>
                    <a:pt x="14410" y="23022"/>
                    <a:pt x="14909" y="23022"/>
                  </a:cubicBezTo>
                  <a:cubicBezTo>
                    <a:pt x="15408" y="23022"/>
                    <a:pt x="15907" y="22832"/>
                    <a:pt x="16288" y="22451"/>
                  </a:cubicBezTo>
                  <a:cubicBezTo>
                    <a:pt x="17050" y="21689"/>
                    <a:pt x="17050" y="20455"/>
                    <a:pt x="16288" y="19693"/>
                  </a:cubicBezTo>
                  <a:cubicBezTo>
                    <a:pt x="15909" y="19314"/>
                    <a:pt x="15413" y="19128"/>
                    <a:pt x="14917" y="19128"/>
                  </a:cubicBezTo>
                  <a:close/>
                  <a:moveTo>
                    <a:pt x="8525" y="25506"/>
                  </a:moveTo>
                  <a:cubicBezTo>
                    <a:pt x="8026" y="25506"/>
                    <a:pt x="7527" y="25696"/>
                    <a:pt x="7146" y="26077"/>
                  </a:cubicBezTo>
                  <a:cubicBezTo>
                    <a:pt x="6385" y="26839"/>
                    <a:pt x="6385" y="28073"/>
                    <a:pt x="7146" y="28835"/>
                  </a:cubicBezTo>
                  <a:cubicBezTo>
                    <a:pt x="7527" y="29216"/>
                    <a:pt x="8026" y="29406"/>
                    <a:pt x="8525" y="29406"/>
                  </a:cubicBezTo>
                  <a:cubicBezTo>
                    <a:pt x="9024" y="29406"/>
                    <a:pt x="9523" y="29216"/>
                    <a:pt x="9904" y="28835"/>
                  </a:cubicBezTo>
                  <a:cubicBezTo>
                    <a:pt x="10666" y="28073"/>
                    <a:pt x="10666" y="26839"/>
                    <a:pt x="9904" y="26077"/>
                  </a:cubicBezTo>
                  <a:cubicBezTo>
                    <a:pt x="9523" y="25696"/>
                    <a:pt x="9024" y="25506"/>
                    <a:pt x="8525" y="25506"/>
                  </a:cubicBezTo>
                  <a:close/>
                  <a:moveTo>
                    <a:pt x="2141" y="31874"/>
                  </a:moveTo>
                  <a:cubicBezTo>
                    <a:pt x="1642" y="31874"/>
                    <a:pt x="1143" y="32065"/>
                    <a:pt x="763" y="32446"/>
                  </a:cubicBezTo>
                  <a:cubicBezTo>
                    <a:pt x="1" y="33207"/>
                    <a:pt x="1" y="34457"/>
                    <a:pt x="763" y="35219"/>
                  </a:cubicBezTo>
                  <a:cubicBezTo>
                    <a:pt x="1143" y="35599"/>
                    <a:pt x="1642" y="35790"/>
                    <a:pt x="2141" y="35790"/>
                  </a:cubicBezTo>
                  <a:cubicBezTo>
                    <a:pt x="2640" y="35790"/>
                    <a:pt x="3139" y="35599"/>
                    <a:pt x="3520" y="35219"/>
                  </a:cubicBezTo>
                  <a:cubicBezTo>
                    <a:pt x="4282" y="34457"/>
                    <a:pt x="4282" y="33207"/>
                    <a:pt x="3520" y="32446"/>
                  </a:cubicBezTo>
                  <a:cubicBezTo>
                    <a:pt x="3139" y="32065"/>
                    <a:pt x="2640" y="31874"/>
                    <a:pt x="2141" y="31874"/>
                  </a:cubicBezTo>
                  <a:close/>
                </a:path>
              </a:pathLst>
            </a:custGeom>
            <a:gradFill rotWithShape="0">
              <a:gsLst>
                <a:gs pos="0">
                  <a:srgbClr val="EB9109">
                    <a:alpha val="47000"/>
                  </a:srgbClr>
                </a:gs>
                <a:gs pos="78000">
                  <a:srgbClr val="F5F8FF">
                    <a:alpha val="47000"/>
                  </a:srgbClr>
                </a:gs>
                <a:gs pos="100000">
                  <a:srgbClr val="F5F8FF">
                    <a:alpha val="47000"/>
                  </a:srgbClr>
                </a:gs>
              </a:gsLst>
              <a:lin ang="0"/>
            </a:gra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grpSp>
          <p:nvGrpSpPr>
            <p:cNvPr id="386" name="Google Shape;2454;p64"/>
            <p:cNvGrpSpPr/>
            <p:nvPr/>
          </p:nvGrpSpPr>
          <p:grpSpPr>
            <a:xfrm>
              <a:off x="8921880" y="-238320"/>
              <a:ext cx="740880" cy="1747800"/>
              <a:chOff x="8921880" y="-238320"/>
              <a:chExt cx="740880" cy="1747800"/>
            </a:xfrm>
          </p:grpSpPr>
          <p:sp>
            <p:nvSpPr>
              <p:cNvPr id="387" name="Google Shape;2455;p64"/>
              <p:cNvSpPr/>
              <p:nvPr/>
            </p:nvSpPr>
            <p:spPr>
              <a:xfrm flipV="1">
                <a:off x="8921880" y="435960"/>
                <a:ext cx="511200" cy="1073160"/>
              </a:xfrm>
              <a:custGeom>
                <a:avLst/>
                <a:gdLst>
                  <a:gd name="textAreaLeft" fmla="*/ 0 w 511200"/>
                  <a:gd name="textAreaRight" fmla="*/ 511560 w 511200"/>
                  <a:gd name="textAreaTop" fmla="*/ -360 h 1073160"/>
                  <a:gd name="textAreaBottom" fmla="*/ 1073160 h 1073160"/>
                </a:gdLst>
                <a:ahLst/>
                <a:cxnLst/>
                <a:rect l="textAreaLeft" t="textAreaTop" r="textAreaRight" b="textAreaBottom"/>
                <a:pathLst>
                  <a:path w="11779" h="24714">
                    <a:moveTo>
                      <a:pt x="6735" y="1"/>
                    </a:moveTo>
                    <a:lnTo>
                      <a:pt x="1" y="6750"/>
                    </a:lnTo>
                    <a:lnTo>
                      <a:pt x="229" y="6964"/>
                    </a:lnTo>
                    <a:lnTo>
                      <a:pt x="6415" y="763"/>
                    </a:lnTo>
                    <a:lnTo>
                      <a:pt x="6415" y="13165"/>
                    </a:lnTo>
                    <a:lnTo>
                      <a:pt x="11458" y="13165"/>
                    </a:lnTo>
                    <a:lnTo>
                      <a:pt x="11458" y="24713"/>
                    </a:lnTo>
                    <a:lnTo>
                      <a:pt x="11778" y="24713"/>
                    </a:lnTo>
                    <a:lnTo>
                      <a:pt x="11778" y="12860"/>
                    </a:lnTo>
                    <a:lnTo>
                      <a:pt x="6735" y="12860"/>
                    </a:lnTo>
                    <a:lnTo>
                      <a:pt x="6735" y="1"/>
                    </a:lnTo>
                    <a:close/>
                  </a:path>
                </a:pathLst>
              </a:custGeom>
              <a:gradFill rotWithShape="0">
                <a:gsLst>
                  <a:gs pos="0">
                    <a:srgbClr val="0C0A9E">
                      <a:alpha val="37000"/>
                    </a:srgbClr>
                  </a:gs>
                  <a:gs pos="100000">
                    <a:srgbClr val="FFFFFF">
                      <a:alpha val="0"/>
                    </a:srgbClr>
                  </a:gs>
                </a:gsLst>
                <a:lin ang="81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tIns="91440" bIns="91440" anchor="ctr">
                <a:noAutofit/>
              </a:bodyPr>
              <a:lstStyle/>
              <a:p>
                <a:pPr defTabSz="914400">
                  <a:lnSpc>
                    <a:spcPct val="100000"/>
                  </a:lnSpc>
                  <a:tabLst>
                    <a:tab pos="0" algn="l"/>
                  </a:tabLst>
                </a:pPr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OpenSymbol"/>
                </a:endParaRPr>
              </a:p>
            </p:txBody>
          </p:sp>
          <p:sp>
            <p:nvSpPr>
              <p:cNvPr id="388" name="Google Shape;2456;p64"/>
              <p:cNvSpPr/>
              <p:nvPr/>
            </p:nvSpPr>
            <p:spPr>
              <a:xfrm flipV="1">
                <a:off x="9303840" y="-238320"/>
                <a:ext cx="261000" cy="1298880"/>
              </a:xfrm>
              <a:custGeom>
                <a:avLst/>
                <a:gdLst>
                  <a:gd name="textAreaLeft" fmla="*/ 0 w 261000"/>
                  <a:gd name="textAreaRight" fmla="*/ 261360 w 261000"/>
                  <a:gd name="textAreaTop" fmla="*/ 360 h 1298880"/>
                  <a:gd name="textAreaBottom" fmla="*/ 1299600 h 1298880"/>
                </a:gdLst>
                <a:ahLst/>
                <a:cxnLst/>
                <a:rect l="textAreaLeft" t="textAreaTop" r="textAreaRight" b="textAreaBottom"/>
                <a:pathLst>
                  <a:path w="6019" h="29909">
                    <a:moveTo>
                      <a:pt x="1" y="1"/>
                    </a:moveTo>
                    <a:lnTo>
                      <a:pt x="1" y="306"/>
                    </a:lnTo>
                    <a:lnTo>
                      <a:pt x="5699" y="306"/>
                    </a:lnTo>
                    <a:lnTo>
                      <a:pt x="5699" y="29909"/>
                    </a:lnTo>
                    <a:lnTo>
                      <a:pt x="6019" y="29909"/>
                    </a:lnTo>
                    <a:lnTo>
                      <a:pt x="6019" y="1"/>
                    </a:lnTo>
                    <a:close/>
                  </a:path>
                </a:pathLst>
              </a:custGeom>
              <a:gradFill rotWithShape="0">
                <a:gsLst>
                  <a:gs pos="0">
                    <a:srgbClr val="0C0A9E">
                      <a:alpha val="37000"/>
                    </a:srgbClr>
                  </a:gs>
                  <a:gs pos="100000">
                    <a:srgbClr val="FFFFFF">
                      <a:alpha val="0"/>
                    </a:srgbClr>
                  </a:gs>
                </a:gsLst>
                <a:lin ang="81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tIns="91440" bIns="91440" anchor="ctr">
                <a:noAutofit/>
              </a:bodyPr>
              <a:lstStyle/>
              <a:p>
                <a:pPr defTabSz="914400">
                  <a:lnSpc>
                    <a:spcPct val="100000"/>
                  </a:lnSpc>
                  <a:tabLst>
                    <a:tab pos="0" algn="l"/>
                  </a:tabLst>
                </a:pPr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OpenSymbol"/>
                </a:endParaRPr>
              </a:p>
            </p:txBody>
          </p:sp>
          <p:sp>
            <p:nvSpPr>
              <p:cNvPr id="389" name="Google Shape;2457;p64"/>
              <p:cNvSpPr/>
              <p:nvPr/>
            </p:nvSpPr>
            <p:spPr>
              <a:xfrm flipV="1">
                <a:off x="9401760" y="-139680"/>
                <a:ext cx="261000" cy="1298880"/>
              </a:xfrm>
              <a:custGeom>
                <a:avLst/>
                <a:gdLst>
                  <a:gd name="textAreaLeft" fmla="*/ 0 w 261000"/>
                  <a:gd name="textAreaRight" fmla="*/ 261360 w 261000"/>
                  <a:gd name="textAreaTop" fmla="*/ 360 h 1298880"/>
                  <a:gd name="textAreaBottom" fmla="*/ 1299600 h 1298880"/>
                </a:gdLst>
                <a:ahLst/>
                <a:cxnLst/>
                <a:rect l="textAreaLeft" t="textAreaTop" r="textAreaRight" b="textAreaBottom"/>
                <a:pathLst>
                  <a:path w="6019" h="29909">
                    <a:moveTo>
                      <a:pt x="1" y="1"/>
                    </a:moveTo>
                    <a:lnTo>
                      <a:pt x="1" y="305"/>
                    </a:lnTo>
                    <a:lnTo>
                      <a:pt x="5714" y="305"/>
                    </a:lnTo>
                    <a:lnTo>
                      <a:pt x="5714" y="29909"/>
                    </a:lnTo>
                    <a:lnTo>
                      <a:pt x="6019" y="29909"/>
                    </a:lnTo>
                    <a:lnTo>
                      <a:pt x="6019" y="1"/>
                    </a:lnTo>
                    <a:close/>
                  </a:path>
                </a:pathLst>
              </a:custGeom>
              <a:gradFill rotWithShape="0">
                <a:gsLst>
                  <a:gs pos="0">
                    <a:srgbClr val="0C0A9E">
                      <a:alpha val="37000"/>
                    </a:srgbClr>
                  </a:gs>
                  <a:gs pos="100000">
                    <a:srgbClr val="FFFFFF">
                      <a:alpha val="0"/>
                    </a:srgbClr>
                  </a:gs>
                </a:gsLst>
                <a:lin ang="81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tIns="91440" bIns="91440" anchor="ctr">
                <a:noAutofit/>
              </a:bodyPr>
              <a:lstStyle/>
              <a:p>
                <a:pPr defTabSz="914400">
                  <a:lnSpc>
                    <a:spcPct val="100000"/>
                  </a:lnSpc>
                  <a:tabLst>
                    <a:tab pos="0" algn="l"/>
                  </a:tabLst>
                </a:pPr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OpenSymbol"/>
                </a:endParaRPr>
              </a:p>
            </p:txBody>
          </p:sp>
        </p:grpSp>
        <p:grpSp>
          <p:nvGrpSpPr>
            <p:cNvPr id="390" name="Google Shape;2458;p64"/>
            <p:cNvGrpSpPr/>
            <p:nvPr/>
          </p:nvGrpSpPr>
          <p:grpSpPr>
            <a:xfrm>
              <a:off x="8506080" y="-115920"/>
              <a:ext cx="957600" cy="768600"/>
              <a:chOff x="8506080" y="-115920"/>
              <a:chExt cx="957600" cy="768600"/>
            </a:xfrm>
          </p:grpSpPr>
          <p:sp>
            <p:nvSpPr>
              <p:cNvPr id="391" name="Google Shape;2459;p64"/>
              <p:cNvSpPr/>
              <p:nvPr/>
            </p:nvSpPr>
            <p:spPr>
              <a:xfrm flipV="1">
                <a:off x="8751240" y="-115920"/>
                <a:ext cx="712440" cy="617040"/>
              </a:xfrm>
              <a:custGeom>
                <a:avLst/>
                <a:gdLst>
                  <a:gd name="textAreaLeft" fmla="*/ 0 w 712440"/>
                  <a:gd name="textAreaRight" fmla="*/ 712800 w 712440"/>
                  <a:gd name="textAreaTop" fmla="*/ 360 h 617040"/>
                  <a:gd name="textAreaBottom" fmla="*/ 617760 h 617040"/>
                </a:gdLst>
                <a:ahLst/>
                <a:cxnLst/>
                <a:rect l="textAreaLeft" t="textAreaTop" r="textAreaRight" b="textAreaBottom"/>
                <a:pathLst>
                  <a:path w="51285" h="44413">
                    <a:moveTo>
                      <a:pt x="12814" y="0"/>
                    </a:moveTo>
                    <a:lnTo>
                      <a:pt x="0" y="22199"/>
                    </a:lnTo>
                    <a:lnTo>
                      <a:pt x="12814" y="44413"/>
                    </a:lnTo>
                    <a:lnTo>
                      <a:pt x="38471" y="44413"/>
                    </a:lnTo>
                    <a:lnTo>
                      <a:pt x="51285" y="22199"/>
                    </a:lnTo>
                    <a:lnTo>
                      <a:pt x="38471" y="0"/>
                    </a:lnTo>
                    <a:close/>
                  </a:path>
                </a:pathLst>
              </a:custGeom>
              <a:gradFill rotWithShape="0">
                <a:gsLst>
                  <a:gs pos="0">
                    <a:srgbClr val="F5F8FF"/>
                  </a:gs>
                  <a:gs pos="22000">
                    <a:srgbClr val="F5F8FF"/>
                  </a:gs>
                  <a:gs pos="45000">
                    <a:srgbClr val="FFFFFF">
                      <a:alpha val="0"/>
                    </a:srgbClr>
                  </a:gs>
                  <a:gs pos="100000">
                    <a:srgbClr val="0C0A9E">
                      <a:alpha val="50000"/>
                    </a:srgbClr>
                  </a:gs>
                </a:gsLst>
                <a:lin ang="189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tIns="91440" bIns="91440" anchor="ctr">
                <a:noAutofit/>
              </a:bodyPr>
              <a:lstStyle/>
              <a:p>
                <a:pPr defTabSz="914400">
                  <a:lnSpc>
                    <a:spcPct val="100000"/>
                  </a:lnSpc>
                  <a:tabLst>
                    <a:tab pos="0" algn="l"/>
                  </a:tabLst>
                </a:pPr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OpenSymbol"/>
                </a:endParaRPr>
              </a:p>
            </p:txBody>
          </p:sp>
          <p:sp>
            <p:nvSpPr>
              <p:cNvPr id="392" name="Google Shape;2460;p64"/>
              <p:cNvSpPr/>
              <p:nvPr/>
            </p:nvSpPr>
            <p:spPr>
              <a:xfrm flipV="1">
                <a:off x="8738280" y="211680"/>
                <a:ext cx="509040" cy="440640"/>
              </a:xfrm>
              <a:custGeom>
                <a:avLst/>
                <a:gdLst>
                  <a:gd name="textAreaLeft" fmla="*/ 0 w 509040"/>
                  <a:gd name="textAreaRight" fmla="*/ 509400 w 509040"/>
                  <a:gd name="textAreaTop" fmla="*/ 360 h 440640"/>
                  <a:gd name="textAreaBottom" fmla="*/ 441360 h 440640"/>
                </a:gdLst>
                <a:ahLst/>
                <a:cxnLst/>
                <a:rect l="textAreaLeft" t="textAreaTop" r="textAreaRight" b="textAreaBottom"/>
                <a:pathLst>
                  <a:path w="51285" h="44413">
                    <a:moveTo>
                      <a:pt x="12814" y="0"/>
                    </a:moveTo>
                    <a:lnTo>
                      <a:pt x="0" y="22199"/>
                    </a:lnTo>
                    <a:lnTo>
                      <a:pt x="12814" y="44413"/>
                    </a:lnTo>
                    <a:lnTo>
                      <a:pt x="38471" y="44413"/>
                    </a:lnTo>
                    <a:lnTo>
                      <a:pt x="51285" y="22199"/>
                    </a:lnTo>
                    <a:lnTo>
                      <a:pt x="38471" y="0"/>
                    </a:lnTo>
                    <a:close/>
                  </a:path>
                </a:pathLst>
              </a:custGeom>
              <a:gradFill rotWithShape="0">
                <a:gsLst>
                  <a:gs pos="0">
                    <a:srgbClr val="F5F8FF"/>
                  </a:gs>
                  <a:gs pos="22000">
                    <a:srgbClr val="F5F8FF"/>
                  </a:gs>
                  <a:gs pos="45000">
                    <a:srgbClr val="FFFFFF">
                      <a:alpha val="0"/>
                    </a:srgbClr>
                  </a:gs>
                  <a:gs pos="100000">
                    <a:srgbClr val="0C0A9E">
                      <a:alpha val="50000"/>
                    </a:srgbClr>
                  </a:gs>
                </a:gsLst>
                <a:lin ang="189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tIns="91440" bIns="91440" anchor="ctr">
                <a:noAutofit/>
              </a:bodyPr>
              <a:lstStyle/>
              <a:p>
                <a:pPr defTabSz="914400">
                  <a:lnSpc>
                    <a:spcPct val="100000"/>
                  </a:lnSpc>
                  <a:tabLst>
                    <a:tab pos="0" algn="l"/>
                  </a:tabLst>
                </a:pPr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OpenSymbol"/>
                </a:endParaRPr>
              </a:p>
            </p:txBody>
          </p:sp>
          <p:sp>
            <p:nvSpPr>
              <p:cNvPr id="393" name="Google Shape;2461;p64"/>
              <p:cNvSpPr/>
              <p:nvPr/>
            </p:nvSpPr>
            <p:spPr>
              <a:xfrm flipV="1">
                <a:off x="8506080" y="59760"/>
                <a:ext cx="509040" cy="440640"/>
              </a:xfrm>
              <a:custGeom>
                <a:avLst/>
                <a:gdLst>
                  <a:gd name="textAreaLeft" fmla="*/ 0 w 509040"/>
                  <a:gd name="textAreaRight" fmla="*/ 509400 w 509040"/>
                  <a:gd name="textAreaTop" fmla="*/ 360 h 440640"/>
                  <a:gd name="textAreaBottom" fmla="*/ 441360 h 440640"/>
                </a:gdLst>
                <a:ahLst/>
                <a:cxnLst/>
                <a:rect l="textAreaLeft" t="textAreaTop" r="textAreaRight" b="textAreaBottom"/>
                <a:pathLst>
                  <a:path w="51285" h="44413">
                    <a:moveTo>
                      <a:pt x="12814" y="0"/>
                    </a:moveTo>
                    <a:lnTo>
                      <a:pt x="0" y="22199"/>
                    </a:lnTo>
                    <a:lnTo>
                      <a:pt x="12814" y="44413"/>
                    </a:lnTo>
                    <a:lnTo>
                      <a:pt x="38471" y="44413"/>
                    </a:lnTo>
                    <a:lnTo>
                      <a:pt x="51285" y="22199"/>
                    </a:lnTo>
                    <a:lnTo>
                      <a:pt x="38471" y="0"/>
                    </a:lnTo>
                    <a:close/>
                  </a:path>
                </a:pathLst>
              </a:custGeom>
              <a:gradFill rotWithShape="0">
                <a:gsLst>
                  <a:gs pos="0">
                    <a:srgbClr val="F5F8FF"/>
                  </a:gs>
                  <a:gs pos="22000">
                    <a:srgbClr val="F5F8FF"/>
                  </a:gs>
                  <a:gs pos="45000">
                    <a:srgbClr val="FFFFFF">
                      <a:alpha val="0"/>
                    </a:srgbClr>
                  </a:gs>
                  <a:gs pos="100000">
                    <a:srgbClr val="0C0A9E">
                      <a:alpha val="50000"/>
                    </a:srgbClr>
                  </a:gs>
                </a:gsLst>
                <a:lin ang="189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tIns="91440" bIns="91440" anchor="ctr">
                <a:noAutofit/>
              </a:bodyPr>
              <a:lstStyle/>
              <a:p>
                <a:pPr defTabSz="914400">
                  <a:lnSpc>
                    <a:spcPct val="100000"/>
                  </a:lnSpc>
                  <a:tabLst>
                    <a:tab pos="0" algn="l"/>
                  </a:tabLst>
                </a:pPr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OpenSymbol"/>
                </a:endParaRPr>
              </a:p>
            </p:txBody>
          </p:sp>
        </p:grpSp>
        <p:sp>
          <p:nvSpPr>
            <p:cNvPr id="394" name="Google Shape;2462;p64"/>
            <p:cNvSpPr/>
            <p:nvPr/>
          </p:nvSpPr>
          <p:spPr>
            <a:xfrm rot="16200000" flipV="1">
              <a:off x="8232840" y="1123920"/>
              <a:ext cx="1504440" cy="3000240"/>
            </a:xfrm>
            <a:custGeom>
              <a:avLst/>
              <a:gdLst>
                <a:gd name="textAreaLeft" fmla="*/ 0 w 1504440"/>
                <a:gd name="textAreaRight" fmla="*/ 1504800 w 1504440"/>
                <a:gd name="textAreaTop" fmla="*/ 360 h 3000240"/>
                <a:gd name="textAreaBottom" fmla="*/ 3000960 h 3000240"/>
              </a:gdLst>
              <a:ahLst/>
              <a:cxnLst/>
              <a:rect l="textAreaLeft" t="textAreaTop" r="textAreaRight" b="textAreaBottom"/>
              <a:pathLst>
                <a:path w="34647" h="69081">
                  <a:moveTo>
                    <a:pt x="34434" y="1"/>
                  </a:moveTo>
                  <a:lnTo>
                    <a:pt x="25429" y="8990"/>
                  </a:lnTo>
                  <a:lnTo>
                    <a:pt x="25383" y="9051"/>
                  </a:lnTo>
                  <a:lnTo>
                    <a:pt x="25383" y="32651"/>
                  </a:lnTo>
                  <a:lnTo>
                    <a:pt x="15130" y="42920"/>
                  </a:lnTo>
                  <a:lnTo>
                    <a:pt x="15084" y="42951"/>
                  </a:lnTo>
                  <a:lnTo>
                    <a:pt x="15084" y="60472"/>
                  </a:lnTo>
                  <a:lnTo>
                    <a:pt x="9614" y="65957"/>
                  </a:lnTo>
                  <a:lnTo>
                    <a:pt x="0" y="65957"/>
                  </a:lnTo>
                  <a:lnTo>
                    <a:pt x="0" y="69080"/>
                  </a:lnTo>
                  <a:lnTo>
                    <a:pt x="320" y="69080"/>
                  </a:lnTo>
                  <a:lnTo>
                    <a:pt x="320" y="66262"/>
                  </a:lnTo>
                  <a:lnTo>
                    <a:pt x="9751" y="66262"/>
                  </a:lnTo>
                  <a:lnTo>
                    <a:pt x="15389" y="60609"/>
                  </a:lnTo>
                  <a:lnTo>
                    <a:pt x="15389" y="43088"/>
                  </a:lnTo>
                  <a:lnTo>
                    <a:pt x="25658" y="32819"/>
                  </a:lnTo>
                  <a:lnTo>
                    <a:pt x="25688" y="32788"/>
                  </a:lnTo>
                  <a:lnTo>
                    <a:pt x="25688" y="9188"/>
                  </a:lnTo>
                  <a:lnTo>
                    <a:pt x="34647" y="214"/>
                  </a:lnTo>
                  <a:lnTo>
                    <a:pt x="34434" y="1"/>
                  </a:lnTo>
                  <a:close/>
                </a:path>
              </a:pathLst>
            </a:custGeom>
            <a:gradFill rotWithShape="0">
              <a:gsLst>
                <a:gs pos="0">
                  <a:srgbClr val="0C0A9E"/>
                </a:gs>
                <a:gs pos="100000">
                  <a:srgbClr val="FFFFFF">
                    <a:alpha val="0"/>
                  </a:srgbClr>
                </a:gs>
              </a:gsLst>
              <a:lin ang="0"/>
            </a:gra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</p:grpSp>
      <p:pic>
        <p:nvPicPr>
          <p:cNvPr id="3" name="Hình ảnh 2">
            <a:extLst>
              <a:ext uri="{FF2B5EF4-FFF2-40B4-BE49-F238E27FC236}">
                <a16:creationId xmlns:a16="http://schemas.microsoft.com/office/drawing/2014/main" id="{02193D53-A79E-4D74-BA36-B9F08D5F4CC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1609" y="3211033"/>
            <a:ext cx="5431254" cy="95693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Introduction to Coding Workshop by Slidesgo">
  <a:themeElements>
    <a:clrScheme name="Simple Light">
      <a:dk1>
        <a:srgbClr val="1D1D1D"/>
      </a:dk1>
      <a:lt1>
        <a:srgbClr val="F5F8FF"/>
      </a:lt1>
      <a:dk2>
        <a:srgbClr val="0C0A9E"/>
      </a:dk2>
      <a:lt2>
        <a:srgbClr val="EB9109"/>
      </a:lt2>
      <a:accent1>
        <a:srgbClr val="8208D5"/>
      </a:accent1>
      <a:accent2>
        <a:srgbClr val="BFBEF7"/>
      </a:accent2>
      <a:accent3>
        <a:srgbClr val="FFFFFF"/>
      </a:accent3>
      <a:accent4>
        <a:srgbClr val="FFFFFF"/>
      </a:accent4>
      <a:accent5>
        <a:srgbClr val="FFFFFF"/>
      </a:accent5>
      <a:accent6>
        <a:srgbClr val="FFFFFF"/>
      </a:accent6>
      <a:hlink>
        <a:srgbClr val="1D1D1D"/>
      </a:hlink>
      <a:folHlink>
        <a:srgbClr val="0097A7"/>
      </a:folHlink>
    </a:clrScheme>
    <a:fontScheme name="Office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Introduction to Coding Workshop by Slidesgo">
  <a:themeElements>
    <a:clrScheme name="Simple Light">
      <a:dk1>
        <a:srgbClr val="1D1D1D"/>
      </a:dk1>
      <a:lt1>
        <a:srgbClr val="F5F8FF"/>
      </a:lt1>
      <a:dk2>
        <a:srgbClr val="0C0A9E"/>
      </a:dk2>
      <a:lt2>
        <a:srgbClr val="EB9109"/>
      </a:lt2>
      <a:accent1>
        <a:srgbClr val="8208D5"/>
      </a:accent1>
      <a:accent2>
        <a:srgbClr val="BFBEF7"/>
      </a:accent2>
      <a:accent3>
        <a:srgbClr val="FFFFFF"/>
      </a:accent3>
      <a:accent4>
        <a:srgbClr val="FFFFFF"/>
      </a:accent4>
      <a:accent5>
        <a:srgbClr val="FFFFFF"/>
      </a:accent5>
      <a:accent6>
        <a:srgbClr val="FFFFFF"/>
      </a:accent6>
      <a:hlink>
        <a:srgbClr val="1D1D1D"/>
      </a:hlink>
      <a:folHlink>
        <a:srgbClr val="0097A7"/>
      </a:folHlink>
    </a:clrScheme>
    <a:fontScheme name="Office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/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Introduction to Coding Workshop by Slidesgo">
  <a:themeElements>
    <a:clrScheme name="Simple Light">
      <a:dk1>
        <a:srgbClr val="1D1D1D"/>
      </a:dk1>
      <a:lt1>
        <a:srgbClr val="F5F8FF"/>
      </a:lt1>
      <a:dk2>
        <a:srgbClr val="0C0A9E"/>
      </a:dk2>
      <a:lt2>
        <a:srgbClr val="EB9109"/>
      </a:lt2>
      <a:accent1>
        <a:srgbClr val="8208D5"/>
      </a:accent1>
      <a:accent2>
        <a:srgbClr val="BFBEF7"/>
      </a:accent2>
      <a:accent3>
        <a:srgbClr val="FFFFFF"/>
      </a:accent3>
      <a:accent4>
        <a:srgbClr val="FFFFFF"/>
      </a:accent4>
      <a:accent5>
        <a:srgbClr val="FFFFFF"/>
      </a:accent5>
      <a:accent6>
        <a:srgbClr val="FFFFFF"/>
      </a:accent6>
      <a:hlink>
        <a:srgbClr val="1D1D1D"/>
      </a:hlink>
      <a:folHlink>
        <a:srgbClr val="0097A7"/>
      </a:folHlink>
    </a:clrScheme>
    <a:fontScheme name="Office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/>
        </a:gradFill>
      </a:bgFillStyleLst>
    </a:fmtScheme>
  </a:themeElements>
  <a:objectDefaults/>
  <a:extraClrSchemeLst/>
</a:theme>
</file>

<file path=ppt/theme/theme4.xml><?xml version="1.0" encoding="utf-8"?>
<a:theme xmlns:a="http://schemas.openxmlformats.org/drawingml/2006/main" name="Introduction to Coding Workshop by Slidesgo">
  <a:themeElements>
    <a:clrScheme name="Simple Light">
      <a:dk1>
        <a:srgbClr val="1D1D1D"/>
      </a:dk1>
      <a:lt1>
        <a:srgbClr val="F5F8FF"/>
      </a:lt1>
      <a:dk2>
        <a:srgbClr val="0C0A9E"/>
      </a:dk2>
      <a:lt2>
        <a:srgbClr val="EB9109"/>
      </a:lt2>
      <a:accent1>
        <a:srgbClr val="8208D5"/>
      </a:accent1>
      <a:accent2>
        <a:srgbClr val="BFBEF7"/>
      </a:accent2>
      <a:accent3>
        <a:srgbClr val="FFFFFF"/>
      </a:accent3>
      <a:accent4>
        <a:srgbClr val="FFFFFF"/>
      </a:accent4>
      <a:accent5>
        <a:srgbClr val="FFFFFF"/>
      </a:accent5>
      <a:accent6>
        <a:srgbClr val="FFFFFF"/>
      </a:accent6>
      <a:hlink>
        <a:srgbClr val="1D1D1D"/>
      </a:hlink>
      <a:folHlink>
        <a:srgbClr val="0097A7"/>
      </a:folHlink>
    </a:clrScheme>
    <a:fontScheme name="Office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345</TotalTime>
  <Words>841</Words>
  <Application>Microsoft Office PowerPoint</Application>
  <PresentationFormat>Trình chiếu Trên màn hình (16:9)</PresentationFormat>
  <Paragraphs>51</Paragraphs>
  <Slides>12</Slides>
  <Notes>0</Notes>
  <HiddenSlides>0</HiddenSlides>
  <MMClips>0</MMClips>
  <ScaleCrop>false</ScaleCrop>
  <HeadingPairs>
    <vt:vector size="6" baseType="variant">
      <vt:variant>
        <vt:lpstr>Phông được Dùng</vt:lpstr>
      </vt:variant>
      <vt:variant>
        <vt:i4>10</vt:i4>
      </vt:variant>
      <vt:variant>
        <vt:lpstr>Chủ đề</vt:lpstr>
      </vt:variant>
      <vt:variant>
        <vt:i4>4</vt:i4>
      </vt:variant>
      <vt:variant>
        <vt:lpstr>Tiêu đề Bản chiếu</vt:lpstr>
      </vt:variant>
      <vt:variant>
        <vt:i4>12</vt:i4>
      </vt:variant>
    </vt:vector>
  </HeadingPairs>
  <TitlesOfParts>
    <vt:vector size="26" baseType="lpstr">
      <vt:lpstr>Albert Sans</vt:lpstr>
      <vt:lpstr>Alexandria</vt:lpstr>
      <vt:lpstr>Alexandria Medium</vt:lpstr>
      <vt:lpstr>Arial</vt:lpstr>
      <vt:lpstr>Cambria Math</vt:lpstr>
      <vt:lpstr>IBM Plex Mono</vt:lpstr>
      <vt:lpstr>OpenSymbol</vt:lpstr>
      <vt:lpstr>Poppins</vt:lpstr>
      <vt:lpstr>Symbol</vt:lpstr>
      <vt:lpstr>Wingdings</vt:lpstr>
      <vt:lpstr>Introduction to Coding Workshop by Slidesgo</vt:lpstr>
      <vt:lpstr>Introduction to Coding Workshop by Slidesgo</vt:lpstr>
      <vt:lpstr>Introduction to Coding Workshop by Slidesgo</vt:lpstr>
      <vt:lpstr>Introduction to Coding Workshop by Slidesgo</vt:lpstr>
      <vt:lpstr>Bản trình bày PowerPoint</vt:lpstr>
      <vt:lpstr>Bản trình bày PowerPoint</vt:lpstr>
      <vt:lpstr>Bản trình bày PowerPoint</vt:lpstr>
      <vt:lpstr>Bản trình bày PowerPoint</vt:lpstr>
      <vt:lpstr>Bản trình bày PowerPoint</vt:lpstr>
      <vt:lpstr>Bản trình bày PowerPoint</vt:lpstr>
      <vt:lpstr>Bản trình bày PowerPoint</vt:lpstr>
      <vt:lpstr>Bản trình bày PowerPoint</vt:lpstr>
      <vt:lpstr>Bản trình bày PowerPoint</vt:lpstr>
      <vt:lpstr>Bản trình bày PowerPoint</vt:lpstr>
      <vt:lpstr>Bản trình bày PowerPoint</vt:lpstr>
      <vt:lpstr>Thanks!</vt:lpstr>
    </vt:vector>
  </TitlesOfParts>
  <Company>Microsoft Corporation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Bản trình bày PowerPoint</dc:title>
  <cp:lastModifiedBy>Nguyen Minh</cp:lastModifiedBy>
  <cp:revision>14</cp:revision>
  <dcterms:modified xsi:type="dcterms:W3CDTF">2026-10-10T10:07:10Z</dcterms:modified>
</cp:coreProperties>
</file>

<file path=docProps/core0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2026-10-10T04:04:10Z</dcterms:created>
  <dc:creator>Slidesgo AI</dc:creator>
  <dc:description/>
  <dc:language>en-US</dc:language>
  <cp:lastModifiedBy>Unknown Creator</cp:lastModifiedBy>
  <dcterms:modified xsi:type="dcterms:W3CDTF">2026-10-10T04:04:10Z</dcterms:modified>
  <cp:revision>0</cp:revision>
  <dc:subject/>
  <dc:title>Untitled Presentation</dc:titl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Slides">
    <vt:r8>13</vt:r8>
  </property>
  <property fmtid="{D5CDD505-2E9C-101B-9397-08002B2CF9AE}" pid="3" name="SlidesgoGeneratedBy">
    <vt:lpwstr>slidesgo-ai</vt:lpwstr>
  </property>
  <property fmtid="{D5CDD505-2E9C-101B-9397-08002B2CF9AE}" pid="4" name="SlidesgoPresentationUuid">
    <vt:lpwstr>a2f2086c-f2ed-480a-9a72-ab48ce4561d4</vt:lpwstr>
  </property>
</Properties>
</file>